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</p:sldMasterIdLst>
  <p:notesMasterIdLst>
    <p:notesMasterId r:id="rId4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  <p:sldId id="267" r:id="rId13"/>
    <p:sldId id="268" r:id="rId14"/>
    <p:sldId id="271" r:id="rId15"/>
    <p:sldId id="272" r:id="rId16"/>
    <p:sldId id="269" r:id="rId17"/>
    <p:sldId id="270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787"/>
    <p:restoredTop sz="90929"/>
  </p:normalViewPr>
  <p:slideViewPr>
    <p:cSldViewPr>
      <p:cViewPr varScale="1">
        <p:scale>
          <a:sx n="110" d="100"/>
          <a:sy n="110" d="100"/>
        </p:scale>
        <p:origin x="1541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CC80ECAC-BA4F-FD04-C474-DC1318C1A00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1B1D73E6-99EF-EF1A-6F98-20417289376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AB8CB850-A69A-3AA2-545A-4F350689FBDF}"/>
              </a:ext>
            </a:extLst>
          </p:cNvPr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3317" name="Rectangle 5">
            <a:extLst>
              <a:ext uri="{FF2B5EF4-FFF2-40B4-BE49-F238E27FC236}">
                <a16:creationId xmlns:a16="http://schemas.microsoft.com/office/drawing/2014/main" id="{B954B4F1-92B7-EA78-F584-214AB99D6725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13318" name="Rectangle 6">
            <a:extLst>
              <a:ext uri="{FF2B5EF4-FFF2-40B4-BE49-F238E27FC236}">
                <a16:creationId xmlns:a16="http://schemas.microsoft.com/office/drawing/2014/main" id="{CB885459-EE95-5821-C79E-CAFA758B3EE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3319" name="Rectangle 7">
            <a:extLst>
              <a:ext uri="{FF2B5EF4-FFF2-40B4-BE49-F238E27FC236}">
                <a16:creationId xmlns:a16="http://schemas.microsoft.com/office/drawing/2014/main" id="{28483BDF-9968-03BF-89CA-9115A575DC9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9ED64AB7-1C16-46CD-8BB9-644539B8BEA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>
            <a:extLst>
              <a:ext uri="{FF2B5EF4-FFF2-40B4-BE49-F238E27FC236}">
                <a16:creationId xmlns:a16="http://schemas.microsoft.com/office/drawing/2014/main" id="{BF04EFAA-70EC-BB15-F0E0-8735A11D98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433B0630-B9BE-4EE3-9FD7-B91DB50990AF}" type="slidenum">
              <a:rPr lang="en-US" altLang="en-US" sz="1200"/>
              <a:pPr/>
              <a:t>1</a:t>
            </a:fld>
            <a:endParaRPr lang="en-US" altLang="en-US" sz="1200"/>
          </a:p>
        </p:txBody>
      </p:sp>
      <p:sp>
        <p:nvSpPr>
          <p:cNvPr id="4099" name="Rectangle 2">
            <a:extLst>
              <a:ext uri="{FF2B5EF4-FFF2-40B4-BE49-F238E27FC236}">
                <a16:creationId xmlns:a16="http://schemas.microsoft.com/office/drawing/2014/main" id="{9F8CA705-A862-0667-2102-FB6DD54F0DE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00" name="Rectangle 3">
            <a:extLst>
              <a:ext uri="{FF2B5EF4-FFF2-40B4-BE49-F238E27FC236}">
                <a16:creationId xmlns:a16="http://schemas.microsoft.com/office/drawing/2014/main" id="{005919C6-4271-9E52-74B2-3CAB3EE6BE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10C9A7F0-D0AE-2956-F711-BAEC7924476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E1F8A7A4-FED6-48C3-B936-7004BEEE59CB}" type="slidenum">
              <a:rPr lang="en-US" altLang="en-US" sz="1200"/>
              <a:pPr/>
              <a:t>2</a:t>
            </a:fld>
            <a:endParaRPr lang="en-US" altLang="en-US" sz="1200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0CC9413D-1885-88CF-A228-6AB585C5983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A4969798-83C4-B349-EB1C-D54279D169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D63681BD-680E-CCE9-8E26-60C8B3A236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F1F8030C-074A-4984-AD3D-9FDA69CBD579}" type="slidenum">
              <a:rPr lang="en-US" altLang="en-US" sz="1200"/>
              <a:pPr/>
              <a:t>3</a:t>
            </a:fld>
            <a:endParaRPr lang="en-US" altLang="en-US" sz="1200"/>
          </a:p>
        </p:txBody>
      </p:sp>
      <p:sp>
        <p:nvSpPr>
          <p:cNvPr id="8195" name="Rectangle 1026">
            <a:extLst>
              <a:ext uri="{FF2B5EF4-FFF2-40B4-BE49-F238E27FC236}">
                <a16:creationId xmlns:a16="http://schemas.microsoft.com/office/drawing/2014/main" id="{61697C82-708D-FAD8-F44F-77A608CA6ED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1027">
            <a:extLst>
              <a:ext uri="{FF2B5EF4-FFF2-40B4-BE49-F238E27FC236}">
                <a16:creationId xmlns:a16="http://schemas.microsoft.com/office/drawing/2014/main" id="{40F70A07-8441-8C57-7C54-F3FFFBDD2A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932CB283-BBDA-F9A0-C276-0E5BB076B7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725D2F51-78C6-41F7-9D06-67E98E982848}" type="slidenum">
              <a:rPr lang="en-US" altLang="en-US" sz="1200"/>
              <a:pPr/>
              <a:t>4</a:t>
            </a:fld>
            <a:endParaRPr lang="en-US" altLang="en-US" sz="1200"/>
          </a:p>
        </p:txBody>
      </p:sp>
      <p:sp>
        <p:nvSpPr>
          <p:cNvPr id="10243" name="Rectangle 1026">
            <a:extLst>
              <a:ext uri="{FF2B5EF4-FFF2-40B4-BE49-F238E27FC236}">
                <a16:creationId xmlns:a16="http://schemas.microsoft.com/office/drawing/2014/main" id="{2391FB88-7B57-968A-C96E-06EE92CD5F4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1027">
            <a:extLst>
              <a:ext uri="{FF2B5EF4-FFF2-40B4-BE49-F238E27FC236}">
                <a16:creationId xmlns:a16="http://schemas.microsoft.com/office/drawing/2014/main" id="{A210049E-FF19-26B4-A585-7EB33284F9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"A,B are multiplied"</a:t>
            </a:r>
          </a:p>
          <a:p>
            <a:pPr eaLnBrk="1" hangingPunct="1"/>
            <a:r>
              <a:rPr lang="en-US" altLang="en-US"/>
              <a:t>"A,B are added"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>
            <a:extLst>
              <a:ext uri="{FF2B5EF4-FFF2-40B4-BE49-F238E27FC236}">
                <a16:creationId xmlns:a16="http://schemas.microsoft.com/office/drawing/2014/main" id="{548F01BF-73ED-CBBD-021A-444B7E84969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C11DA751-4647-4C37-A52A-68648F1EEB78}" type="slidenum">
              <a:rPr lang="en-US" altLang="en-US" sz="1200"/>
              <a:pPr/>
              <a:t>5</a:t>
            </a:fld>
            <a:endParaRPr lang="en-US" altLang="en-US" sz="1200"/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5149EE61-3458-B5FC-39C2-1F190A28402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C392BEFD-0276-F310-5692-1E15E3DBBD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>
            <a:extLst>
              <a:ext uri="{FF2B5EF4-FFF2-40B4-BE49-F238E27FC236}">
                <a16:creationId xmlns:a16="http://schemas.microsoft.com/office/drawing/2014/main" id="{4AC10A83-C6AF-697B-C0EC-8F0E8D888F2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CB5E6FC-6A85-4904-BE55-C18899C61140}" type="slidenum">
              <a:rPr lang="en-US" altLang="en-US" sz="1200"/>
              <a:pPr/>
              <a:t>6</a:t>
            </a:fld>
            <a:endParaRPr lang="en-US" altLang="en-US" sz="1200"/>
          </a:p>
        </p:txBody>
      </p:sp>
      <p:sp>
        <p:nvSpPr>
          <p:cNvPr id="14339" name="Rectangle 1026">
            <a:extLst>
              <a:ext uri="{FF2B5EF4-FFF2-40B4-BE49-F238E27FC236}">
                <a16:creationId xmlns:a16="http://schemas.microsoft.com/office/drawing/2014/main" id="{53C32C66-576A-40C1-DEBB-BAF92706E23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1027">
            <a:extLst>
              <a:ext uri="{FF2B5EF4-FFF2-40B4-BE49-F238E27FC236}">
                <a16:creationId xmlns:a16="http://schemas.microsoft.com/office/drawing/2014/main" id="{DF32E7F5-BFCA-B7B8-3D43-5ACE40D792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>
            <a:extLst>
              <a:ext uri="{FF2B5EF4-FFF2-40B4-BE49-F238E27FC236}">
                <a16:creationId xmlns:a16="http://schemas.microsoft.com/office/drawing/2014/main" id="{4958080F-CBD7-B830-5CA1-F2A2D620540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DF38C1A-D2A0-4A0D-AFCA-EE6BBDFFFFC4}" type="slidenum">
              <a:rPr lang="en-US" altLang="en-US" sz="1200"/>
              <a:pPr/>
              <a:t>7</a:t>
            </a:fld>
            <a:endParaRPr lang="en-US" altLang="en-US" sz="1200"/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35BFFA17-CF02-0171-4E91-170057EC9BD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ABA589DA-2EA7-F4AE-D390-77D7865D3B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3018D1FF-46D9-5397-101C-086D1ADE4A3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B67D8B0F-B976-462E-85B1-48683F78A163}" type="slidenum">
              <a:rPr lang="en-US" altLang="en-US" sz="1200"/>
              <a:pPr/>
              <a:t>8</a:t>
            </a:fld>
            <a:endParaRPr lang="en-US" altLang="en-US" sz="120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B55382DE-AF74-30EE-39D0-AC98B36B683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FC21278C-C428-9349-8C8C-0F95829668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23A4315B-5F4C-146E-6500-ACB8F66E30D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92CA0BE-3375-45C4-BEB7-8310DADE13E0}" type="slidenum">
              <a:rPr lang="en-US" altLang="en-US" sz="1200"/>
              <a:pPr/>
              <a:t>9</a:t>
            </a:fld>
            <a:endParaRPr lang="en-US" altLang="en-US" sz="1200"/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82588E54-E0CC-9305-7114-C10E3EF09D9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4FAC696D-78EA-F233-56D1-87A948C3E7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>
            <a:extLst>
              <a:ext uri="{FF2B5EF4-FFF2-40B4-BE49-F238E27FC236}">
                <a16:creationId xmlns:a16="http://schemas.microsoft.com/office/drawing/2014/main" id="{2238B980-B7CE-479C-269E-9A193467477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DAA5CCE8-E9C4-4AAE-8CE5-32B325652042}" type="slidenum">
              <a:rPr lang="en-US" altLang="en-US" sz="1200"/>
              <a:pPr/>
              <a:t>10</a:t>
            </a:fld>
            <a:endParaRPr lang="en-US" altLang="en-US" sz="1200"/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27E0FDDD-0A6D-C20E-9E15-751F9DE3561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7A847E98-4122-A506-AEC3-157403124A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>
            <a:extLst>
              <a:ext uri="{FF2B5EF4-FFF2-40B4-BE49-F238E27FC236}">
                <a16:creationId xmlns:a16="http://schemas.microsoft.com/office/drawing/2014/main" id="{22E93A4E-E821-0D9A-1879-6EBCA8CB1D9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EC3D4160-0F04-481F-A4DF-D7F01759B534}" type="slidenum">
              <a:rPr lang="en-US" altLang="en-US" sz="1200"/>
              <a:pPr/>
              <a:t>11</a:t>
            </a:fld>
            <a:endParaRPr lang="en-US" altLang="en-US" sz="1200"/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386431ED-384B-1D7D-5DC9-5C24A7506AB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3AC4BDA8-B6C5-7278-2669-9D62E21857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Start with Fully parenthesized expression.  Move each operator to the left of its operands and remove the set of parentheses.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D8AD85F6-A783-86F8-247E-0DD89F6BC50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C29D389-4EF5-46C1-B573-273B49BB532A}" type="slidenum">
              <a:rPr lang="en-US" altLang="en-US" sz="1200"/>
              <a:pPr/>
              <a:t>12</a:t>
            </a:fld>
            <a:endParaRPr lang="en-US" altLang="en-US" sz="1200"/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7C8BD264-54DE-143B-8341-5CAD97A2ECE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41322126-3C99-29E2-40C6-B3863DDD48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Start with Fully parenthesized expression.  Move each operator to the left of its operands and remove the set of parentheses.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1B0B3E8D-C79D-1D29-6C2E-DCF83B15417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2CAF70E-6C9D-45AE-AD66-4D2AC8F3C6C2}" type="slidenum">
              <a:rPr lang="en-US" altLang="en-US" sz="1200"/>
              <a:pPr/>
              <a:t>13</a:t>
            </a:fld>
            <a:endParaRPr lang="en-US" altLang="en-US" sz="1200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AE77F3A7-A626-528E-E145-9A056748BB2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1830DC9D-E8BC-20C4-B452-7F9CCE8992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Start with Fully parenthesized expression.  Move each operator to the left of its operands and remove the set of parentheses.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B40442F6-00CC-CECD-257C-950A180BAF4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037DFCC-849A-4C58-9DC8-0631650B9B40}" type="slidenum">
              <a:rPr lang="en-US" altLang="en-US" sz="1200"/>
              <a:pPr/>
              <a:t>14</a:t>
            </a:fld>
            <a:endParaRPr lang="en-US" altLang="en-US" sz="1200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CE828658-4B11-BEC1-6F8C-E314642BEA7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FBEB8B07-2C7F-F3D7-13D2-2F2582DF8F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Start with Fully parenthesized expression.  Move each operator to the left of its operands and remove the set of parentheses.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>
            <a:extLst>
              <a:ext uri="{FF2B5EF4-FFF2-40B4-BE49-F238E27FC236}">
                <a16:creationId xmlns:a16="http://schemas.microsoft.com/office/drawing/2014/main" id="{2E5A88AA-3146-F1BD-7B2D-44D79441C7B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F24D952D-B2A9-422F-A61B-510F34EA1F1D}" type="slidenum">
              <a:rPr lang="en-US" altLang="en-US" sz="1200"/>
              <a:pPr/>
              <a:t>15</a:t>
            </a:fld>
            <a:endParaRPr lang="en-US" altLang="en-US" sz="1200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3E0C9ED3-1802-1335-6F4B-1FC1F62DC73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FEEAB409-5CC7-A68C-E5F9-D4EF417AA1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:a16="http://schemas.microsoft.com/office/drawing/2014/main" id="{E6BDB594-F403-B7CF-B244-6B25D18C42B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26E6548-7B18-49BE-95EC-F1334EF7F0DB}" type="slidenum">
              <a:rPr lang="en-US" altLang="en-US" sz="1200"/>
              <a:pPr/>
              <a:t>16</a:t>
            </a:fld>
            <a:endParaRPr lang="en-US" altLang="en-US" sz="1200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5E3B7510-B5DF-5DF1-6553-63F8CF80CF3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DEAB0943-0333-4B6A-7D10-B0CD14E1D2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>
            <a:extLst>
              <a:ext uri="{FF2B5EF4-FFF2-40B4-BE49-F238E27FC236}">
                <a16:creationId xmlns:a16="http://schemas.microsoft.com/office/drawing/2014/main" id="{FB014A5D-C7D6-9DB1-1489-A32A06BBE1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1C83A41-DEF5-4024-A1B0-9C0BB8B011E8}" type="slidenum">
              <a:rPr lang="en-US" altLang="en-US" sz="1200"/>
              <a:pPr/>
              <a:t>17</a:t>
            </a:fld>
            <a:endParaRPr lang="en-US" altLang="en-US" sz="1200"/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C10E3E73-953B-FB66-5C6E-D2E242B0618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2C43847E-9FB8-7C0C-642D-EBF736FEC9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>
            <a:extLst>
              <a:ext uri="{FF2B5EF4-FFF2-40B4-BE49-F238E27FC236}">
                <a16:creationId xmlns:a16="http://schemas.microsoft.com/office/drawing/2014/main" id="{63B05264-EC00-AB43-F0F5-AB5F7824B79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F74909D7-26E8-4911-B7E9-21977A47C906}" type="slidenum">
              <a:rPr lang="en-US" altLang="en-US" sz="1200"/>
              <a:pPr/>
              <a:t>18</a:t>
            </a:fld>
            <a:endParaRPr lang="en-US" altLang="en-US" sz="1200"/>
          </a:p>
        </p:txBody>
      </p:sp>
      <p:sp>
        <p:nvSpPr>
          <p:cNvPr id="38915" name="Rectangle 1026">
            <a:extLst>
              <a:ext uri="{FF2B5EF4-FFF2-40B4-BE49-F238E27FC236}">
                <a16:creationId xmlns:a16="http://schemas.microsoft.com/office/drawing/2014/main" id="{FCB8E317-7DB5-CAC4-54E8-DEB9CD9856B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1027">
            <a:extLst>
              <a:ext uri="{FF2B5EF4-FFF2-40B4-BE49-F238E27FC236}">
                <a16:creationId xmlns:a16="http://schemas.microsoft.com/office/drawing/2014/main" id="{FF59058B-3353-5707-003B-B5EDC93E33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>
            <a:extLst>
              <a:ext uri="{FF2B5EF4-FFF2-40B4-BE49-F238E27FC236}">
                <a16:creationId xmlns:a16="http://schemas.microsoft.com/office/drawing/2014/main" id="{39EE23B1-3C89-3DAE-ABE5-F7E01D983D6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86F800A9-CF10-404D-AFE3-F266B23F45D8}" type="slidenum">
              <a:rPr lang="en-US" altLang="en-US" sz="1200"/>
              <a:pPr/>
              <a:t>19</a:t>
            </a:fld>
            <a:endParaRPr lang="en-US" altLang="en-US" sz="1200"/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CFEE6DD1-AEEE-52E6-3FD1-2FB700A5EDA0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73AC3D18-6F50-4CAB-0A1A-2694394AB8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>
            <a:extLst>
              <a:ext uri="{FF2B5EF4-FFF2-40B4-BE49-F238E27FC236}">
                <a16:creationId xmlns:a16="http://schemas.microsoft.com/office/drawing/2014/main" id="{DF59C335-611B-4CE8-0EC1-B3CC8CA2D75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B28E4F2-BB33-40DA-928D-D4120272B469}" type="slidenum">
              <a:rPr lang="en-US" altLang="en-US" sz="1200"/>
              <a:pPr/>
              <a:t>20</a:t>
            </a:fld>
            <a:endParaRPr lang="en-US" altLang="en-US" sz="1200"/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82160D35-327D-D488-293F-C46129189A7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AA0D3C6B-2AFC-8850-D113-304DD2C355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>
            <a:extLst>
              <a:ext uri="{FF2B5EF4-FFF2-40B4-BE49-F238E27FC236}">
                <a16:creationId xmlns:a16="http://schemas.microsoft.com/office/drawing/2014/main" id="{CF82D1F4-ADEE-240E-5557-B686F889A86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C8252E64-7E47-4168-B1A4-F206A729E336}" type="slidenum">
              <a:rPr lang="en-US" altLang="en-US" sz="1200"/>
              <a:pPr/>
              <a:t>21</a:t>
            </a:fld>
            <a:endParaRPr lang="en-US" altLang="en-US" sz="1200"/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E9C881A7-69E8-58AA-A0D6-A3E1A5B1C56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59498C38-08F3-42CE-0301-394C391796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>
            <a:extLst>
              <a:ext uri="{FF2B5EF4-FFF2-40B4-BE49-F238E27FC236}">
                <a16:creationId xmlns:a16="http://schemas.microsoft.com/office/drawing/2014/main" id="{998DA77E-39B3-E66E-5225-C5288C8EA27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8803819B-0810-451E-A4D3-9DC6E171510C}" type="slidenum">
              <a:rPr lang="en-US" altLang="en-US" sz="1200"/>
              <a:pPr/>
              <a:t>22</a:t>
            </a:fld>
            <a:endParaRPr lang="en-US" altLang="en-US" sz="1200"/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55B6AEFE-03DB-E5AB-74E0-C63EA658E10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2CCA3C6C-68C6-CBB9-6763-ADFDC037B0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>
            <a:extLst>
              <a:ext uri="{FF2B5EF4-FFF2-40B4-BE49-F238E27FC236}">
                <a16:creationId xmlns:a16="http://schemas.microsoft.com/office/drawing/2014/main" id="{4D85E79A-9255-A034-5556-BF24DCF2072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DBC81E88-5644-48C7-B39B-075CBFA7B2C5}" type="slidenum">
              <a:rPr lang="en-US" altLang="en-US" sz="1200"/>
              <a:pPr/>
              <a:t>23</a:t>
            </a:fld>
            <a:endParaRPr lang="en-US" altLang="en-US" sz="1200"/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2099315A-2D46-D9D4-EF9B-865271D059D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A860A89D-0F29-BFF2-B2E2-6B46C28EC6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>
            <a:extLst>
              <a:ext uri="{FF2B5EF4-FFF2-40B4-BE49-F238E27FC236}">
                <a16:creationId xmlns:a16="http://schemas.microsoft.com/office/drawing/2014/main" id="{74D1C56E-296D-AD92-F415-D692855B6C6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68DE928-68E5-4041-B249-4A3BB1C30A0E}" type="slidenum">
              <a:rPr lang="en-US" altLang="en-US" sz="1200"/>
              <a:pPr/>
              <a:t>24</a:t>
            </a:fld>
            <a:endParaRPr lang="en-US" altLang="en-US" sz="1200"/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D6279D14-DCDC-17D1-3923-2F6E6DE8A9A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>
            <a:extLst>
              <a:ext uri="{FF2B5EF4-FFF2-40B4-BE49-F238E27FC236}">
                <a16:creationId xmlns:a16="http://schemas.microsoft.com/office/drawing/2014/main" id="{73A279E0-E0B3-9F38-1044-81A882CBF0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>
            <a:extLst>
              <a:ext uri="{FF2B5EF4-FFF2-40B4-BE49-F238E27FC236}">
                <a16:creationId xmlns:a16="http://schemas.microsoft.com/office/drawing/2014/main" id="{107A42DA-0F74-8F00-4363-CACB548F44C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8D4F2A1-9F2A-4700-9498-7A16F34B36F3}" type="slidenum">
              <a:rPr lang="en-US" altLang="en-US" sz="1200"/>
              <a:pPr/>
              <a:t>25</a:t>
            </a:fld>
            <a:endParaRPr lang="en-US" altLang="en-US" sz="1200"/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630FA8E3-C556-B6E8-70D2-1549C29B0CA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FC0EC5BE-D65A-3828-A476-D11E3C03A6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>
            <a:extLst>
              <a:ext uri="{FF2B5EF4-FFF2-40B4-BE49-F238E27FC236}">
                <a16:creationId xmlns:a16="http://schemas.microsoft.com/office/drawing/2014/main" id="{32CC9A83-B879-8B2C-8BBE-80BA7D0172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F672EAF0-EF13-4F65-9720-0D54207A6EF6}" type="slidenum">
              <a:rPr lang="en-US" altLang="en-US" sz="1200"/>
              <a:pPr/>
              <a:t>26</a:t>
            </a:fld>
            <a:endParaRPr lang="en-US" altLang="en-US" sz="1200"/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950373DE-A75E-1727-D14C-E18FEF002E9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9C1F13CB-E586-913A-AF34-6201F4A35A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>
            <a:extLst>
              <a:ext uri="{FF2B5EF4-FFF2-40B4-BE49-F238E27FC236}">
                <a16:creationId xmlns:a16="http://schemas.microsoft.com/office/drawing/2014/main" id="{CAAEBF01-A8C0-3028-02DB-62F1A1FC847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CFB314B2-92FE-46E9-84C9-3E1C3D912285}" type="slidenum">
              <a:rPr lang="en-US" altLang="en-US" sz="1200"/>
              <a:pPr/>
              <a:t>27</a:t>
            </a:fld>
            <a:endParaRPr lang="en-US" altLang="en-US" sz="1200"/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75E1F0CB-03F4-51A0-5FF9-0CFAC7803F0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30345BF3-89B9-3D89-DBA9-2782CBB633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>
            <a:extLst>
              <a:ext uri="{FF2B5EF4-FFF2-40B4-BE49-F238E27FC236}">
                <a16:creationId xmlns:a16="http://schemas.microsoft.com/office/drawing/2014/main" id="{4554A0A6-861A-D7D0-8983-C7D580A2AD5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F8BA707-2150-42D9-84D8-36F4D8AFFEDF}" type="slidenum">
              <a:rPr lang="en-US" altLang="en-US" sz="1200"/>
              <a:pPr/>
              <a:t>28</a:t>
            </a:fld>
            <a:endParaRPr lang="en-US" altLang="en-US" sz="1200"/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400CA102-C432-7512-B30F-6C6E76C38A00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E842BA9F-AE19-4811-7501-F75861F334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>
            <a:extLst>
              <a:ext uri="{FF2B5EF4-FFF2-40B4-BE49-F238E27FC236}">
                <a16:creationId xmlns:a16="http://schemas.microsoft.com/office/drawing/2014/main" id="{B92DECF7-8634-C059-FD15-356031A4A9B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4A7F386A-870C-4616-B6B2-ED64386592E5}" type="slidenum">
              <a:rPr lang="en-US" altLang="en-US" sz="1200"/>
              <a:pPr/>
              <a:t>29</a:t>
            </a:fld>
            <a:endParaRPr lang="en-US" altLang="en-US" sz="1200"/>
          </a:p>
        </p:txBody>
      </p:sp>
      <p:sp>
        <p:nvSpPr>
          <p:cNvPr id="61443" name="Rectangle 2">
            <a:extLst>
              <a:ext uri="{FF2B5EF4-FFF2-40B4-BE49-F238E27FC236}">
                <a16:creationId xmlns:a16="http://schemas.microsoft.com/office/drawing/2014/main" id="{A921729A-B8AC-7624-17FA-1A057A33B52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>
            <a:extLst>
              <a:ext uri="{FF2B5EF4-FFF2-40B4-BE49-F238E27FC236}">
                <a16:creationId xmlns:a16="http://schemas.microsoft.com/office/drawing/2014/main" id="{533AB1B5-18C1-1CB3-55A2-DF878D8F6B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>
            <a:extLst>
              <a:ext uri="{FF2B5EF4-FFF2-40B4-BE49-F238E27FC236}">
                <a16:creationId xmlns:a16="http://schemas.microsoft.com/office/drawing/2014/main" id="{E5C84DD8-1A4C-92E9-4F1C-1769E695A6E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47719112-4D35-498D-89C0-3CC54E2D956A}" type="slidenum">
              <a:rPr lang="en-US" altLang="en-US" sz="1200"/>
              <a:pPr/>
              <a:t>30</a:t>
            </a:fld>
            <a:endParaRPr lang="en-US" altLang="en-US" sz="1200"/>
          </a:p>
        </p:txBody>
      </p:sp>
      <p:sp>
        <p:nvSpPr>
          <p:cNvPr id="63491" name="Rectangle 2">
            <a:extLst>
              <a:ext uri="{FF2B5EF4-FFF2-40B4-BE49-F238E27FC236}">
                <a16:creationId xmlns:a16="http://schemas.microsoft.com/office/drawing/2014/main" id="{AA132903-52D7-E745-5FAC-508973EF39B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>
            <a:extLst>
              <a:ext uri="{FF2B5EF4-FFF2-40B4-BE49-F238E27FC236}">
                <a16:creationId xmlns:a16="http://schemas.microsoft.com/office/drawing/2014/main" id="{15214A10-937A-2D1C-1C57-35AB81E3F1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>
            <a:extLst>
              <a:ext uri="{FF2B5EF4-FFF2-40B4-BE49-F238E27FC236}">
                <a16:creationId xmlns:a16="http://schemas.microsoft.com/office/drawing/2014/main" id="{C0B47A70-4B87-9A70-121D-C25A443011E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E59CD8E-F051-4173-882B-35FA97CC280F}" type="slidenum">
              <a:rPr lang="en-US" altLang="en-US" sz="1200"/>
              <a:pPr/>
              <a:t>31</a:t>
            </a:fld>
            <a:endParaRPr lang="en-US" altLang="en-US" sz="1200"/>
          </a:p>
        </p:txBody>
      </p:sp>
      <p:sp>
        <p:nvSpPr>
          <p:cNvPr id="65539" name="Rectangle 2">
            <a:extLst>
              <a:ext uri="{FF2B5EF4-FFF2-40B4-BE49-F238E27FC236}">
                <a16:creationId xmlns:a16="http://schemas.microsoft.com/office/drawing/2014/main" id="{FB048F0E-9E39-0EF2-97C4-7D13AD5624D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>
            <a:extLst>
              <a:ext uri="{FF2B5EF4-FFF2-40B4-BE49-F238E27FC236}">
                <a16:creationId xmlns:a16="http://schemas.microsoft.com/office/drawing/2014/main" id="{4FD24995-EDD6-C414-87F1-967B2780B2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>
            <a:extLst>
              <a:ext uri="{FF2B5EF4-FFF2-40B4-BE49-F238E27FC236}">
                <a16:creationId xmlns:a16="http://schemas.microsoft.com/office/drawing/2014/main" id="{38383EEA-1771-76A4-2EBD-D98A699B189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4953D0EC-D857-4B1D-97A9-7ABFEB3D4F2B}" type="slidenum">
              <a:rPr lang="en-US" altLang="en-US" sz="1200"/>
              <a:pPr/>
              <a:t>32</a:t>
            </a:fld>
            <a:endParaRPr lang="en-US" altLang="en-US" sz="1200"/>
          </a:p>
        </p:txBody>
      </p:sp>
      <p:sp>
        <p:nvSpPr>
          <p:cNvPr id="67587" name="Rectangle 2">
            <a:extLst>
              <a:ext uri="{FF2B5EF4-FFF2-40B4-BE49-F238E27FC236}">
                <a16:creationId xmlns:a16="http://schemas.microsoft.com/office/drawing/2014/main" id="{6A6ED549-81F2-E5A4-1FEE-6D254F8414E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>
            <a:extLst>
              <a:ext uri="{FF2B5EF4-FFF2-40B4-BE49-F238E27FC236}">
                <a16:creationId xmlns:a16="http://schemas.microsoft.com/office/drawing/2014/main" id="{EC1DB27D-EA9D-427A-E9E9-4A1FE647FA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>
            <a:extLst>
              <a:ext uri="{FF2B5EF4-FFF2-40B4-BE49-F238E27FC236}">
                <a16:creationId xmlns:a16="http://schemas.microsoft.com/office/drawing/2014/main" id="{AED1DAF2-9B24-3CAD-140F-43432BF0A6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D08D30C9-9E32-4675-888D-2C9CC409D5A9}" type="slidenum">
              <a:rPr lang="en-US" altLang="en-US" sz="1200"/>
              <a:pPr/>
              <a:t>33</a:t>
            </a:fld>
            <a:endParaRPr lang="en-US" altLang="en-US" sz="1200"/>
          </a:p>
        </p:txBody>
      </p:sp>
      <p:sp>
        <p:nvSpPr>
          <p:cNvPr id="69635" name="Rectangle 2">
            <a:extLst>
              <a:ext uri="{FF2B5EF4-FFF2-40B4-BE49-F238E27FC236}">
                <a16:creationId xmlns:a16="http://schemas.microsoft.com/office/drawing/2014/main" id="{D748965A-1D1A-C239-9E3A-A6B2001BC06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>
            <a:extLst>
              <a:ext uri="{FF2B5EF4-FFF2-40B4-BE49-F238E27FC236}">
                <a16:creationId xmlns:a16="http://schemas.microsoft.com/office/drawing/2014/main" id="{61768F38-B7FE-E4C8-0D18-A342D3FF35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>
            <a:extLst>
              <a:ext uri="{FF2B5EF4-FFF2-40B4-BE49-F238E27FC236}">
                <a16:creationId xmlns:a16="http://schemas.microsoft.com/office/drawing/2014/main" id="{213345D4-B20C-F83D-0DDC-DF57C55450D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E25DF320-4262-418E-B301-ECDD518EB66E}" type="slidenum">
              <a:rPr lang="en-US" altLang="en-US" sz="1200"/>
              <a:pPr/>
              <a:t>34</a:t>
            </a:fld>
            <a:endParaRPr lang="en-US" altLang="en-US" sz="1200"/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EE164764-A43A-2520-7BAA-872A9B68C21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>
            <a:extLst>
              <a:ext uri="{FF2B5EF4-FFF2-40B4-BE49-F238E27FC236}">
                <a16:creationId xmlns:a16="http://schemas.microsoft.com/office/drawing/2014/main" id="{D504B2EA-0D92-E868-9595-2E37EA872C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>
            <a:extLst>
              <a:ext uri="{FF2B5EF4-FFF2-40B4-BE49-F238E27FC236}">
                <a16:creationId xmlns:a16="http://schemas.microsoft.com/office/drawing/2014/main" id="{0451384C-A085-0177-A34F-D3573B31FBF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E7408327-CC79-46CB-AD43-6DDA18276F18}" type="slidenum">
              <a:rPr lang="en-US" altLang="en-US" sz="1200"/>
              <a:pPr/>
              <a:t>35</a:t>
            </a:fld>
            <a:endParaRPr lang="en-US" altLang="en-US" sz="1200"/>
          </a:p>
        </p:txBody>
      </p:sp>
      <p:sp>
        <p:nvSpPr>
          <p:cNvPr id="73731" name="Rectangle 2">
            <a:extLst>
              <a:ext uri="{FF2B5EF4-FFF2-40B4-BE49-F238E27FC236}">
                <a16:creationId xmlns:a16="http://schemas.microsoft.com/office/drawing/2014/main" id="{4BA1AD45-C666-FC48-FAA4-35A88B619DF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>
            <a:extLst>
              <a:ext uri="{FF2B5EF4-FFF2-40B4-BE49-F238E27FC236}">
                <a16:creationId xmlns:a16="http://schemas.microsoft.com/office/drawing/2014/main" id="{E5D58B11-0EE1-DC62-3BB9-627C013DEA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>
            <a:extLst>
              <a:ext uri="{FF2B5EF4-FFF2-40B4-BE49-F238E27FC236}">
                <a16:creationId xmlns:a16="http://schemas.microsoft.com/office/drawing/2014/main" id="{87E2C160-2D23-DE11-0AE4-4202EF49586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8E11941C-129D-4ABD-A590-692A2A6B660C}" type="slidenum">
              <a:rPr lang="en-US" altLang="en-US" sz="1200"/>
              <a:pPr/>
              <a:t>36</a:t>
            </a:fld>
            <a:endParaRPr lang="en-US" altLang="en-US" sz="1200"/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C37E43D0-9B2F-F3F6-F42F-3B3F3B0B432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A63B844A-5A20-531B-8174-9848B81EE2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>
            <a:extLst>
              <a:ext uri="{FF2B5EF4-FFF2-40B4-BE49-F238E27FC236}">
                <a16:creationId xmlns:a16="http://schemas.microsoft.com/office/drawing/2014/main" id="{A18A3E8E-2D81-CECC-7503-56261D5D1E1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9277DBF-92D6-45E2-BD8E-D0F74458827A}" type="slidenum">
              <a:rPr lang="en-US" altLang="en-US" sz="1200"/>
              <a:pPr/>
              <a:t>37</a:t>
            </a:fld>
            <a:endParaRPr lang="en-US" altLang="en-US" sz="1200"/>
          </a:p>
        </p:txBody>
      </p:sp>
      <p:sp>
        <p:nvSpPr>
          <p:cNvPr id="77827" name="Rectangle 2">
            <a:extLst>
              <a:ext uri="{FF2B5EF4-FFF2-40B4-BE49-F238E27FC236}">
                <a16:creationId xmlns:a16="http://schemas.microsoft.com/office/drawing/2014/main" id="{5A5A1BAD-1A51-8D21-BA51-59A36184C0C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>
            <a:extLst>
              <a:ext uri="{FF2B5EF4-FFF2-40B4-BE49-F238E27FC236}">
                <a16:creationId xmlns:a16="http://schemas.microsoft.com/office/drawing/2014/main" id="{C5E28C59-62CF-8250-BD28-194C418407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>
            <a:extLst>
              <a:ext uri="{FF2B5EF4-FFF2-40B4-BE49-F238E27FC236}">
                <a16:creationId xmlns:a16="http://schemas.microsoft.com/office/drawing/2014/main" id="{2B51B031-F179-F20C-65D8-F473C8E94EF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57A031D-DFAA-4831-9713-61D80B292496}" type="slidenum">
              <a:rPr lang="en-US" altLang="en-US" sz="1200"/>
              <a:pPr/>
              <a:t>38</a:t>
            </a:fld>
            <a:endParaRPr lang="en-US" altLang="en-US" sz="1200"/>
          </a:p>
        </p:txBody>
      </p:sp>
      <p:sp>
        <p:nvSpPr>
          <p:cNvPr id="79875" name="Rectangle 2">
            <a:extLst>
              <a:ext uri="{FF2B5EF4-FFF2-40B4-BE49-F238E27FC236}">
                <a16:creationId xmlns:a16="http://schemas.microsoft.com/office/drawing/2014/main" id="{3C3F06D5-CFC6-7571-8868-2232F2C7799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>
            <a:extLst>
              <a:ext uri="{FF2B5EF4-FFF2-40B4-BE49-F238E27FC236}">
                <a16:creationId xmlns:a16="http://schemas.microsoft.com/office/drawing/2014/main" id="{DB5EAEC5-7AD7-2541-873B-01905FB6F3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>
            <a:extLst>
              <a:ext uri="{FF2B5EF4-FFF2-40B4-BE49-F238E27FC236}">
                <a16:creationId xmlns:a16="http://schemas.microsoft.com/office/drawing/2014/main" id="{70386211-4898-9915-932A-B59D5E73B4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DA0340CD-7218-4861-89B7-FA886D2835FF}" type="slidenum">
              <a:rPr lang="en-US" altLang="en-US" sz="1200"/>
              <a:pPr/>
              <a:t>39</a:t>
            </a:fld>
            <a:endParaRPr lang="en-US" altLang="en-US" sz="1200"/>
          </a:p>
        </p:txBody>
      </p:sp>
      <p:sp>
        <p:nvSpPr>
          <p:cNvPr id="81923" name="Rectangle 2">
            <a:extLst>
              <a:ext uri="{FF2B5EF4-FFF2-40B4-BE49-F238E27FC236}">
                <a16:creationId xmlns:a16="http://schemas.microsoft.com/office/drawing/2014/main" id="{0D3467A4-F7CC-34F0-94A9-3E835706656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>
            <a:extLst>
              <a:ext uri="{FF2B5EF4-FFF2-40B4-BE49-F238E27FC236}">
                <a16:creationId xmlns:a16="http://schemas.microsoft.com/office/drawing/2014/main" id="{AF84549E-FB28-AD54-3D0F-75B4151299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>
            <a:extLst>
              <a:ext uri="{FF2B5EF4-FFF2-40B4-BE49-F238E27FC236}">
                <a16:creationId xmlns:a16="http://schemas.microsoft.com/office/drawing/2014/main" id="{539619D7-F318-52AD-0C27-57B81444308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E63399FC-F3BB-48CA-B190-16B988FF98B2}" type="slidenum">
              <a:rPr lang="en-US" altLang="en-US" sz="1200"/>
              <a:pPr/>
              <a:t>40</a:t>
            </a:fld>
            <a:endParaRPr lang="en-US" altLang="en-US" sz="1200"/>
          </a:p>
        </p:txBody>
      </p:sp>
      <p:sp>
        <p:nvSpPr>
          <p:cNvPr id="83971" name="Rectangle 2">
            <a:extLst>
              <a:ext uri="{FF2B5EF4-FFF2-40B4-BE49-F238E27FC236}">
                <a16:creationId xmlns:a16="http://schemas.microsoft.com/office/drawing/2014/main" id="{390ED2BA-E8F3-C186-DDE9-A2DB3FF83D8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>
            <a:extLst>
              <a:ext uri="{FF2B5EF4-FFF2-40B4-BE49-F238E27FC236}">
                <a16:creationId xmlns:a16="http://schemas.microsoft.com/office/drawing/2014/main" id="{CD4098AC-8FD0-238D-734B-04C8E5EB5F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>
            <a:extLst>
              <a:ext uri="{FF2B5EF4-FFF2-40B4-BE49-F238E27FC236}">
                <a16:creationId xmlns:a16="http://schemas.microsoft.com/office/drawing/2014/main" id="{FE6D5BB4-FAFB-C98B-E74E-64099D1E87A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B85B904A-D08F-4D70-A1C5-905E1F2612B3}" type="slidenum">
              <a:rPr lang="en-US" altLang="en-US" sz="1200"/>
              <a:pPr/>
              <a:t>41</a:t>
            </a:fld>
            <a:endParaRPr lang="en-US" altLang="en-US" sz="1200"/>
          </a:p>
        </p:txBody>
      </p:sp>
      <p:sp>
        <p:nvSpPr>
          <p:cNvPr id="86019" name="Rectangle 2">
            <a:extLst>
              <a:ext uri="{FF2B5EF4-FFF2-40B4-BE49-F238E27FC236}">
                <a16:creationId xmlns:a16="http://schemas.microsoft.com/office/drawing/2014/main" id="{B9E759B9-A7DA-F4CC-62B9-D9CD564AF50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>
            <a:extLst>
              <a:ext uri="{FF2B5EF4-FFF2-40B4-BE49-F238E27FC236}">
                <a16:creationId xmlns:a16="http://schemas.microsoft.com/office/drawing/2014/main" id="{ACF31498-7C04-058E-69EB-FEC078A964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 sz="4400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436813" y="3886200"/>
            <a:ext cx="4267200" cy="2057400"/>
          </a:xfrm>
        </p:spPr>
        <p:txBody>
          <a:bodyPr/>
          <a:lstStyle>
            <a:lvl1pPr marL="0" indent="0" algn="ctr">
              <a:buFont typeface="Monotype Sorts" pitchFamily="32" charset="2"/>
              <a:buNone/>
              <a:defRPr sz="2800"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8A7B3143-F0D5-6D60-FF09-9BC82109B61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26DD381-8812-823D-6D54-3EBAA8DA4FC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0977624-34E6-4D4A-3B8C-2B29170F170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BC08BC-E6F8-4408-9CE8-1F1256B80B0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66862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97D9D7C-F2CC-24CC-B979-8531C95872C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1DC4B16-B52F-8807-BCCD-22ACC884CB4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0F9420F-00F1-7313-78D5-A30901BA32A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3FD00A-6A7A-41B2-84A5-FEDA481195F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3148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EAEF9EB-3A4B-A8CD-7BE3-43AAF9802C3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3645359-BB2A-2236-117E-06203B42409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C0EDBC0-0AAA-D2F3-B4F6-360ADEF64D9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A35FCA-2256-4D8A-9B2A-771C9471BD2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771420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590800"/>
            <a:ext cx="3810000" cy="350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590800"/>
            <a:ext cx="3810000" cy="350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F5E40C-D0A1-B20E-3084-D9551B8E2ED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7254FB5-9E92-DB84-EF7F-4CC2CB272E4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DB65076-6386-9584-2C91-7D089DB4A0D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7C4686-684A-4F40-B8CD-400DA218419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55662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D597A37F-60BF-2019-FAE1-97DB11A7DE2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2F983232-7026-86E8-B56D-DF3DA735A9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24A8E248-8ED7-CA44-D903-D9D99F51B4B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259BB5-D94F-4E3E-B14E-92B8F6001EB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30706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F4729EF0-2EAA-2888-2B6E-24968AF198E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DF054FF-085C-9C0C-9CA9-4BF40CE8AA2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C9EE740-5FE9-EF23-64CC-744399F7BD9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A2DEA0-A012-4E27-9538-D8F6A2E8479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364247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11CA3EB5-A0C8-FE8A-A851-6FB935502DB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34EA2C70-6F36-F1EC-2064-FEF3178154F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C7DA94F3-CAB5-C7B5-F155-5192683727B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F1336A-0614-452F-9F2F-AD325C8B157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2447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6E1F13-ED96-E05A-9ECD-802FB27A3EE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9E9F43F-B0D0-AEB3-A951-D2EDD282CB3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84879E-F4A4-01D1-6686-71C27A58448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69F240-C41D-461C-94C7-F0524CE84E0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7256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E64B94-5320-0138-AD98-EECB48BC3DF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54C6E23-932C-0B8F-8516-094586C628E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B72B31-D5B3-8B57-D936-3CB1D935853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BA1283-64C6-47B2-A97F-A628E03CFE4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36598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73E6437-ACF4-90B2-4BD1-1C107A39427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088E37E-91C6-D267-EDC1-BFE9D2E2197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9987257-372E-01B6-926D-D2C0CAF2F53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F0F1F0-DD37-4316-8D0E-34CC2D8552D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2142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1371600"/>
            <a:ext cx="1943100" cy="4724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1371600"/>
            <a:ext cx="5676900" cy="4724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E7814CA-B9EA-EFF8-85D5-1FD8AB320DE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404E3CA-962A-D73C-C52E-61E6DD1F26D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A8101AD-7780-A409-A25C-8DD30CC97C9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6B5314-1C00-45AC-A60B-D61458702BE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05679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7B3E986D-D051-C3A7-4D07-419CA6DA95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371600"/>
            <a:ext cx="7772400" cy="1143000"/>
          </a:xfrm>
          <a:prstGeom prst="rect">
            <a:avLst/>
          </a:prstGeom>
          <a:noFill/>
          <a:ln>
            <a:noFill/>
          </a:ln>
          <a:effectLst>
            <a:outerShdw blurRad="38100" dist="35921" dir="2700000" algn="ctr" rotWithShape="0">
              <a:schemeClr val="bg2">
                <a:alpha val="99962"/>
              </a:scheme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84DB31D2-67C6-CF4B-7379-572B9EBAC4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2590800"/>
            <a:ext cx="7772400" cy="3505200"/>
          </a:xfrm>
          <a:prstGeom prst="rect">
            <a:avLst/>
          </a:prstGeom>
          <a:noFill/>
          <a:ln>
            <a:noFill/>
          </a:ln>
          <a:effectLst>
            <a:outerShdw blurRad="38100" dist="35921" dir="2700000" algn="ctr" rotWithShape="0">
              <a:schemeClr val="bg2">
                <a:alpha val="99962"/>
              </a:scheme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6902A52C-08C8-27AA-811C-0B6DDE3F86C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rgbClr val="000000"/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70C94E02-BD24-6F5B-531E-2E21F07E0C0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rgbClr val="000000"/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525ABFD0-BBF7-64FC-2F6A-DEC35D71851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772400" y="6400800"/>
            <a:ext cx="12192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>
                <a:solidFill>
                  <a:srgbClr val="000000"/>
                </a:solidFill>
                <a:latin typeface="+mn-lt"/>
              </a:defRPr>
            </a:lvl1pPr>
          </a:lstStyle>
          <a:p>
            <a:pPr>
              <a:defRPr/>
            </a:pPr>
            <a:fld id="{180DD02F-1AC9-47FA-B888-86200CB27B7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anose="030F0702030302020204" pitchFamily="66" charset="0"/>
          <a:ea typeface="ＭＳ Ｐゴシック" panose="020B0600070205080204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anose="030F0702030302020204" pitchFamily="66" charset="0"/>
          <a:ea typeface="ＭＳ Ｐゴシック" panose="020B0600070205080204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anose="030F0702030302020204" pitchFamily="66" charset="0"/>
          <a:ea typeface="ＭＳ Ｐゴシック" panose="020B0600070205080204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anose="030F0702030302020204" pitchFamily="66" charset="0"/>
          <a:ea typeface="ＭＳ Ｐゴシック" panose="020B0600070205080204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anose="030F0702030302020204" pitchFamily="66" charset="0"/>
          <a:ea typeface="ＭＳ Ｐゴシック" panose="020B0600070205080204" pitchFamily="34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anose="030F0702030302020204" pitchFamily="66" charset="0"/>
          <a:ea typeface="ＭＳ Ｐゴシック" panose="020B0600070205080204" pitchFamily="34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anose="030F0702030302020204" pitchFamily="66" charset="0"/>
          <a:ea typeface="ＭＳ Ｐゴシック" panose="020B0600070205080204" pitchFamily="34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anose="030F0702030302020204" pitchFamily="66" charset="0"/>
          <a:ea typeface="ＭＳ Ｐゴシック" panose="020B0600070205080204" pitchFamily="34" charset="-128"/>
        </a:defRPr>
      </a:lvl9pPr>
    </p:titleStyle>
    <p:bodyStyle>
      <a:lvl1pPr marL="342900" indent="-342900" algn="l" rtl="0" eaLnBrk="0" fontAlgn="base" hangingPunct="0">
        <a:spcBef>
          <a:spcPct val="0"/>
        </a:spcBef>
        <a:spcAft>
          <a:spcPct val="0"/>
        </a:spcAft>
        <a:buClr>
          <a:srgbClr val="FFFF66"/>
        </a:buClr>
        <a:buSzPct val="75000"/>
        <a:buFont typeface="Monotype Sorts" pitchFamily="32" charset="2"/>
        <a:buChar char="/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0"/>
        </a:spcBef>
        <a:spcAft>
          <a:spcPct val="0"/>
        </a:spcAft>
        <a:buClr>
          <a:srgbClr val="FF6666"/>
        </a:buClr>
        <a:buSzPct val="75000"/>
        <a:buFont typeface="Monotype Sorts" pitchFamily="32" charset="2"/>
        <a:buChar char="/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0"/>
        </a:spcBef>
        <a:spcAft>
          <a:spcPct val="0"/>
        </a:spcAft>
        <a:buClr>
          <a:srgbClr val="66CCFF"/>
        </a:buClr>
        <a:buSzPct val="75000"/>
        <a:buFont typeface="Monotype Sorts" pitchFamily="32" charset="2"/>
        <a:buChar char="/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0"/>
        </a:spcBef>
        <a:spcAft>
          <a:spcPct val="0"/>
        </a:spcAft>
        <a:buClr>
          <a:srgbClr val="80FF00"/>
        </a:buClr>
        <a:buSzPct val="75000"/>
        <a:buFont typeface="Monotype Sorts" pitchFamily="32" charset="2"/>
        <a:buChar char="/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0"/>
        </a:spcBef>
        <a:spcAft>
          <a:spcPct val="0"/>
        </a:spcAft>
        <a:buClr>
          <a:srgbClr val="FFCC66"/>
        </a:buClr>
        <a:buSzPct val="75000"/>
        <a:buFont typeface="Monotype Sorts" pitchFamily="32" charset="2"/>
        <a:buChar char="/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B022DE76-26F3-159C-0E49-F8B0C6DF59E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/>
              <a:t>Prefix, Postfix, Infix Notation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BBF35066-B42C-EDCE-E65A-A680787D63F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6204E791-B345-7A3B-6DC9-0C1E751CA4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/>
              <a:t>Infix  Notation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777BC1DA-CF95-ADED-997D-E8C47B325B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/>
              <a:t>To add A, B, we write</a:t>
            </a:r>
          </a:p>
          <a:p>
            <a:pPr eaLnBrk="1" hangingPunct="1">
              <a:buFont typeface="Monotype Sorts" pitchFamily="32" charset="2"/>
              <a:buNone/>
              <a:defRPr/>
            </a:pPr>
            <a:r>
              <a:rPr lang="en-US" altLang="en-US"/>
              <a:t>				A+B</a:t>
            </a:r>
          </a:p>
          <a:p>
            <a:pPr eaLnBrk="1" hangingPunct="1">
              <a:defRPr/>
            </a:pPr>
            <a:r>
              <a:rPr lang="en-US" altLang="en-US"/>
              <a:t>To multiply A, B, we write</a:t>
            </a:r>
          </a:p>
          <a:p>
            <a:pPr eaLnBrk="1" hangingPunct="1">
              <a:buFont typeface="Monotype Sorts" pitchFamily="32" charset="2"/>
              <a:buNone/>
              <a:defRPr/>
            </a:pPr>
            <a:r>
              <a:rPr lang="en-US" altLang="en-US"/>
              <a:t>				A*B</a:t>
            </a:r>
          </a:p>
          <a:p>
            <a:pPr eaLnBrk="1" hangingPunct="1">
              <a:defRPr/>
            </a:pPr>
            <a:r>
              <a:rPr lang="en-US" altLang="en-US"/>
              <a:t>The operators ('+' and '*') go in between the operands ('A' and 'B')</a:t>
            </a:r>
          </a:p>
          <a:p>
            <a:pPr eaLnBrk="1" hangingPunct="1">
              <a:defRPr/>
            </a:pPr>
            <a:r>
              <a:rPr lang="en-US" altLang="en-US"/>
              <a:t>This is </a:t>
            </a:r>
            <a:r>
              <a:rPr lang="en-US" altLang="en-US" i="1"/>
              <a:t>"Infix"</a:t>
            </a:r>
            <a:r>
              <a:rPr lang="en-US" altLang="en-US"/>
              <a:t> notation.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3E0760F3-8E56-342B-4F3B-DE69678997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/>
              <a:t>Prefix Notation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003C058-48A0-7E77-7F17-0E684A7268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/>
              <a:t>Instead of saying "A plus B", we could say "add A,B " and write</a:t>
            </a:r>
          </a:p>
          <a:p>
            <a:pPr eaLnBrk="1" hangingPunct="1">
              <a:buFont typeface="Monotype Sorts" pitchFamily="32" charset="2"/>
              <a:buNone/>
              <a:defRPr/>
            </a:pPr>
            <a:r>
              <a:rPr lang="en-US" altLang="en-US"/>
              <a:t>				+ A B</a:t>
            </a:r>
          </a:p>
          <a:p>
            <a:pPr eaLnBrk="1" hangingPunct="1">
              <a:defRPr/>
            </a:pPr>
            <a:r>
              <a:rPr lang="en-US" altLang="en-US"/>
              <a:t>"Multiply A,B" would be written</a:t>
            </a:r>
          </a:p>
          <a:p>
            <a:pPr eaLnBrk="1" hangingPunct="1">
              <a:buFont typeface="Monotype Sorts" pitchFamily="32" charset="2"/>
              <a:buNone/>
              <a:defRPr/>
            </a:pPr>
            <a:r>
              <a:rPr lang="en-US" altLang="en-US"/>
              <a:t>				* A B</a:t>
            </a:r>
          </a:p>
          <a:p>
            <a:pPr eaLnBrk="1" hangingPunct="1">
              <a:defRPr/>
            </a:pPr>
            <a:r>
              <a:rPr lang="en-US" altLang="en-US"/>
              <a:t>This is </a:t>
            </a:r>
            <a:r>
              <a:rPr lang="en-US" altLang="en-US" i="1"/>
              <a:t>Prefix</a:t>
            </a:r>
            <a:r>
              <a:rPr lang="en-US" altLang="en-US"/>
              <a:t> notation.</a:t>
            </a:r>
          </a:p>
          <a:p>
            <a:pPr eaLnBrk="1" hangingPunct="1">
              <a:buFont typeface="Monotype Sorts" pitchFamily="32" charset="2"/>
              <a:buNone/>
              <a:defRPr/>
            </a:pP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7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02D6979D-37D2-A848-92A8-7D82FEE55E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/>
              <a:t>Postfix Notation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4523840F-8584-244C-DAA9-3178BF5199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/>
              <a:t>Another alternative is to put the operators after the operands as in</a:t>
            </a:r>
          </a:p>
          <a:p>
            <a:pPr eaLnBrk="1" hangingPunct="1">
              <a:buFont typeface="Monotype Sorts" pitchFamily="32" charset="2"/>
              <a:buNone/>
              <a:defRPr/>
            </a:pPr>
            <a:r>
              <a:rPr lang="en-US" altLang="en-US"/>
              <a:t>				A B +</a:t>
            </a:r>
          </a:p>
          <a:p>
            <a:pPr eaLnBrk="1" hangingPunct="1">
              <a:buFont typeface="Monotype Sorts" pitchFamily="32" charset="2"/>
              <a:buNone/>
              <a:defRPr/>
            </a:pPr>
            <a:r>
              <a:rPr lang="en-US" altLang="en-US"/>
              <a:t>and</a:t>
            </a:r>
          </a:p>
          <a:p>
            <a:pPr eaLnBrk="1" hangingPunct="1">
              <a:buFont typeface="Monotype Sorts" pitchFamily="32" charset="2"/>
              <a:buNone/>
              <a:defRPr/>
            </a:pPr>
            <a:r>
              <a:rPr lang="en-US" altLang="en-US"/>
              <a:t>				A B *</a:t>
            </a:r>
          </a:p>
          <a:p>
            <a:pPr eaLnBrk="1" hangingPunct="1">
              <a:defRPr/>
            </a:pPr>
            <a:r>
              <a:rPr lang="en-US" altLang="en-US"/>
              <a:t>This is </a:t>
            </a:r>
            <a:r>
              <a:rPr lang="en-US" altLang="en-US" i="1"/>
              <a:t>Postfix</a:t>
            </a:r>
            <a:r>
              <a:rPr lang="en-US" altLang="en-US"/>
              <a:t> notation.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3">
            <a:extLst>
              <a:ext uri="{FF2B5EF4-FFF2-40B4-BE49-F238E27FC236}">
                <a16:creationId xmlns:a16="http://schemas.microsoft.com/office/drawing/2014/main" id="{4D2FE960-3E28-9AB3-B97C-A4ADE4D816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524000"/>
            <a:ext cx="8534400" cy="1752600"/>
          </a:xfrm>
        </p:spPr>
        <p:txBody>
          <a:bodyPr/>
          <a:lstStyle/>
          <a:p>
            <a:pPr marL="0" indent="0" eaLnBrk="1" hangingPunct="1">
              <a:buFont typeface="Monotype Sorts" pitchFamily="32" charset="2"/>
              <a:buNone/>
              <a:defRPr/>
            </a:pPr>
            <a:r>
              <a:rPr lang="en-US" altLang="en-US" sz="3400" dirty="0"/>
              <a:t>The terms infix, prefix, and postfix tell us whether the </a:t>
            </a:r>
            <a:r>
              <a:rPr lang="en-US" altLang="en-US" sz="3400" dirty="0">
                <a:solidFill>
                  <a:schemeClr val="accent2"/>
                </a:solidFill>
                <a:latin typeface="Arial" panose="020B0604020202020204" pitchFamily="34" charset="0"/>
              </a:rPr>
              <a:t>operators</a:t>
            </a:r>
            <a:r>
              <a:rPr lang="en-US" altLang="en-US" sz="3400" dirty="0"/>
              <a:t> go between, before, or after the </a:t>
            </a:r>
            <a:r>
              <a:rPr lang="en-US" altLang="en-US" sz="3400" b="1" dirty="0">
                <a:solidFill>
                  <a:srgbClr val="00B0F0"/>
                </a:solidFill>
                <a:latin typeface="Arial" panose="020B0604020202020204" pitchFamily="34" charset="0"/>
              </a:rPr>
              <a:t>operands</a:t>
            </a:r>
            <a:r>
              <a:rPr lang="en-US" altLang="en-US" sz="3400" dirty="0"/>
              <a:t>:</a:t>
            </a:r>
          </a:p>
        </p:txBody>
      </p:sp>
      <p:sp>
        <p:nvSpPr>
          <p:cNvPr id="7174" name="Text Box 6">
            <a:extLst>
              <a:ext uri="{FF2B5EF4-FFF2-40B4-BE49-F238E27FC236}">
                <a16:creationId xmlns:a16="http://schemas.microsoft.com/office/drawing/2014/main" id="{07AF32EF-54C5-FA9B-DA81-E81C75F310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3505200"/>
            <a:ext cx="5257800" cy="2297113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4800">
              <a:solidFill>
                <a:schemeClr val="accent2"/>
              </a:solidFill>
            </a:endParaRPr>
          </a:p>
          <a:p>
            <a:pPr algn="ctr"/>
            <a:r>
              <a:rPr lang="en-US" altLang="en-US" sz="4800">
                <a:solidFill>
                  <a:schemeClr val="accent2"/>
                </a:solidFill>
              </a:rPr>
              <a:t>Pre</a:t>
            </a:r>
            <a:r>
              <a:rPr lang="en-US" altLang="en-US" sz="4800"/>
              <a:t>  </a:t>
            </a:r>
            <a:r>
              <a:rPr lang="en-US" altLang="en-US" sz="4800" b="1">
                <a:solidFill>
                  <a:srgbClr val="00B0F0"/>
                </a:solidFill>
              </a:rPr>
              <a:t>A</a:t>
            </a:r>
            <a:r>
              <a:rPr lang="en-US" altLang="en-US" sz="4800"/>
              <a:t>  </a:t>
            </a:r>
            <a:r>
              <a:rPr lang="en-US" altLang="en-US" sz="4800">
                <a:solidFill>
                  <a:schemeClr val="accent2"/>
                </a:solidFill>
              </a:rPr>
              <a:t>In </a:t>
            </a:r>
            <a:r>
              <a:rPr lang="en-US" altLang="en-US" sz="4800"/>
              <a:t> </a:t>
            </a:r>
            <a:r>
              <a:rPr lang="en-US" altLang="en-US" sz="4800" b="1">
                <a:solidFill>
                  <a:srgbClr val="00B0F0"/>
                </a:solidFill>
              </a:rPr>
              <a:t>B</a:t>
            </a:r>
            <a:r>
              <a:rPr lang="en-US" altLang="en-US" sz="4800"/>
              <a:t>  </a:t>
            </a:r>
            <a:r>
              <a:rPr lang="en-US" altLang="en-US" sz="4800">
                <a:solidFill>
                  <a:schemeClr val="accent2"/>
                </a:solidFill>
              </a:rPr>
              <a:t>Post</a:t>
            </a:r>
          </a:p>
          <a:p>
            <a:pPr algn="ctr"/>
            <a:endParaRPr lang="en-US" altLang="en-US" sz="4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/>
      <p:bldP spid="717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8FE25832-B42A-F955-2293-E30D975AD0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/>
              <a:t>Parentheses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DED5B48C-C251-6342-51FC-205B848FF1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/>
              <a:t>Evaluate 2+3*5.</a:t>
            </a:r>
          </a:p>
          <a:p>
            <a:pPr eaLnBrk="1" hangingPunct="1">
              <a:defRPr/>
            </a:pPr>
            <a:r>
              <a:rPr lang="en-US" altLang="en-US"/>
              <a:t>+ First: </a:t>
            </a:r>
          </a:p>
          <a:p>
            <a:pPr eaLnBrk="1" hangingPunct="1">
              <a:buFont typeface="Monotype Sorts" pitchFamily="32" charset="2"/>
              <a:buNone/>
              <a:defRPr/>
            </a:pPr>
            <a:r>
              <a:rPr lang="en-US" altLang="en-US"/>
              <a:t>			(2+3)*5 = 5*5 = 25</a:t>
            </a:r>
          </a:p>
          <a:p>
            <a:pPr eaLnBrk="1" hangingPunct="1">
              <a:defRPr/>
            </a:pPr>
            <a:r>
              <a:rPr lang="en-US" altLang="en-US"/>
              <a:t>* First: </a:t>
            </a:r>
          </a:p>
          <a:p>
            <a:pPr eaLnBrk="1" hangingPunct="1">
              <a:buFont typeface="Monotype Sorts" pitchFamily="32" charset="2"/>
              <a:buNone/>
              <a:defRPr/>
            </a:pPr>
            <a:r>
              <a:rPr lang="en-US" altLang="en-US"/>
              <a:t>			2+(3*5) = 2+15 = 17</a:t>
            </a:r>
          </a:p>
          <a:p>
            <a:pPr eaLnBrk="1" hangingPunct="1">
              <a:defRPr/>
            </a:pPr>
            <a:r>
              <a:rPr lang="en-US" altLang="en-US"/>
              <a:t>Infix notation requires Parentheses.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9C18A349-9333-A664-8A0F-ACAD87E06F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/>
              <a:t>What about Prefix Notation?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CEE1CCD1-8E60-BC9D-9EC6-B1F5D65956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/>
              <a:t> + 2 * 3 5 =</a:t>
            </a:r>
          </a:p>
          <a:p>
            <a:pPr eaLnBrk="1" hangingPunct="1">
              <a:buFont typeface="Monotype Sorts" pitchFamily="32" charset="2"/>
              <a:buNone/>
              <a:defRPr/>
            </a:pPr>
            <a:r>
              <a:rPr lang="en-US" altLang="en-US"/>
              <a:t>			   = + 2 </a:t>
            </a:r>
            <a:r>
              <a:rPr lang="en-US" altLang="en-US" u="sng"/>
              <a:t>* 3 5</a:t>
            </a:r>
            <a:r>
              <a:rPr lang="en-US" altLang="en-US"/>
              <a:t> </a:t>
            </a:r>
          </a:p>
          <a:p>
            <a:pPr eaLnBrk="1" hangingPunct="1">
              <a:buFont typeface="Monotype Sorts" pitchFamily="32" charset="2"/>
              <a:buNone/>
              <a:defRPr/>
            </a:pPr>
            <a:r>
              <a:rPr lang="en-US" altLang="en-US"/>
              <a:t>			   = </a:t>
            </a:r>
            <a:r>
              <a:rPr lang="en-US" altLang="en-US" u="sng"/>
              <a:t>+ 2 15</a:t>
            </a:r>
            <a:r>
              <a:rPr lang="en-US" altLang="en-US"/>
              <a:t> = 17</a:t>
            </a:r>
          </a:p>
          <a:p>
            <a:pPr eaLnBrk="1" hangingPunct="1">
              <a:defRPr/>
            </a:pPr>
            <a:r>
              <a:rPr lang="en-US" altLang="en-US"/>
              <a:t> * + 2 3 5 =</a:t>
            </a:r>
          </a:p>
          <a:p>
            <a:pPr eaLnBrk="1" hangingPunct="1">
              <a:buFont typeface="Monotype Sorts" pitchFamily="32" charset="2"/>
              <a:buNone/>
              <a:defRPr/>
            </a:pPr>
            <a:r>
              <a:rPr lang="en-US" altLang="en-US"/>
              <a:t>			   = * </a:t>
            </a:r>
            <a:r>
              <a:rPr lang="en-US" altLang="en-US" u="sng"/>
              <a:t>+ 2 3</a:t>
            </a:r>
            <a:r>
              <a:rPr lang="en-US" altLang="en-US"/>
              <a:t> 5</a:t>
            </a:r>
          </a:p>
          <a:p>
            <a:pPr eaLnBrk="1" hangingPunct="1">
              <a:buFont typeface="Monotype Sorts" pitchFamily="32" charset="2"/>
              <a:buNone/>
              <a:defRPr/>
            </a:pPr>
            <a:r>
              <a:rPr lang="en-US" altLang="en-US"/>
              <a:t>			   = </a:t>
            </a:r>
            <a:r>
              <a:rPr lang="en-US" altLang="en-US" u="sng"/>
              <a:t>* 5 5</a:t>
            </a:r>
            <a:r>
              <a:rPr lang="en-US" altLang="en-US"/>
              <a:t>  = 25</a:t>
            </a:r>
          </a:p>
          <a:p>
            <a:pPr eaLnBrk="1" hangingPunct="1">
              <a:defRPr/>
            </a:pPr>
            <a:r>
              <a:rPr lang="en-US" altLang="en-US"/>
              <a:t>No parentheses needed!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B76052F0-BABF-E462-1BEC-776BB37991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/>
              <a:t>Postfix Notation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54FCD499-498C-C57F-9CF4-FB1C42C645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/>
              <a:t> 2 3 5 * + =</a:t>
            </a:r>
          </a:p>
          <a:p>
            <a:pPr eaLnBrk="1" hangingPunct="1">
              <a:buFont typeface="Monotype Sorts" pitchFamily="32" charset="2"/>
              <a:buNone/>
              <a:defRPr/>
            </a:pPr>
            <a:r>
              <a:rPr lang="en-US" altLang="en-US"/>
              <a:t>			   = 2 </a:t>
            </a:r>
            <a:r>
              <a:rPr lang="en-US" altLang="en-US" u="sng"/>
              <a:t>3 5 *</a:t>
            </a:r>
            <a:r>
              <a:rPr lang="en-US" altLang="en-US"/>
              <a:t> + </a:t>
            </a:r>
          </a:p>
          <a:p>
            <a:pPr eaLnBrk="1" hangingPunct="1">
              <a:buFont typeface="Monotype Sorts" pitchFamily="32" charset="2"/>
              <a:buNone/>
              <a:defRPr/>
            </a:pPr>
            <a:r>
              <a:rPr lang="en-US" altLang="en-US"/>
              <a:t>			   = </a:t>
            </a:r>
            <a:r>
              <a:rPr lang="en-US" altLang="en-US" u="sng"/>
              <a:t>2 15 +</a:t>
            </a:r>
            <a:r>
              <a:rPr lang="en-US" altLang="en-US"/>
              <a:t> = 17</a:t>
            </a:r>
          </a:p>
          <a:p>
            <a:pPr eaLnBrk="1" hangingPunct="1">
              <a:defRPr/>
            </a:pPr>
            <a:r>
              <a:rPr lang="en-US" altLang="en-US"/>
              <a:t> 2 3 + 5 * =</a:t>
            </a:r>
          </a:p>
          <a:p>
            <a:pPr eaLnBrk="1" hangingPunct="1">
              <a:buFont typeface="Monotype Sorts" pitchFamily="32" charset="2"/>
              <a:buNone/>
              <a:defRPr/>
            </a:pPr>
            <a:r>
              <a:rPr lang="en-US" altLang="en-US"/>
              <a:t>			   = </a:t>
            </a:r>
            <a:r>
              <a:rPr lang="en-US" altLang="en-US" u="sng"/>
              <a:t>2 3 +</a:t>
            </a:r>
            <a:r>
              <a:rPr lang="en-US" altLang="en-US"/>
              <a:t> 5 *</a:t>
            </a:r>
          </a:p>
          <a:p>
            <a:pPr eaLnBrk="1" hangingPunct="1">
              <a:buFont typeface="Monotype Sorts" pitchFamily="32" charset="2"/>
              <a:buNone/>
              <a:defRPr/>
            </a:pPr>
            <a:r>
              <a:rPr lang="en-US" altLang="en-US"/>
              <a:t>			   = </a:t>
            </a:r>
            <a:r>
              <a:rPr lang="en-US" altLang="en-US" u="sng"/>
              <a:t>5 5 *</a:t>
            </a:r>
            <a:r>
              <a:rPr lang="en-US" altLang="en-US"/>
              <a:t> = 25</a:t>
            </a:r>
          </a:p>
          <a:p>
            <a:pPr eaLnBrk="1" hangingPunct="1">
              <a:defRPr/>
            </a:pPr>
            <a:r>
              <a:rPr lang="en-US" altLang="en-US"/>
              <a:t>No parentheses needed here either!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B0EBCE4F-34BB-C98B-390F-3761595B42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/>
              <a:t>Conclusion: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ECFE3775-E8B3-67F2-E3FE-4823A726C3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/>
              <a:t>Infix is the only notation that requires parentheses in order to change the order in which the operations are done.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62EE8EE4-44AD-F5C6-9D30-E8377891DE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/>
              <a:t>Fully Parenthesized Expression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E628F125-72CE-340C-93AF-8339DBB1D5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/>
              <a:t>A FPE has exactly one set of Parentheses enclosing each operator and its operands.</a:t>
            </a:r>
          </a:p>
          <a:p>
            <a:pPr eaLnBrk="1" hangingPunct="1">
              <a:defRPr/>
            </a:pPr>
            <a:r>
              <a:rPr lang="en-US" altLang="en-US"/>
              <a:t>Which is fully parenthesized?</a:t>
            </a:r>
          </a:p>
          <a:p>
            <a:pPr eaLnBrk="1" hangingPunct="1">
              <a:buFont typeface="Monotype Sorts" pitchFamily="32" charset="2"/>
              <a:buNone/>
              <a:defRPr/>
            </a:pPr>
            <a:r>
              <a:rPr lang="en-US" altLang="en-US"/>
              <a:t>				( A + B ) * C</a:t>
            </a:r>
          </a:p>
          <a:p>
            <a:pPr eaLnBrk="1" hangingPunct="1">
              <a:buFont typeface="Monotype Sorts" pitchFamily="32" charset="2"/>
              <a:buNone/>
              <a:defRPr/>
            </a:pPr>
            <a:r>
              <a:rPr lang="en-US" altLang="en-US"/>
              <a:t>			     ( ( A + B) * C )</a:t>
            </a:r>
          </a:p>
          <a:p>
            <a:pPr eaLnBrk="1" hangingPunct="1">
              <a:buFont typeface="Monotype Sorts" pitchFamily="32" charset="2"/>
              <a:buNone/>
              <a:defRPr/>
            </a:pPr>
            <a:r>
              <a:rPr lang="en-US" altLang="en-US"/>
              <a:t>			     ( ( A + B) * ( C ) )</a:t>
            </a:r>
          </a:p>
        </p:txBody>
      </p:sp>
      <p:sp>
        <p:nvSpPr>
          <p:cNvPr id="15364" name="AutoShape 4">
            <a:extLst>
              <a:ext uri="{FF2B5EF4-FFF2-40B4-BE49-F238E27FC236}">
                <a16:creationId xmlns:a16="http://schemas.microsoft.com/office/drawing/2014/main" id="{DE5A3170-F282-A5D8-1781-F4FC86B0E3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5105400"/>
            <a:ext cx="457200" cy="434975"/>
          </a:xfrm>
          <a:prstGeom prst="star5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5B9F902A-2782-ABF0-2D17-6102EE9E1B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/>
              <a:t>Infix to Prefix Conversion 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DEF79C88-42E9-5319-C09D-9F51D91156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Monotype Sorts" pitchFamily="32" charset="2"/>
              <a:buNone/>
              <a:defRPr/>
            </a:pPr>
            <a:r>
              <a:rPr lang="en-US" altLang="en-US"/>
              <a:t>Move each operator to the left of its operands &amp; remove the parentheses:</a:t>
            </a:r>
          </a:p>
          <a:p>
            <a:pPr eaLnBrk="1" hangingPunct="1">
              <a:buFont typeface="Monotype Sorts" pitchFamily="32" charset="2"/>
              <a:buNone/>
              <a:defRPr/>
            </a:pPr>
            <a:r>
              <a:rPr lang="en-US" altLang="en-US"/>
              <a:t>			( ( A + B) * ( C + D ) )</a:t>
            </a:r>
            <a:endParaRPr lang="en-US" altLang="en-US" u="sng"/>
          </a:p>
          <a:p>
            <a:pPr algn="ctr" eaLnBrk="1" hangingPunct="1">
              <a:buFont typeface="Monotype Sorts" pitchFamily="32" charset="2"/>
              <a:buNone/>
              <a:defRPr/>
            </a:pPr>
            <a:endParaRPr lang="en-US" altLang="en-US"/>
          </a:p>
        </p:txBody>
      </p:sp>
      <p:sp>
        <p:nvSpPr>
          <p:cNvPr id="23556" name="Text Box 18">
            <a:extLst>
              <a:ext uri="{FF2B5EF4-FFF2-40B4-BE49-F238E27FC236}">
                <a16:creationId xmlns:a16="http://schemas.microsoft.com/office/drawing/2014/main" id="{169E6D88-01E4-BA51-8788-291E0B57E9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3657600"/>
            <a:ext cx="268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 </a:t>
            </a:r>
          </a:p>
        </p:txBody>
      </p:sp>
      <p:sp>
        <p:nvSpPr>
          <p:cNvPr id="23557" name="Text Box 19">
            <a:extLst>
              <a:ext uri="{FF2B5EF4-FFF2-40B4-BE49-F238E27FC236}">
                <a16:creationId xmlns:a16="http://schemas.microsoft.com/office/drawing/2014/main" id="{FD8AF988-A5C6-FD3E-ABB3-D207494CC4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381000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cxnSp>
        <p:nvCxnSpPr>
          <p:cNvPr id="12308" name="AutoShape 20">
            <a:extLst>
              <a:ext uri="{FF2B5EF4-FFF2-40B4-BE49-F238E27FC236}">
                <a16:creationId xmlns:a16="http://schemas.microsoft.com/office/drawing/2014/main" id="{CF39DF71-E1B8-5BAB-6632-AAF11341F955}"/>
              </a:ext>
            </a:extLst>
          </p:cNvPr>
          <p:cNvCxnSpPr>
            <a:cxnSpLocks noChangeShapeType="1"/>
            <a:stCxn id="23556" idx="2"/>
            <a:endCxn id="23557" idx="3"/>
          </p:cNvCxnSpPr>
          <p:nvPr/>
        </p:nvCxnSpPr>
        <p:spPr bwMode="auto">
          <a:xfrm rot="16200000" flipV="1">
            <a:off x="3207544" y="3682206"/>
            <a:ext cx="76200" cy="788988"/>
          </a:xfrm>
          <a:prstGeom prst="curvedConnector4">
            <a:avLst>
              <a:gd name="adj1" fmla="val -1010421"/>
              <a:gd name="adj2" fmla="val 111264"/>
            </a:avLst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2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F5216E11-11D1-3299-3D88-9ED71BCCBB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/>
              <a:t>Infix to Prefix Conversion 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2BBD8FE4-3353-3F20-9134-7C90C15DDE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Monotype Sorts" pitchFamily="32" charset="2"/>
              <a:buNone/>
              <a:defRPr/>
            </a:pPr>
            <a:r>
              <a:rPr lang="en-US" altLang="en-US"/>
              <a:t>Move each operator to the left of its operands &amp; remove the parentheses:</a:t>
            </a:r>
          </a:p>
          <a:p>
            <a:pPr eaLnBrk="1" hangingPunct="1">
              <a:buFont typeface="Monotype Sorts" pitchFamily="32" charset="2"/>
              <a:buNone/>
              <a:defRPr/>
            </a:pPr>
            <a:r>
              <a:rPr lang="en-US" altLang="en-US"/>
              <a:t>			( + A  B  * ( C + D ) )</a:t>
            </a:r>
            <a:endParaRPr lang="en-US" altLang="en-US" u="sng"/>
          </a:p>
          <a:p>
            <a:pPr algn="ctr" eaLnBrk="1" hangingPunct="1">
              <a:buFont typeface="Monotype Sorts" pitchFamily="32" charset="2"/>
              <a:buNone/>
              <a:defRPr/>
            </a:pPr>
            <a:endParaRPr lang="en-US" altLang="en-US"/>
          </a:p>
        </p:txBody>
      </p:sp>
      <p:sp>
        <p:nvSpPr>
          <p:cNvPr id="25604" name="Text Box 4">
            <a:extLst>
              <a:ext uri="{FF2B5EF4-FFF2-40B4-BE49-F238E27FC236}">
                <a16:creationId xmlns:a16="http://schemas.microsoft.com/office/drawing/2014/main" id="{6D323417-7181-F3D1-3F79-B793DEB05A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0" y="365760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 </a:t>
            </a:r>
          </a:p>
        </p:txBody>
      </p:sp>
      <p:sp>
        <p:nvSpPr>
          <p:cNvPr id="25605" name="Text Box 5">
            <a:extLst>
              <a:ext uri="{FF2B5EF4-FFF2-40B4-BE49-F238E27FC236}">
                <a16:creationId xmlns:a16="http://schemas.microsoft.com/office/drawing/2014/main" id="{A87ABDDF-A470-8848-63A0-CDADD38E8B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5250" y="388620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 </a:t>
            </a:r>
          </a:p>
        </p:txBody>
      </p:sp>
      <p:cxnSp>
        <p:nvCxnSpPr>
          <p:cNvPr id="26630" name="AutoShape 6">
            <a:extLst>
              <a:ext uri="{FF2B5EF4-FFF2-40B4-BE49-F238E27FC236}">
                <a16:creationId xmlns:a16="http://schemas.microsoft.com/office/drawing/2014/main" id="{D0C667F5-664C-7123-A33D-0D14A50DBD49}"/>
              </a:ext>
            </a:extLst>
          </p:cNvPr>
          <p:cNvCxnSpPr>
            <a:cxnSpLocks noChangeShapeType="1"/>
            <a:stCxn id="25604" idx="2"/>
            <a:endCxn id="25605" idx="3"/>
          </p:cNvCxnSpPr>
          <p:nvPr/>
        </p:nvCxnSpPr>
        <p:spPr bwMode="auto">
          <a:xfrm rot="5400000">
            <a:off x="3626644" y="3307556"/>
            <a:ext cx="1588" cy="1616075"/>
          </a:xfrm>
          <a:prstGeom prst="curvedConnector4">
            <a:avLst>
              <a:gd name="adj1" fmla="val 66799995"/>
              <a:gd name="adj2" fmla="val 104417"/>
            </a:avLst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6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50AD8CF2-E32C-F73B-AE11-01A90F0710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/>
              <a:t>Infix to Prefix Conversion 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3DB05B9C-44F9-3E41-CFAA-999D05C521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Monotype Sorts" pitchFamily="32" charset="2"/>
              <a:buNone/>
              <a:defRPr/>
            </a:pPr>
            <a:r>
              <a:rPr lang="en-US" altLang="en-US"/>
              <a:t>Move each operator to the left of its operands &amp; remove the parentheses:</a:t>
            </a:r>
          </a:p>
          <a:p>
            <a:pPr eaLnBrk="1" hangingPunct="1">
              <a:buFont typeface="Monotype Sorts" pitchFamily="32" charset="2"/>
              <a:buNone/>
              <a:defRPr/>
            </a:pPr>
            <a:r>
              <a:rPr lang="en-US" altLang="en-US"/>
              <a:t>		       * + A  B  ( C + D ) </a:t>
            </a:r>
            <a:endParaRPr lang="en-US" altLang="en-US" u="sng"/>
          </a:p>
          <a:p>
            <a:pPr algn="ctr" eaLnBrk="1" hangingPunct="1">
              <a:buFont typeface="Monotype Sorts" pitchFamily="32" charset="2"/>
              <a:buNone/>
              <a:defRPr/>
            </a:pPr>
            <a:endParaRPr lang="en-US" altLang="en-US"/>
          </a:p>
        </p:txBody>
      </p:sp>
      <p:sp>
        <p:nvSpPr>
          <p:cNvPr id="27652" name="Text Box 4">
            <a:extLst>
              <a:ext uri="{FF2B5EF4-FFF2-40B4-BE49-F238E27FC236}">
                <a16:creationId xmlns:a16="http://schemas.microsoft.com/office/drawing/2014/main" id="{A18CED4A-4269-34FC-29EB-F6E856488A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7450" y="365760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 </a:t>
            </a:r>
          </a:p>
        </p:txBody>
      </p:sp>
      <p:sp>
        <p:nvSpPr>
          <p:cNvPr id="27653" name="Text Box 5">
            <a:extLst>
              <a:ext uri="{FF2B5EF4-FFF2-40B4-BE49-F238E27FC236}">
                <a16:creationId xmlns:a16="http://schemas.microsoft.com/office/drawing/2014/main" id="{9B18106F-71AE-F4FD-AC75-F86300E2BD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5450" y="388620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 </a:t>
            </a:r>
          </a:p>
        </p:txBody>
      </p:sp>
      <p:cxnSp>
        <p:nvCxnSpPr>
          <p:cNvPr id="28678" name="AutoShape 6">
            <a:extLst>
              <a:ext uri="{FF2B5EF4-FFF2-40B4-BE49-F238E27FC236}">
                <a16:creationId xmlns:a16="http://schemas.microsoft.com/office/drawing/2014/main" id="{6DA5911B-7B70-1D15-45D3-722656DCDD55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4753769" y="3780631"/>
            <a:ext cx="1588" cy="669925"/>
          </a:xfrm>
          <a:prstGeom prst="curvedConnector4">
            <a:avLst>
              <a:gd name="adj1" fmla="val 52599995"/>
              <a:gd name="adj2" fmla="val 118954"/>
            </a:avLst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8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B17BDC71-A793-D532-0920-F640D71195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/>
              <a:t>Infix to Prefix Conversion 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279108DC-5B06-283B-17E4-19F25BE3A1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Monotype Sorts" pitchFamily="32" charset="2"/>
              <a:buNone/>
              <a:defRPr/>
            </a:pPr>
            <a:r>
              <a:rPr lang="en-US" altLang="en-US"/>
              <a:t>Move each operator to the left of its operands &amp; remove the parentheses:</a:t>
            </a:r>
          </a:p>
          <a:p>
            <a:pPr eaLnBrk="1" hangingPunct="1">
              <a:buFont typeface="Monotype Sorts" pitchFamily="32" charset="2"/>
              <a:buNone/>
              <a:defRPr/>
            </a:pPr>
            <a:r>
              <a:rPr lang="en-US" altLang="en-US"/>
              <a:t>		       * + A  B  + C   D</a:t>
            </a:r>
          </a:p>
          <a:p>
            <a:pPr eaLnBrk="1" hangingPunct="1">
              <a:buFont typeface="Monotype Sorts" pitchFamily="32" charset="2"/>
              <a:buNone/>
              <a:defRPr/>
            </a:pPr>
            <a:endParaRPr lang="en-US" altLang="en-US"/>
          </a:p>
          <a:p>
            <a:pPr eaLnBrk="1" hangingPunct="1">
              <a:buFont typeface="Monotype Sorts" pitchFamily="32" charset="2"/>
              <a:buNone/>
              <a:defRPr/>
            </a:pPr>
            <a:r>
              <a:rPr lang="en-US" altLang="en-US"/>
              <a:t>Order of operands does not change!</a:t>
            </a:r>
            <a:endParaRPr lang="en-US" altLang="en-US" u="sng"/>
          </a:p>
          <a:p>
            <a:pPr algn="ctr" eaLnBrk="1" hangingPunct="1">
              <a:buFont typeface="Monotype Sorts" pitchFamily="32" charset="2"/>
              <a:buNone/>
              <a:defRPr/>
            </a:pPr>
            <a:endParaRPr lang="en-US" altLang="en-US"/>
          </a:p>
        </p:txBody>
      </p:sp>
      <p:sp>
        <p:nvSpPr>
          <p:cNvPr id="29700" name="Text Box 4">
            <a:extLst>
              <a:ext uri="{FF2B5EF4-FFF2-40B4-BE49-F238E27FC236}">
                <a16:creationId xmlns:a16="http://schemas.microsoft.com/office/drawing/2014/main" id="{ECB1D5CE-28D2-BE6D-780E-847F8E9017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7450" y="365760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 </a:t>
            </a:r>
          </a:p>
        </p:txBody>
      </p:sp>
      <p:sp>
        <p:nvSpPr>
          <p:cNvPr id="29701" name="Text Box 5">
            <a:extLst>
              <a:ext uri="{FF2B5EF4-FFF2-40B4-BE49-F238E27FC236}">
                <a16:creationId xmlns:a16="http://schemas.microsoft.com/office/drawing/2014/main" id="{693BB2A1-CFC6-AA33-D8B0-FB037FDE5E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5450" y="388620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 </a:t>
            </a:r>
          </a:p>
        </p:txBody>
      </p:sp>
    </p:spTree>
  </p:cSld>
  <p:clrMapOvr>
    <a:masterClrMapping/>
  </p:clrMapOvr>
  <p:transition>
    <p:dissolv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4533C001-3936-524F-F305-39BA0C4D6D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/>
              <a:t>Infix to Postfix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09F033B1-A5C2-20A1-621C-AAFD359038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Monotype Sorts" pitchFamily="32" charset="2"/>
              <a:buNone/>
              <a:defRPr/>
            </a:pPr>
            <a:r>
              <a:rPr lang="en-US" altLang="en-US"/>
              <a:t>	( ( ( A + B ) * C ) - ( ( D + E ) / F ) )</a:t>
            </a:r>
          </a:p>
          <a:p>
            <a:pPr eaLnBrk="1" hangingPunct="1">
              <a:buFont typeface="Monotype Sorts" pitchFamily="32" charset="2"/>
              <a:buNone/>
              <a:defRPr/>
            </a:pPr>
            <a:endParaRPr lang="en-US" altLang="en-US"/>
          </a:p>
          <a:p>
            <a:pPr eaLnBrk="1" hangingPunct="1">
              <a:buFont typeface="Monotype Sorts" pitchFamily="32" charset="2"/>
              <a:buNone/>
              <a:defRPr/>
            </a:pPr>
            <a:endParaRPr lang="en-US" altLang="en-US"/>
          </a:p>
          <a:p>
            <a:pPr eaLnBrk="1" hangingPunct="1">
              <a:buFont typeface="Monotype Sorts" pitchFamily="32" charset="2"/>
              <a:buNone/>
              <a:defRPr/>
            </a:pPr>
            <a:r>
              <a:rPr lang="en-US" altLang="en-US"/>
              <a:t>	          A  B + C *  D  E + F / -</a:t>
            </a:r>
          </a:p>
          <a:p>
            <a:pPr eaLnBrk="1" hangingPunct="1">
              <a:defRPr/>
            </a:pPr>
            <a:r>
              <a:rPr lang="en-US" altLang="en-US"/>
              <a:t>Operand order does not change!</a:t>
            </a:r>
          </a:p>
          <a:p>
            <a:pPr eaLnBrk="1" hangingPunct="1">
              <a:defRPr/>
            </a:pPr>
            <a:r>
              <a:rPr lang="en-US" altLang="en-US"/>
              <a:t>Operators are in order of evaluation!</a:t>
            </a:r>
          </a:p>
        </p:txBody>
      </p:sp>
      <p:sp>
        <p:nvSpPr>
          <p:cNvPr id="31748" name="Text Box 4">
            <a:extLst>
              <a:ext uri="{FF2B5EF4-FFF2-40B4-BE49-F238E27FC236}">
                <a16:creationId xmlns:a16="http://schemas.microsoft.com/office/drawing/2014/main" id="{DF8B9B21-07A0-BAFB-0FCC-EC11144431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2667000"/>
            <a:ext cx="268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 </a:t>
            </a:r>
          </a:p>
        </p:txBody>
      </p:sp>
      <p:sp>
        <p:nvSpPr>
          <p:cNvPr id="31749" name="Text Box 6">
            <a:extLst>
              <a:ext uri="{FF2B5EF4-FFF2-40B4-BE49-F238E27FC236}">
                <a16:creationId xmlns:a16="http://schemas.microsoft.com/office/drawing/2014/main" id="{66E86DA8-697A-144D-D8F4-D3081FD726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2667000"/>
            <a:ext cx="268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 </a:t>
            </a:r>
          </a:p>
        </p:txBody>
      </p:sp>
      <p:sp>
        <p:nvSpPr>
          <p:cNvPr id="31750" name="Text Box 7">
            <a:extLst>
              <a:ext uri="{FF2B5EF4-FFF2-40B4-BE49-F238E27FC236}">
                <a16:creationId xmlns:a16="http://schemas.microsoft.com/office/drawing/2014/main" id="{6ABED14D-C4D0-165A-83DA-7543CEAD71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2667000"/>
            <a:ext cx="268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 </a:t>
            </a:r>
          </a:p>
        </p:txBody>
      </p:sp>
      <p:sp>
        <p:nvSpPr>
          <p:cNvPr id="31751" name="Text Box 8">
            <a:extLst>
              <a:ext uri="{FF2B5EF4-FFF2-40B4-BE49-F238E27FC236}">
                <a16:creationId xmlns:a16="http://schemas.microsoft.com/office/drawing/2014/main" id="{95EFF6BA-5669-0A49-14DB-C27283AE4E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2667000"/>
            <a:ext cx="268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 </a:t>
            </a:r>
          </a:p>
        </p:txBody>
      </p:sp>
      <p:sp>
        <p:nvSpPr>
          <p:cNvPr id="31752" name="Text Box 9">
            <a:extLst>
              <a:ext uri="{FF2B5EF4-FFF2-40B4-BE49-F238E27FC236}">
                <a16:creationId xmlns:a16="http://schemas.microsoft.com/office/drawing/2014/main" id="{633D1C3D-D419-7657-89D6-6621BCFB13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2667000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  </a:t>
            </a:r>
          </a:p>
        </p:txBody>
      </p:sp>
      <p:sp>
        <p:nvSpPr>
          <p:cNvPr id="31753" name="Text Box 10">
            <a:extLst>
              <a:ext uri="{FF2B5EF4-FFF2-40B4-BE49-F238E27FC236}">
                <a16:creationId xmlns:a16="http://schemas.microsoft.com/office/drawing/2014/main" id="{C065C2AA-F2A8-7514-F5FC-4B375C8FB9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2667000"/>
            <a:ext cx="268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 </a:t>
            </a:r>
          </a:p>
        </p:txBody>
      </p:sp>
      <p:sp>
        <p:nvSpPr>
          <p:cNvPr id="31754" name="Text Box 11">
            <a:extLst>
              <a:ext uri="{FF2B5EF4-FFF2-40B4-BE49-F238E27FC236}">
                <a16:creationId xmlns:a16="http://schemas.microsoft.com/office/drawing/2014/main" id="{BD58E7E5-16DF-E372-BA82-D756C0A71C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2800" y="2667000"/>
            <a:ext cx="268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 </a:t>
            </a:r>
          </a:p>
        </p:txBody>
      </p:sp>
      <p:sp>
        <p:nvSpPr>
          <p:cNvPr id="31755" name="Text Box 12">
            <a:extLst>
              <a:ext uri="{FF2B5EF4-FFF2-40B4-BE49-F238E27FC236}">
                <a16:creationId xmlns:a16="http://schemas.microsoft.com/office/drawing/2014/main" id="{93525F42-C2CA-759A-013E-D1126487FD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1400" y="2667000"/>
            <a:ext cx="268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 </a:t>
            </a:r>
          </a:p>
        </p:txBody>
      </p:sp>
      <p:cxnSp>
        <p:nvCxnSpPr>
          <p:cNvPr id="36877" name="AutoShape 13">
            <a:extLst>
              <a:ext uri="{FF2B5EF4-FFF2-40B4-BE49-F238E27FC236}">
                <a16:creationId xmlns:a16="http://schemas.microsoft.com/office/drawing/2014/main" id="{4631E4E6-C0D8-E396-D5F9-9A751A2A82AA}"/>
              </a:ext>
            </a:extLst>
          </p:cNvPr>
          <p:cNvCxnSpPr>
            <a:cxnSpLocks noChangeShapeType="1"/>
            <a:stCxn id="31748" idx="2"/>
          </p:cNvCxnSpPr>
          <p:nvPr/>
        </p:nvCxnSpPr>
        <p:spPr bwMode="auto">
          <a:xfrm rot="16200000" flipH="1">
            <a:off x="2779713" y="2765425"/>
            <a:ext cx="1588" cy="719137"/>
          </a:xfrm>
          <a:prstGeom prst="curvedConnector3">
            <a:avLst>
              <a:gd name="adj1" fmla="val 14400000"/>
            </a:avLst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878" name="AutoShape 14">
            <a:extLst>
              <a:ext uri="{FF2B5EF4-FFF2-40B4-BE49-F238E27FC236}">
                <a16:creationId xmlns:a16="http://schemas.microsoft.com/office/drawing/2014/main" id="{A073E6B4-77D6-DC5A-5B53-A5C17CC16F78}"/>
              </a:ext>
            </a:extLst>
          </p:cNvPr>
          <p:cNvCxnSpPr>
            <a:cxnSpLocks noChangeShapeType="1"/>
            <a:stCxn id="31749" idx="2"/>
            <a:endCxn id="31750" idx="2"/>
          </p:cNvCxnSpPr>
          <p:nvPr/>
        </p:nvCxnSpPr>
        <p:spPr bwMode="auto">
          <a:xfrm rot="16200000" flipH="1">
            <a:off x="3753644" y="2782094"/>
            <a:ext cx="1588" cy="685800"/>
          </a:xfrm>
          <a:prstGeom prst="curvedConnector3">
            <a:avLst>
              <a:gd name="adj1" fmla="val 14400000"/>
            </a:avLst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879" name="AutoShape 15">
            <a:extLst>
              <a:ext uri="{FF2B5EF4-FFF2-40B4-BE49-F238E27FC236}">
                <a16:creationId xmlns:a16="http://schemas.microsoft.com/office/drawing/2014/main" id="{CE4EB91A-D05E-2CBB-AAFA-A54CCD9168B6}"/>
              </a:ext>
            </a:extLst>
          </p:cNvPr>
          <p:cNvCxnSpPr>
            <a:cxnSpLocks noChangeShapeType="1"/>
            <a:stCxn id="31752" idx="2"/>
            <a:endCxn id="31753" idx="2"/>
          </p:cNvCxnSpPr>
          <p:nvPr/>
        </p:nvCxnSpPr>
        <p:spPr bwMode="auto">
          <a:xfrm rot="16200000" flipH="1">
            <a:off x="5984875" y="2803525"/>
            <a:ext cx="1588" cy="642938"/>
          </a:xfrm>
          <a:prstGeom prst="curvedConnector3">
            <a:avLst>
              <a:gd name="adj1" fmla="val 14400000"/>
            </a:avLst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6880" name="Text Box 16">
            <a:extLst>
              <a:ext uri="{FF2B5EF4-FFF2-40B4-BE49-F238E27FC236}">
                <a16:creationId xmlns:a16="http://schemas.microsoft.com/office/drawing/2014/main" id="{BE90465C-4A36-06CB-E07A-0C8B81772D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7313" y="2667000"/>
            <a:ext cx="2682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 </a:t>
            </a:r>
          </a:p>
        </p:txBody>
      </p:sp>
      <p:cxnSp>
        <p:nvCxnSpPr>
          <p:cNvPr id="36881" name="AutoShape 17">
            <a:extLst>
              <a:ext uri="{FF2B5EF4-FFF2-40B4-BE49-F238E27FC236}">
                <a16:creationId xmlns:a16="http://schemas.microsoft.com/office/drawing/2014/main" id="{388E24FC-F81C-3C9A-DC8F-7F8BD02E1846}"/>
              </a:ext>
            </a:extLst>
          </p:cNvPr>
          <p:cNvCxnSpPr>
            <a:cxnSpLocks noChangeShapeType="1"/>
            <a:stCxn id="36880" idx="2"/>
            <a:endCxn id="31754" idx="2"/>
          </p:cNvCxnSpPr>
          <p:nvPr/>
        </p:nvCxnSpPr>
        <p:spPr bwMode="auto">
          <a:xfrm rot="16200000" flipH="1">
            <a:off x="6934200" y="2762250"/>
            <a:ext cx="1588" cy="725488"/>
          </a:xfrm>
          <a:prstGeom prst="curvedConnector3">
            <a:avLst>
              <a:gd name="adj1" fmla="val 14400000"/>
            </a:avLst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882" name="AutoShape 18">
            <a:extLst>
              <a:ext uri="{FF2B5EF4-FFF2-40B4-BE49-F238E27FC236}">
                <a16:creationId xmlns:a16="http://schemas.microsoft.com/office/drawing/2014/main" id="{A1B7EFFA-B76E-755E-DC1C-C0D61655C5E6}"/>
              </a:ext>
            </a:extLst>
          </p:cNvPr>
          <p:cNvCxnSpPr>
            <a:cxnSpLocks noChangeShapeType="1"/>
            <a:stCxn id="31751" idx="2"/>
            <a:endCxn id="31755" idx="2"/>
          </p:cNvCxnSpPr>
          <p:nvPr/>
        </p:nvCxnSpPr>
        <p:spPr bwMode="auto">
          <a:xfrm rot="16200000" flipH="1">
            <a:off x="5963444" y="1562894"/>
            <a:ext cx="1588" cy="3124200"/>
          </a:xfrm>
          <a:prstGeom prst="curvedConnector3">
            <a:avLst>
              <a:gd name="adj1" fmla="val 38399995"/>
            </a:avLst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6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6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6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6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6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3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6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7" grpId="0" build="p"/>
      <p:bldP spid="3688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7F098B2C-CCCB-5F8E-92AF-2ECCED422D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/>
              <a:t>Computer Algorithm </a:t>
            </a:r>
            <a:br>
              <a:rPr lang="en-US" altLang="en-US"/>
            </a:br>
            <a:r>
              <a:rPr lang="en-US" altLang="en-US"/>
              <a:t>FPE Infix To Postfix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B1FF9D5D-479B-3742-5DCC-106C05DB01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defRPr/>
            </a:pPr>
            <a:r>
              <a:rPr lang="en-US" altLang="en-US"/>
              <a:t>Assumptions:  </a:t>
            </a:r>
          </a:p>
          <a:p>
            <a:pPr marL="609600" indent="-609600" eaLnBrk="1" hangingPunct="1">
              <a:buFont typeface="Arial" panose="020B0604020202020204" pitchFamily="34" charset="0"/>
              <a:buAutoNum type="arabicPeriod"/>
              <a:defRPr/>
            </a:pPr>
            <a:r>
              <a:rPr lang="en-US" altLang="en-US"/>
              <a:t>Space delimited list of tokens represents a FPE infix expression</a:t>
            </a:r>
          </a:p>
          <a:p>
            <a:pPr marL="609600" indent="-609600" eaLnBrk="1" hangingPunct="1">
              <a:buFont typeface="Arial" panose="020B0604020202020204" pitchFamily="34" charset="0"/>
              <a:buAutoNum type="arabicPeriod"/>
              <a:defRPr/>
            </a:pPr>
            <a:r>
              <a:rPr lang="en-US" altLang="en-US"/>
              <a:t>Operands are single characters.</a:t>
            </a:r>
          </a:p>
          <a:p>
            <a:pPr marL="609600" indent="-609600" eaLnBrk="1" hangingPunct="1">
              <a:buFont typeface="Arial" panose="020B0604020202020204" pitchFamily="34" charset="0"/>
              <a:buAutoNum type="arabicPeriod"/>
              <a:defRPr/>
            </a:pPr>
            <a:r>
              <a:rPr lang="en-US" altLang="en-US"/>
              <a:t> Operators +,-,*,/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DB08F958-A1DF-3AB6-1EA1-6F402BF542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1295400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/>
              <a:t>FPE Infix To Postfix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4D394E68-18A5-9B85-F36A-27B9EB8E20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2438400"/>
            <a:ext cx="7772400" cy="36576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/>
              <a:t>Initialize  a Stack for operators, output list</a:t>
            </a:r>
          </a:p>
          <a:p>
            <a:pPr eaLnBrk="1" hangingPunct="1">
              <a:defRPr/>
            </a:pPr>
            <a:r>
              <a:rPr lang="en-US" altLang="en-US"/>
              <a:t>Split the input into a list of tokens.</a:t>
            </a:r>
          </a:p>
          <a:p>
            <a:pPr eaLnBrk="1" hangingPunct="1">
              <a:defRPr/>
            </a:pPr>
            <a:r>
              <a:rPr lang="en-US" altLang="en-US"/>
              <a:t>for each token (left to right):</a:t>
            </a:r>
          </a:p>
          <a:p>
            <a:pPr eaLnBrk="1" hangingPunct="1">
              <a:buFont typeface="Monotype Sorts" pitchFamily="32" charset="2"/>
              <a:buNone/>
              <a:defRPr/>
            </a:pPr>
            <a:r>
              <a:rPr lang="en-US" altLang="en-US"/>
              <a:t>	   if it is operand:  append to output</a:t>
            </a:r>
          </a:p>
          <a:p>
            <a:pPr eaLnBrk="1" hangingPunct="1">
              <a:buFont typeface="Monotype Sorts" pitchFamily="32" charset="2"/>
              <a:buNone/>
              <a:defRPr/>
            </a:pPr>
            <a:r>
              <a:rPr lang="en-US" altLang="en-US"/>
              <a:t>	   if it is '(': push onto Stack</a:t>
            </a:r>
          </a:p>
          <a:p>
            <a:pPr eaLnBrk="1" hangingPunct="1">
              <a:buFont typeface="Monotype Sorts" pitchFamily="32" charset="2"/>
              <a:buNone/>
              <a:defRPr/>
            </a:pPr>
            <a:r>
              <a:rPr lang="en-US" altLang="en-US"/>
              <a:t>	   if it is ')': pop &amp; append till '('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1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7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5A5D4C0C-902F-A066-C7A4-4BC17A3779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/>
              <a:t>FPE Infix to Postfix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C7C46DBA-9D9E-5176-210E-3318FD92A3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Monotype Sorts" pitchFamily="32" charset="2"/>
              <a:buNone/>
              <a:defRPr/>
            </a:pPr>
            <a:r>
              <a:rPr lang="en-US" altLang="en-US"/>
              <a:t>	( ( ( A + B ) * ( C - E ) ) / ( F + G ) )</a:t>
            </a:r>
          </a:p>
          <a:p>
            <a:pPr eaLnBrk="1" hangingPunct="1">
              <a:defRPr/>
            </a:pPr>
            <a:endParaRPr lang="en-US" altLang="en-US"/>
          </a:p>
          <a:p>
            <a:pPr eaLnBrk="1" hangingPunct="1">
              <a:defRPr/>
            </a:pPr>
            <a:r>
              <a:rPr lang="en-US" altLang="en-US"/>
              <a:t>stack: &lt;empty&gt;</a:t>
            </a:r>
          </a:p>
          <a:p>
            <a:pPr eaLnBrk="1" hangingPunct="1">
              <a:defRPr/>
            </a:pPr>
            <a:r>
              <a:rPr lang="en-US" altLang="en-US"/>
              <a:t>output: []</a:t>
            </a:r>
          </a:p>
        </p:txBody>
      </p:sp>
      <p:sp>
        <p:nvSpPr>
          <p:cNvPr id="38916" name="AutoShape 4">
            <a:extLst>
              <a:ext uri="{FF2B5EF4-FFF2-40B4-BE49-F238E27FC236}">
                <a16:creationId xmlns:a16="http://schemas.microsoft.com/office/drawing/2014/main" id="{4BE7ACE1-A329-EFDF-ED8F-38E06AC2A8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3276600"/>
            <a:ext cx="381000" cy="3810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8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5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D9CCAF21-393B-7FC9-EAB1-6990564A8C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/>
              <a:t>FPE Infix to Postfix</a:t>
            </a:r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29CD3BB2-5D26-39AC-1C8C-6F1A9AFF1B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Monotype Sorts" pitchFamily="32" charset="2"/>
              <a:buNone/>
              <a:defRPr/>
            </a:pPr>
            <a:r>
              <a:rPr lang="en-US" altLang="en-US"/>
              <a:t>	( ( A + B ) * ( C - E ) ) / ( F + G ) )</a:t>
            </a:r>
          </a:p>
          <a:p>
            <a:pPr eaLnBrk="1" hangingPunct="1">
              <a:defRPr/>
            </a:pPr>
            <a:endParaRPr lang="en-US" altLang="en-US"/>
          </a:p>
          <a:p>
            <a:pPr eaLnBrk="1" hangingPunct="1">
              <a:defRPr/>
            </a:pPr>
            <a:r>
              <a:rPr lang="en-US" altLang="en-US"/>
              <a:t>stack: (</a:t>
            </a:r>
          </a:p>
          <a:p>
            <a:pPr eaLnBrk="1" hangingPunct="1">
              <a:defRPr/>
            </a:pPr>
            <a:r>
              <a:rPr lang="en-US" altLang="en-US"/>
              <a:t>output: []</a:t>
            </a:r>
          </a:p>
        </p:txBody>
      </p:sp>
      <p:sp>
        <p:nvSpPr>
          <p:cNvPr id="39940" name="AutoShape 4">
            <a:extLst>
              <a:ext uri="{FF2B5EF4-FFF2-40B4-BE49-F238E27FC236}">
                <a16:creationId xmlns:a16="http://schemas.microsoft.com/office/drawing/2014/main" id="{BD33548E-264F-4D70-16C4-64D4C29965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3276600"/>
            <a:ext cx="381000" cy="3810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50437F2E-A31C-CCBD-211D-4739CE4CDF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/>
              <a:t>FPE Infix to Postfix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B665F78B-3A7F-8BF1-B361-D5647DD5B8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Monotype Sorts" pitchFamily="32" charset="2"/>
              <a:buNone/>
              <a:defRPr/>
            </a:pPr>
            <a:r>
              <a:rPr lang="en-US" altLang="en-US"/>
              <a:t>	( A + B ) * ( C - E ) ) / ( F + G ) )</a:t>
            </a:r>
          </a:p>
          <a:p>
            <a:pPr eaLnBrk="1" hangingPunct="1">
              <a:defRPr/>
            </a:pPr>
            <a:endParaRPr lang="en-US" altLang="en-US"/>
          </a:p>
          <a:p>
            <a:pPr eaLnBrk="1" hangingPunct="1">
              <a:defRPr/>
            </a:pPr>
            <a:r>
              <a:rPr lang="en-US" altLang="en-US"/>
              <a:t>stack: ( (</a:t>
            </a:r>
          </a:p>
          <a:p>
            <a:pPr eaLnBrk="1" hangingPunct="1">
              <a:defRPr/>
            </a:pPr>
            <a:r>
              <a:rPr lang="en-US" altLang="en-US"/>
              <a:t>output: []</a:t>
            </a:r>
          </a:p>
        </p:txBody>
      </p:sp>
      <p:sp>
        <p:nvSpPr>
          <p:cNvPr id="41988" name="AutoShape 4">
            <a:extLst>
              <a:ext uri="{FF2B5EF4-FFF2-40B4-BE49-F238E27FC236}">
                <a16:creationId xmlns:a16="http://schemas.microsoft.com/office/drawing/2014/main" id="{93CD4620-5EAA-EDB6-4FCA-5C165DAA77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3276600"/>
            <a:ext cx="381000" cy="3810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0E84C957-AE7F-42B0-D5A4-A563BF08B4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/>
              <a:t>FPE Infix to Postfix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0CBB5ED0-E18B-B17B-24EC-4848C5A292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Monotype Sorts" pitchFamily="32" charset="2"/>
              <a:buNone/>
              <a:defRPr/>
            </a:pPr>
            <a:r>
              <a:rPr lang="en-US" altLang="en-US"/>
              <a:t>	A + B ) * ( C - E ) ) / ( F + G ) )</a:t>
            </a:r>
          </a:p>
          <a:p>
            <a:pPr eaLnBrk="1" hangingPunct="1">
              <a:defRPr/>
            </a:pPr>
            <a:endParaRPr lang="en-US" altLang="en-US"/>
          </a:p>
          <a:p>
            <a:pPr eaLnBrk="1" hangingPunct="1">
              <a:defRPr/>
            </a:pPr>
            <a:r>
              <a:rPr lang="en-US" altLang="en-US"/>
              <a:t>stack: ( ( (</a:t>
            </a:r>
          </a:p>
          <a:p>
            <a:pPr eaLnBrk="1" hangingPunct="1">
              <a:defRPr/>
            </a:pPr>
            <a:r>
              <a:rPr lang="en-US" altLang="en-US"/>
              <a:t>output: []</a:t>
            </a:r>
          </a:p>
        </p:txBody>
      </p:sp>
      <p:sp>
        <p:nvSpPr>
          <p:cNvPr id="44036" name="AutoShape 4">
            <a:extLst>
              <a:ext uri="{FF2B5EF4-FFF2-40B4-BE49-F238E27FC236}">
                <a16:creationId xmlns:a16="http://schemas.microsoft.com/office/drawing/2014/main" id="{F8E0AD83-F0C7-E5CC-8FF6-59CF85592C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3276600"/>
            <a:ext cx="381000" cy="3810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A2A5EB39-29C1-C93E-6CD7-6C378B48B4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/>
              <a:t>FPE Infix to Postfix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4528CFE5-8238-F0AB-DD34-C023E75028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Monotype Sorts" pitchFamily="32" charset="2"/>
              <a:buNone/>
              <a:defRPr/>
            </a:pPr>
            <a:r>
              <a:rPr lang="en-US" altLang="en-US"/>
              <a:t>	+ B ) * ( C - E ) ) / ( F + G ) )</a:t>
            </a:r>
          </a:p>
          <a:p>
            <a:pPr eaLnBrk="1" hangingPunct="1">
              <a:defRPr/>
            </a:pPr>
            <a:endParaRPr lang="en-US" altLang="en-US"/>
          </a:p>
          <a:p>
            <a:pPr eaLnBrk="1" hangingPunct="1">
              <a:defRPr/>
            </a:pPr>
            <a:r>
              <a:rPr lang="en-US" altLang="en-US"/>
              <a:t>stack: ( ( (</a:t>
            </a:r>
          </a:p>
          <a:p>
            <a:pPr eaLnBrk="1" hangingPunct="1">
              <a:defRPr/>
            </a:pPr>
            <a:r>
              <a:rPr lang="en-US" altLang="en-US"/>
              <a:t>output: [A]</a:t>
            </a:r>
          </a:p>
        </p:txBody>
      </p:sp>
      <p:sp>
        <p:nvSpPr>
          <p:cNvPr id="46084" name="AutoShape 4">
            <a:extLst>
              <a:ext uri="{FF2B5EF4-FFF2-40B4-BE49-F238E27FC236}">
                <a16:creationId xmlns:a16="http://schemas.microsoft.com/office/drawing/2014/main" id="{D5F8D775-6F34-A6F0-AA9F-D173A93464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3276600"/>
            <a:ext cx="381000" cy="3810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83801F98-4324-458E-5C07-7B4903F6C0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/>
              <a:t>FPE Infix to Postfix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1E8DF77B-1D6D-4530-37AF-46EEFAF740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Monotype Sorts" pitchFamily="32" charset="2"/>
              <a:buNone/>
              <a:defRPr/>
            </a:pPr>
            <a:r>
              <a:rPr lang="en-US" altLang="en-US"/>
              <a:t>	B ) * ( C - E ) ) / ( F + G ) )</a:t>
            </a:r>
          </a:p>
          <a:p>
            <a:pPr eaLnBrk="1" hangingPunct="1">
              <a:defRPr/>
            </a:pPr>
            <a:endParaRPr lang="en-US" altLang="en-US"/>
          </a:p>
          <a:p>
            <a:pPr eaLnBrk="1" hangingPunct="1">
              <a:defRPr/>
            </a:pPr>
            <a:r>
              <a:rPr lang="en-US" altLang="en-US"/>
              <a:t>stack: ( ( ( +</a:t>
            </a:r>
          </a:p>
          <a:p>
            <a:pPr eaLnBrk="1" hangingPunct="1">
              <a:defRPr/>
            </a:pPr>
            <a:r>
              <a:rPr lang="en-US" altLang="en-US"/>
              <a:t>output: [A]</a:t>
            </a:r>
          </a:p>
        </p:txBody>
      </p:sp>
      <p:sp>
        <p:nvSpPr>
          <p:cNvPr id="48132" name="AutoShape 4">
            <a:extLst>
              <a:ext uri="{FF2B5EF4-FFF2-40B4-BE49-F238E27FC236}">
                <a16:creationId xmlns:a16="http://schemas.microsoft.com/office/drawing/2014/main" id="{0BC5BCF9-9005-B996-C86A-105FF4C92A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3276600"/>
            <a:ext cx="381000" cy="3810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7BEC6C6B-9CA2-7C4D-4DDD-EFB42FC0E8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/>
              <a:t>FPE Infix to Postfix</a:t>
            </a: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65E0EC67-2147-6A8E-79E4-F1857274D4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Monotype Sorts" pitchFamily="32" charset="2"/>
              <a:buNone/>
              <a:defRPr/>
            </a:pPr>
            <a:r>
              <a:rPr lang="en-US" altLang="en-US"/>
              <a:t>	) * ( C - E ) ) / ( F + G ) )</a:t>
            </a:r>
          </a:p>
          <a:p>
            <a:pPr eaLnBrk="1" hangingPunct="1">
              <a:defRPr/>
            </a:pPr>
            <a:endParaRPr lang="en-US" altLang="en-US"/>
          </a:p>
          <a:p>
            <a:pPr eaLnBrk="1" hangingPunct="1">
              <a:defRPr/>
            </a:pPr>
            <a:r>
              <a:rPr lang="en-US" altLang="en-US"/>
              <a:t>stack: ( ( ( +</a:t>
            </a:r>
          </a:p>
          <a:p>
            <a:pPr eaLnBrk="1" hangingPunct="1">
              <a:defRPr/>
            </a:pPr>
            <a:r>
              <a:rPr lang="en-US" altLang="en-US"/>
              <a:t>output: [A B]</a:t>
            </a:r>
          </a:p>
        </p:txBody>
      </p:sp>
      <p:sp>
        <p:nvSpPr>
          <p:cNvPr id="50180" name="AutoShape 4">
            <a:extLst>
              <a:ext uri="{FF2B5EF4-FFF2-40B4-BE49-F238E27FC236}">
                <a16:creationId xmlns:a16="http://schemas.microsoft.com/office/drawing/2014/main" id="{A365B624-0DB4-2B9A-4561-66FFC026E5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3276600"/>
            <a:ext cx="381000" cy="3810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1F5F042F-80D0-A529-4972-D83EAB967D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/>
              <a:t>FPE Infix to Postfix</a:t>
            </a:r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FD2179B5-A841-17C4-C0D7-B60230847C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Monotype Sorts" pitchFamily="32" charset="2"/>
              <a:buNone/>
              <a:defRPr/>
            </a:pPr>
            <a:r>
              <a:rPr lang="en-US" altLang="en-US"/>
              <a:t>	* ( C - E ) ) / ( F + G ) )</a:t>
            </a:r>
          </a:p>
          <a:p>
            <a:pPr eaLnBrk="1" hangingPunct="1">
              <a:defRPr/>
            </a:pPr>
            <a:endParaRPr lang="en-US" altLang="en-US"/>
          </a:p>
          <a:p>
            <a:pPr eaLnBrk="1" hangingPunct="1">
              <a:defRPr/>
            </a:pPr>
            <a:r>
              <a:rPr lang="en-US" altLang="en-US"/>
              <a:t>stack: ( (  </a:t>
            </a:r>
          </a:p>
          <a:p>
            <a:pPr eaLnBrk="1" hangingPunct="1">
              <a:defRPr/>
            </a:pPr>
            <a:r>
              <a:rPr lang="en-US" altLang="en-US"/>
              <a:t>output: [A B + ]</a:t>
            </a:r>
          </a:p>
        </p:txBody>
      </p:sp>
      <p:sp>
        <p:nvSpPr>
          <p:cNvPr id="52228" name="AutoShape 4">
            <a:extLst>
              <a:ext uri="{FF2B5EF4-FFF2-40B4-BE49-F238E27FC236}">
                <a16:creationId xmlns:a16="http://schemas.microsoft.com/office/drawing/2014/main" id="{0AD00D1B-27C9-8EF3-D43E-D03FE24450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3276600"/>
            <a:ext cx="381000" cy="3810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61B9CD43-F51E-5D9C-3E5D-D30C3AC6E5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/>
              <a:t>FPE Infix to Postfix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1815E77D-9DFA-6CAA-D867-CFED0B99DB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Monotype Sorts" pitchFamily="32" charset="2"/>
              <a:buNone/>
              <a:defRPr/>
            </a:pPr>
            <a:r>
              <a:rPr lang="en-US" altLang="en-US"/>
              <a:t>	( C - E ) ) / ( F + G ) )</a:t>
            </a:r>
          </a:p>
          <a:p>
            <a:pPr eaLnBrk="1" hangingPunct="1">
              <a:defRPr/>
            </a:pPr>
            <a:endParaRPr lang="en-US" altLang="en-US"/>
          </a:p>
          <a:p>
            <a:pPr eaLnBrk="1" hangingPunct="1">
              <a:defRPr/>
            </a:pPr>
            <a:r>
              <a:rPr lang="en-US" altLang="en-US"/>
              <a:t>stack: ( ( * </a:t>
            </a:r>
          </a:p>
          <a:p>
            <a:pPr eaLnBrk="1" hangingPunct="1">
              <a:defRPr/>
            </a:pPr>
            <a:r>
              <a:rPr lang="en-US" altLang="en-US"/>
              <a:t>output: [A B + ]</a:t>
            </a:r>
          </a:p>
        </p:txBody>
      </p:sp>
      <p:sp>
        <p:nvSpPr>
          <p:cNvPr id="54276" name="AutoShape 4">
            <a:extLst>
              <a:ext uri="{FF2B5EF4-FFF2-40B4-BE49-F238E27FC236}">
                <a16:creationId xmlns:a16="http://schemas.microsoft.com/office/drawing/2014/main" id="{388E6072-C13D-9050-C4BF-A5109EA33F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3276600"/>
            <a:ext cx="381000" cy="3810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23717A2A-793A-9530-7EB2-01958C44B2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/>
              <a:t>FPE Infix to Postfix</a:t>
            </a:r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C84FB501-EEAC-791D-C261-A38C8F34CC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Monotype Sorts" pitchFamily="32" charset="2"/>
              <a:buNone/>
              <a:defRPr/>
            </a:pPr>
            <a:r>
              <a:rPr lang="en-US" altLang="en-US"/>
              <a:t>	C - E ) ) / ( F + G ) )</a:t>
            </a:r>
          </a:p>
          <a:p>
            <a:pPr eaLnBrk="1" hangingPunct="1">
              <a:defRPr/>
            </a:pPr>
            <a:endParaRPr lang="en-US" altLang="en-US"/>
          </a:p>
          <a:p>
            <a:pPr eaLnBrk="1" hangingPunct="1">
              <a:defRPr/>
            </a:pPr>
            <a:r>
              <a:rPr lang="en-US" altLang="en-US"/>
              <a:t>stack: ( ( * (</a:t>
            </a:r>
          </a:p>
          <a:p>
            <a:pPr eaLnBrk="1" hangingPunct="1">
              <a:defRPr/>
            </a:pPr>
            <a:r>
              <a:rPr lang="en-US" altLang="en-US"/>
              <a:t>output: [A B + ]</a:t>
            </a:r>
          </a:p>
        </p:txBody>
      </p:sp>
      <p:sp>
        <p:nvSpPr>
          <p:cNvPr id="56324" name="AutoShape 4">
            <a:extLst>
              <a:ext uri="{FF2B5EF4-FFF2-40B4-BE49-F238E27FC236}">
                <a16:creationId xmlns:a16="http://schemas.microsoft.com/office/drawing/2014/main" id="{7AB054E5-33BD-0334-58B8-EAB8C17E16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3276600"/>
            <a:ext cx="381000" cy="3810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B2DA52B2-1364-FD0A-7C9E-6ED6CE96EC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/>
              <a:t>FPE Infix to Postfix</a:t>
            </a:r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1A67CCB8-9FB2-3550-0C8D-B90E74D8BF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Monotype Sorts" pitchFamily="32" charset="2"/>
              <a:buNone/>
              <a:defRPr/>
            </a:pPr>
            <a:r>
              <a:rPr lang="en-US" altLang="en-US"/>
              <a:t>	- E ) ) / ( F + G ) )</a:t>
            </a:r>
          </a:p>
          <a:p>
            <a:pPr eaLnBrk="1" hangingPunct="1">
              <a:defRPr/>
            </a:pPr>
            <a:endParaRPr lang="en-US" altLang="en-US"/>
          </a:p>
          <a:p>
            <a:pPr eaLnBrk="1" hangingPunct="1">
              <a:defRPr/>
            </a:pPr>
            <a:r>
              <a:rPr lang="en-US" altLang="en-US"/>
              <a:t>stack: ( ( * (</a:t>
            </a:r>
          </a:p>
          <a:p>
            <a:pPr eaLnBrk="1" hangingPunct="1">
              <a:defRPr/>
            </a:pPr>
            <a:r>
              <a:rPr lang="en-US" altLang="en-US"/>
              <a:t>output: [A B + C ]</a:t>
            </a:r>
          </a:p>
        </p:txBody>
      </p:sp>
      <p:sp>
        <p:nvSpPr>
          <p:cNvPr id="58372" name="AutoShape 4">
            <a:extLst>
              <a:ext uri="{FF2B5EF4-FFF2-40B4-BE49-F238E27FC236}">
                <a16:creationId xmlns:a16="http://schemas.microsoft.com/office/drawing/2014/main" id="{C1A4CB6A-89C4-27B4-0C56-9945DEC959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3276600"/>
            <a:ext cx="381000" cy="3810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94D76AB6-474C-D0BC-7D12-6B9877AE8D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/>
              <a:t>FPE Infix to Postfix</a:t>
            </a:r>
          </a:p>
        </p:txBody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CAB3C601-30F5-38D4-7516-C78640DE60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Monotype Sorts" pitchFamily="32" charset="2"/>
              <a:buNone/>
              <a:defRPr/>
            </a:pPr>
            <a:r>
              <a:rPr lang="en-US" altLang="en-US"/>
              <a:t>	E ) ) / ( F + G ) )</a:t>
            </a:r>
          </a:p>
          <a:p>
            <a:pPr eaLnBrk="1" hangingPunct="1">
              <a:defRPr/>
            </a:pPr>
            <a:endParaRPr lang="en-US" altLang="en-US"/>
          </a:p>
          <a:p>
            <a:pPr eaLnBrk="1" hangingPunct="1">
              <a:defRPr/>
            </a:pPr>
            <a:r>
              <a:rPr lang="en-US" altLang="en-US"/>
              <a:t>stack: ( ( * ( -</a:t>
            </a:r>
          </a:p>
          <a:p>
            <a:pPr eaLnBrk="1" hangingPunct="1">
              <a:defRPr/>
            </a:pPr>
            <a:r>
              <a:rPr lang="en-US" altLang="en-US"/>
              <a:t>output: [A B + C ]</a:t>
            </a:r>
          </a:p>
        </p:txBody>
      </p:sp>
      <p:sp>
        <p:nvSpPr>
          <p:cNvPr id="60420" name="AutoShape 4">
            <a:extLst>
              <a:ext uri="{FF2B5EF4-FFF2-40B4-BE49-F238E27FC236}">
                <a16:creationId xmlns:a16="http://schemas.microsoft.com/office/drawing/2014/main" id="{B9E599DA-CF35-BBDC-B8F8-DF39F270D6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3276600"/>
            <a:ext cx="381000" cy="3810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BFD0DD4A-217F-4996-707B-7128611006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/>
              <a:t>FPE Infix to Postfix</a:t>
            </a: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5779B06D-FD7B-7FCA-64AA-93D6486216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Monotype Sorts" pitchFamily="32" charset="2"/>
              <a:buNone/>
              <a:defRPr/>
            </a:pPr>
            <a:r>
              <a:rPr lang="en-US" altLang="en-US"/>
              <a:t>	) ) / ( F + G ) )</a:t>
            </a:r>
          </a:p>
          <a:p>
            <a:pPr eaLnBrk="1" hangingPunct="1">
              <a:defRPr/>
            </a:pPr>
            <a:endParaRPr lang="en-US" altLang="en-US"/>
          </a:p>
          <a:p>
            <a:pPr eaLnBrk="1" hangingPunct="1">
              <a:defRPr/>
            </a:pPr>
            <a:r>
              <a:rPr lang="en-US" altLang="en-US"/>
              <a:t>stack: ( ( * ( -</a:t>
            </a:r>
          </a:p>
          <a:p>
            <a:pPr eaLnBrk="1" hangingPunct="1">
              <a:defRPr/>
            </a:pPr>
            <a:r>
              <a:rPr lang="en-US" altLang="en-US"/>
              <a:t>output: [A B + C E ]</a:t>
            </a:r>
          </a:p>
        </p:txBody>
      </p:sp>
      <p:sp>
        <p:nvSpPr>
          <p:cNvPr id="62468" name="AutoShape 4">
            <a:extLst>
              <a:ext uri="{FF2B5EF4-FFF2-40B4-BE49-F238E27FC236}">
                <a16:creationId xmlns:a16="http://schemas.microsoft.com/office/drawing/2014/main" id="{4ACC4EA1-CE37-F79D-2CE2-AE8975881D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3276600"/>
            <a:ext cx="381000" cy="3810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CAF8FF64-AEDD-910B-AE94-A317E21804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/>
              <a:t>FPE Infix to Postfix</a:t>
            </a:r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4FCEFB11-8E5C-2068-9FB4-DBB8E1970A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Monotype Sorts" pitchFamily="32" charset="2"/>
              <a:buNone/>
              <a:defRPr/>
            </a:pPr>
            <a:r>
              <a:rPr lang="en-US" altLang="en-US"/>
              <a:t>	) / ( F + G ) )</a:t>
            </a:r>
          </a:p>
          <a:p>
            <a:pPr eaLnBrk="1" hangingPunct="1">
              <a:defRPr/>
            </a:pPr>
            <a:endParaRPr lang="en-US" altLang="en-US"/>
          </a:p>
          <a:p>
            <a:pPr eaLnBrk="1" hangingPunct="1">
              <a:defRPr/>
            </a:pPr>
            <a:r>
              <a:rPr lang="en-US" altLang="en-US"/>
              <a:t>stack: ( ( *</a:t>
            </a:r>
          </a:p>
          <a:p>
            <a:pPr eaLnBrk="1" hangingPunct="1">
              <a:defRPr/>
            </a:pPr>
            <a:r>
              <a:rPr lang="en-US" altLang="en-US"/>
              <a:t>output: [A B + C E - ]</a:t>
            </a:r>
          </a:p>
        </p:txBody>
      </p:sp>
      <p:sp>
        <p:nvSpPr>
          <p:cNvPr id="64516" name="AutoShape 4">
            <a:extLst>
              <a:ext uri="{FF2B5EF4-FFF2-40B4-BE49-F238E27FC236}">
                <a16:creationId xmlns:a16="http://schemas.microsoft.com/office/drawing/2014/main" id="{6A59D904-ECE8-BAE2-1040-6FF96FD13E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3276600"/>
            <a:ext cx="381000" cy="3810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FC1B2B7C-359C-BF95-3526-930FEBA5CD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/>
              <a:t>FPE Infix to Postfix</a:t>
            </a:r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0809A76E-B205-585D-10AA-775087D8F3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Monotype Sorts" pitchFamily="32" charset="2"/>
              <a:buNone/>
              <a:defRPr/>
            </a:pPr>
            <a:r>
              <a:rPr lang="en-US" altLang="en-US"/>
              <a:t>	/ ( F + G ) )</a:t>
            </a:r>
          </a:p>
          <a:p>
            <a:pPr eaLnBrk="1" hangingPunct="1">
              <a:defRPr/>
            </a:pPr>
            <a:endParaRPr lang="en-US" altLang="en-US"/>
          </a:p>
          <a:p>
            <a:pPr eaLnBrk="1" hangingPunct="1">
              <a:defRPr/>
            </a:pPr>
            <a:r>
              <a:rPr lang="en-US" altLang="en-US"/>
              <a:t>stack: ( </a:t>
            </a:r>
          </a:p>
          <a:p>
            <a:pPr eaLnBrk="1" hangingPunct="1">
              <a:defRPr/>
            </a:pPr>
            <a:r>
              <a:rPr lang="en-US" altLang="en-US"/>
              <a:t>output: [A B + C E - * ]</a:t>
            </a:r>
          </a:p>
        </p:txBody>
      </p:sp>
      <p:sp>
        <p:nvSpPr>
          <p:cNvPr id="66564" name="AutoShape 4">
            <a:extLst>
              <a:ext uri="{FF2B5EF4-FFF2-40B4-BE49-F238E27FC236}">
                <a16:creationId xmlns:a16="http://schemas.microsoft.com/office/drawing/2014/main" id="{CE668244-9DB6-B0D7-8777-8267B2CE9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3276600"/>
            <a:ext cx="381000" cy="3810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655FAF6C-EB06-D507-2F4B-0C494DC7A1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/>
              <a:t>FPE Infix to Postfix</a:t>
            </a:r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94D22F1D-85F5-E7A7-211A-9599A86D62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Monotype Sorts" pitchFamily="32" charset="2"/>
              <a:buNone/>
              <a:defRPr/>
            </a:pPr>
            <a:r>
              <a:rPr lang="en-US" altLang="en-US"/>
              <a:t>	( F + G ) )</a:t>
            </a:r>
          </a:p>
          <a:p>
            <a:pPr eaLnBrk="1" hangingPunct="1">
              <a:defRPr/>
            </a:pPr>
            <a:endParaRPr lang="en-US" altLang="en-US"/>
          </a:p>
          <a:p>
            <a:pPr eaLnBrk="1" hangingPunct="1">
              <a:defRPr/>
            </a:pPr>
            <a:r>
              <a:rPr lang="en-US" altLang="en-US"/>
              <a:t>stack: ( /</a:t>
            </a:r>
          </a:p>
          <a:p>
            <a:pPr eaLnBrk="1" hangingPunct="1">
              <a:defRPr/>
            </a:pPr>
            <a:r>
              <a:rPr lang="en-US" altLang="en-US"/>
              <a:t>output: [A B + C E - * ]</a:t>
            </a:r>
          </a:p>
        </p:txBody>
      </p:sp>
      <p:sp>
        <p:nvSpPr>
          <p:cNvPr id="68612" name="AutoShape 4">
            <a:extLst>
              <a:ext uri="{FF2B5EF4-FFF2-40B4-BE49-F238E27FC236}">
                <a16:creationId xmlns:a16="http://schemas.microsoft.com/office/drawing/2014/main" id="{61B9A687-926E-6FC7-8AB5-654618779F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3276600"/>
            <a:ext cx="381000" cy="3810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4B086B53-E8F8-0286-7954-6329FF6BDB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/>
              <a:t>FPE Infix to Postfix</a:t>
            </a:r>
          </a:p>
        </p:txBody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EBEB90B9-B8AB-9BEC-8160-74A3F67297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Monotype Sorts" pitchFamily="32" charset="2"/>
              <a:buNone/>
              <a:defRPr/>
            </a:pPr>
            <a:r>
              <a:rPr lang="en-US" altLang="en-US"/>
              <a:t>	F + G ) )</a:t>
            </a:r>
          </a:p>
          <a:p>
            <a:pPr eaLnBrk="1" hangingPunct="1">
              <a:defRPr/>
            </a:pPr>
            <a:endParaRPr lang="en-US" altLang="en-US"/>
          </a:p>
          <a:p>
            <a:pPr eaLnBrk="1" hangingPunct="1">
              <a:defRPr/>
            </a:pPr>
            <a:r>
              <a:rPr lang="en-US" altLang="en-US"/>
              <a:t>stack: ( / (</a:t>
            </a:r>
          </a:p>
          <a:p>
            <a:pPr eaLnBrk="1" hangingPunct="1">
              <a:defRPr/>
            </a:pPr>
            <a:r>
              <a:rPr lang="en-US" altLang="en-US"/>
              <a:t>output: [A B + C E - * ]</a:t>
            </a:r>
          </a:p>
        </p:txBody>
      </p:sp>
      <p:sp>
        <p:nvSpPr>
          <p:cNvPr id="70660" name="AutoShape 4">
            <a:extLst>
              <a:ext uri="{FF2B5EF4-FFF2-40B4-BE49-F238E27FC236}">
                <a16:creationId xmlns:a16="http://schemas.microsoft.com/office/drawing/2014/main" id="{942098ED-803B-DCD9-711D-DBD562AE41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3276600"/>
            <a:ext cx="381000" cy="3810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56777C3C-8CC7-51D5-C884-557B9F0534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/>
              <a:t>FPE Infix to Postfix</a:t>
            </a:r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F3C8786F-0D23-0C94-7CE9-7376178EA0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Monotype Sorts" pitchFamily="32" charset="2"/>
              <a:buNone/>
              <a:defRPr/>
            </a:pPr>
            <a:r>
              <a:rPr lang="en-US" altLang="en-US"/>
              <a:t>	+ G ) )</a:t>
            </a:r>
          </a:p>
          <a:p>
            <a:pPr eaLnBrk="1" hangingPunct="1">
              <a:defRPr/>
            </a:pPr>
            <a:endParaRPr lang="en-US" altLang="en-US"/>
          </a:p>
          <a:p>
            <a:pPr eaLnBrk="1" hangingPunct="1">
              <a:defRPr/>
            </a:pPr>
            <a:r>
              <a:rPr lang="en-US" altLang="en-US"/>
              <a:t>stack: ( / (</a:t>
            </a:r>
          </a:p>
          <a:p>
            <a:pPr eaLnBrk="1" hangingPunct="1">
              <a:defRPr/>
            </a:pPr>
            <a:r>
              <a:rPr lang="en-US" altLang="en-US"/>
              <a:t>output: [A B + C E - * F ]</a:t>
            </a:r>
          </a:p>
        </p:txBody>
      </p:sp>
      <p:sp>
        <p:nvSpPr>
          <p:cNvPr id="72708" name="AutoShape 4">
            <a:extLst>
              <a:ext uri="{FF2B5EF4-FFF2-40B4-BE49-F238E27FC236}">
                <a16:creationId xmlns:a16="http://schemas.microsoft.com/office/drawing/2014/main" id="{6463A67A-3747-549B-04A7-712B1EB9E0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3276600"/>
            <a:ext cx="381000" cy="3810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0E64692A-7A69-4B6E-F5E7-87B54C5016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/>
              <a:t>FPE Infix to Postfix</a:t>
            </a:r>
          </a:p>
        </p:txBody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4284F980-5EDC-440C-A7A1-516B144FA4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Monotype Sorts" pitchFamily="32" charset="2"/>
              <a:buNone/>
              <a:defRPr/>
            </a:pPr>
            <a:r>
              <a:rPr lang="en-US" altLang="en-US"/>
              <a:t>	 G ) )</a:t>
            </a:r>
          </a:p>
          <a:p>
            <a:pPr eaLnBrk="1" hangingPunct="1">
              <a:defRPr/>
            </a:pPr>
            <a:endParaRPr lang="en-US" altLang="en-US"/>
          </a:p>
          <a:p>
            <a:pPr eaLnBrk="1" hangingPunct="1">
              <a:defRPr/>
            </a:pPr>
            <a:r>
              <a:rPr lang="en-US" altLang="en-US"/>
              <a:t>stack: ( / ( +</a:t>
            </a:r>
          </a:p>
          <a:p>
            <a:pPr eaLnBrk="1" hangingPunct="1">
              <a:defRPr/>
            </a:pPr>
            <a:r>
              <a:rPr lang="en-US" altLang="en-US"/>
              <a:t>output: [A B + C E - * F ]</a:t>
            </a:r>
          </a:p>
        </p:txBody>
      </p:sp>
      <p:sp>
        <p:nvSpPr>
          <p:cNvPr id="74756" name="AutoShape 4">
            <a:extLst>
              <a:ext uri="{FF2B5EF4-FFF2-40B4-BE49-F238E27FC236}">
                <a16:creationId xmlns:a16="http://schemas.microsoft.com/office/drawing/2014/main" id="{431F73BD-075A-72CF-7E10-E5E664D6EE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3276600"/>
            <a:ext cx="381000" cy="3810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2FE1F118-6BD6-CE6D-E48F-1C57B1F9D1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/>
              <a:t>FPE Infix to Postfix</a:t>
            </a:r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1F23A939-C0D6-2DDA-DDD7-037927BFCB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Monotype Sorts" pitchFamily="32" charset="2"/>
              <a:buNone/>
              <a:defRPr/>
            </a:pPr>
            <a:r>
              <a:rPr lang="en-US" altLang="en-US"/>
              <a:t>	) )</a:t>
            </a:r>
          </a:p>
          <a:p>
            <a:pPr eaLnBrk="1" hangingPunct="1">
              <a:defRPr/>
            </a:pPr>
            <a:endParaRPr lang="en-US" altLang="en-US"/>
          </a:p>
          <a:p>
            <a:pPr eaLnBrk="1" hangingPunct="1">
              <a:defRPr/>
            </a:pPr>
            <a:r>
              <a:rPr lang="en-US" altLang="en-US"/>
              <a:t>stack: ( / ( +</a:t>
            </a:r>
          </a:p>
          <a:p>
            <a:pPr eaLnBrk="1" hangingPunct="1">
              <a:defRPr/>
            </a:pPr>
            <a:r>
              <a:rPr lang="en-US" altLang="en-US"/>
              <a:t>output: [A B + C E - * F G ]</a:t>
            </a:r>
          </a:p>
        </p:txBody>
      </p:sp>
      <p:sp>
        <p:nvSpPr>
          <p:cNvPr id="76804" name="AutoShape 4">
            <a:extLst>
              <a:ext uri="{FF2B5EF4-FFF2-40B4-BE49-F238E27FC236}">
                <a16:creationId xmlns:a16="http://schemas.microsoft.com/office/drawing/2014/main" id="{BE6FA8AE-9A5F-D58F-6B2C-3BCDF01A7E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3276600"/>
            <a:ext cx="381000" cy="3810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4FABA549-B0FD-A267-7522-1C64CDDC60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/>
              <a:t>FPE Infix to Postfix</a:t>
            </a:r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AAC7B9A7-9B09-FA48-2B26-CF163C62C3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Monotype Sorts" pitchFamily="32" charset="2"/>
              <a:buNone/>
              <a:defRPr/>
            </a:pPr>
            <a:r>
              <a:rPr lang="en-US" altLang="en-US"/>
              <a:t>	)</a:t>
            </a:r>
          </a:p>
          <a:p>
            <a:pPr eaLnBrk="1" hangingPunct="1">
              <a:defRPr/>
            </a:pPr>
            <a:endParaRPr lang="en-US" altLang="en-US"/>
          </a:p>
          <a:p>
            <a:pPr eaLnBrk="1" hangingPunct="1">
              <a:defRPr/>
            </a:pPr>
            <a:r>
              <a:rPr lang="en-US" altLang="en-US"/>
              <a:t>stack: ( /</a:t>
            </a:r>
          </a:p>
          <a:p>
            <a:pPr eaLnBrk="1" hangingPunct="1">
              <a:defRPr/>
            </a:pPr>
            <a:r>
              <a:rPr lang="en-US" altLang="en-US"/>
              <a:t>output: [A B + C E - * F G + ]</a:t>
            </a:r>
          </a:p>
        </p:txBody>
      </p:sp>
      <p:sp>
        <p:nvSpPr>
          <p:cNvPr id="78852" name="AutoShape 4">
            <a:extLst>
              <a:ext uri="{FF2B5EF4-FFF2-40B4-BE49-F238E27FC236}">
                <a16:creationId xmlns:a16="http://schemas.microsoft.com/office/drawing/2014/main" id="{75893642-F991-3699-C348-CFD11F5BEA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3276600"/>
            <a:ext cx="381000" cy="3810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08DD4BC7-8F19-7302-6352-D9DCC2A130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/>
              <a:t>FPE Infix to Postfix</a:t>
            </a:r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A994D118-DE91-7160-50AE-395D0D3499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Monotype Sorts" pitchFamily="32" charset="2"/>
              <a:buNone/>
              <a:defRPr/>
            </a:pPr>
            <a:endParaRPr lang="en-US" altLang="en-US"/>
          </a:p>
          <a:p>
            <a:pPr eaLnBrk="1" hangingPunct="1">
              <a:defRPr/>
            </a:pPr>
            <a:endParaRPr lang="en-US" altLang="en-US"/>
          </a:p>
          <a:p>
            <a:pPr eaLnBrk="1" hangingPunct="1">
              <a:defRPr/>
            </a:pPr>
            <a:r>
              <a:rPr lang="en-US" altLang="en-US"/>
              <a:t>stack: &lt;empty&gt;</a:t>
            </a:r>
          </a:p>
          <a:p>
            <a:pPr eaLnBrk="1" hangingPunct="1">
              <a:defRPr/>
            </a:pPr>
            <a:r>
              <a:rPr lang="en-US" altLang="en-US"/>
              <a:t>output: [A B + C E - * F G + / ]</a:t>
            </a:r>
          </a:p>
        </p:txBody>
      </p:sp>
      <p:sp>
        <p:nvSpPr>
          <p:cNvPr id="80900" name="AutoShape 4">
            <a:extLst>
              <a:ext uri="{FF2B5EF4-FFF2-40B4-BE49-F238E27FC236}">
                <a16:creationId xmlns:a16="http://schemas.microsoft.com/office/drawing/2014/main" id="{3BB4C10C-8376-9E36-A6FC-7C9966F08B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3276600"/>
            <a:ext cx="381000" cy="3810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1B2C3FA3-140F-4FED-A572-A5A7B10C8B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/>
              <a:t>Problem with FPE</a:t>
            </a: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BC9C470C-5448-5E78-5FAC-7E9453CB30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/>
              <a:t>Too many parentheses.</a:t>
            </a:r>
          </a:p>
          <a:p>
            <a:pPr eaLnBrk="1" hangingPunct="1">
              <a:defRPr/>
            </a:pPr>
            <a:r>
              <a:rPr lang="en-US" altLang="en-US"/>
              <a:t>Establish precedence rules: </a:t>
            </a:r>
          </a:p>
          <a:p>
            <a:pPr eaLnBrk="1" hangingPunct="1">
              <a:buFont typeface="Monotype Sorts" pitchFamily="32" charset="2"/>
              <a:buNone/>
              <a:defRPr/>
            </a:pPr>
            <a:r>
              <a:rPr lang="en-US" altLang="en-US"/>
              <a:t>			My Dear Aunt Sally</a:t>
            </a:r>
          </a:p>
          <a:p>
            <a:pPr eaLnBrk="1" hangingPunct="1">
              <a:defRPr/>
            </a:pPr>
            <a:r>
              <a:rPr lang="en-US" altLang="en-US"/>
              <a:t>We can alter the previous program to use the precedence rules.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4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4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84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995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>
            <a:extLst>
              <a:ext uri="{FF2B5EF4-FFF2-40B4-BE49-F238E27FC236}">
                <a16:creationId xmlns:a16="http://schemas.microsoft.com/office/drawing/2014/main" id="{E41A6A92-2DD5-4E3C-8DC6-4682B14F95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/>
              <a:t>Infix to Postfix</a:t>
            </a:r>
          </a:p>
        </p:txBody>
      </p:sp>
      <p:sp>
        <p:nvSpPr>
          <p:cNvPr id="86019" name="Rectangle 3">
            <a:extLst>
              <a:ext uri="{FF2B5EF4-FFF2-40B4-BE49-F238E27FC236}">
                <a16:creationId xmlns:a16="http://schemas.microsoft.com/office/drawing/2014/main" id="{384AAC9F-2D25-B372-BD7C-D363C6150B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295400"/>
            <a:ext cx="7772400" cy="47244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en-US" sz="2800"/>
              <a:t>Initialize  a Stack for operators, output list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en-US" sz="2800"/>
              <a:t>Split the input into a list of tokens.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en-US" sz="2800"/>
              <a:t>for each token (left to right):</a:t>
            </a:r>
          </a:p>
          <a:p>
            <a:pPr eaLnBrk="1" hangingPunct="1">
              <a:lnSpc>
                <a:spcPct val="90000"/>
              </a:lnSpc>
              <a:buFont typeface="Monotype Sorts" pitchFamily="32" charset="2"/>
              <a:buNone/>
              <a:defRPr/>
            </a:pPr>
            <a:r>
              <a:rPr lang="en-US" altLang="en-US" sz="2800"/>
              <a:t>	   if it is operand:  append to output</a:t>
            </a:r>
          </a:p>
          <a:p>
            <a:pPr eaLnBrk="1" hangingPunct="1">
              <a:lnSpc>
                <a:spcPct val="90000"/>
              </a:lnSpc>
              <a:buFont typeface="Monotype Sorts" pitchFamily="32" charset="2"/>
              <a:buNone/>
              <a:defRPr/>
            </a:pPr>
            <a:r>
              <a:rPr lang="en-US" altLang="en-US" sz="2800"/>
              <a:t>	   if it is '(': push onto Stack</a:t>
            </a:r>
          </a:p>
          <a:p>
            <a:pPr eaLnBrk="1" hangingPunct="1">
              <a:lnSpc>
                <a:spcPct val="90000"/>
              </a:lnSpc>
              <a:buFont typeface="Monotype Sorts" pitchFamily="32" charset="2"/>
              <a:buNone/>
              <a:defRPr/>
            </a:pPr>
            <a:r>
              <a:rPr lang="en-US" altLang="en-US" sz="2800"/>
              <a:t>	   if it is ')': pop &amp; append till '('</a:t>
            </a:r>
          </a:p>
          <a:p>
            <a:pPr eaLnBrk="1" hangingPunct="1">
              <a:lnSpc>
                <a:spcPct val="90000"/>
              </a:lnSpc>
              <a:buFont typeface="Monotype Sorts" pitchFamily="32" charset="2"/>
              <a:buNone/>
              <a:defRPr/>
            </a:pPr>
            <a:r>
              <a:rPr lang="en-US" altLang="en-US" sz="2800"/>
              <a:t>	   if it in '+-*/': </a:t>
            </a:r>
          </a:p>
          <a:p>
            <a:pPr eaLnBrk="1" hangingPunct="1">
              <a:lnSpc>
                <a:spcPct val="90000"/>
              </a:lnSpc>
              <a:buFont typeface="Monotype Sorts" pitchFamily="32" charset="2"/>
              <a:buNone/>
              <a:defRPr/>
            </a:pPr>
            <a:r>
              <a:rPr lang="en-US" altLang="en-US" sz="2800"/>
              <a:t>		 while peek has precedence ≥ it:</a:t>
            </a:r>
          </a:p>
          <a:p>
            <a:pPr eaLnBrk="1" hangingPunct="1">
              <a:lnSpc>
                <a:spcPct val="90000"/>
              </a:lnSpc>
              <a:buFont typeface="Monotype Sorts" pitchFamily="32" charset="2"/>
              <a:buNone/>
              <a:defRPr/>
            </a:pPr>
            <a:r>
              <a:rPr lang="en-US" altLang="en-US" sz="2800"/>
              <a:t>			pop &amp; append</a:t>
            </a:r>
          </a:p>
          <a:p>
            <a:pPr eaLnBrk="1" hangingPunct="1">
              <a:lnSpc>
                <a:spcPct val="90000"/>
              </a:lnSpc>
              <a:buFont typeface="Monotype Sorts" pitchFamily="32" charset="2"/>
              <a:buNone/>
              <a:defRPr/>
            </a:pPr>
            <a:r>
              <a:rPr lang="en-US" altLang="en-US" sz="2800"/>
              <a:t>		 push onto Stack</a:t>
            </a:r>
          </a:p>
          <a:p>
            <a:pPr eaLnBrk="1" hangingPunct="1">
              <a:lnSpc>
                <a:spcPct val="90000"/>
              </a:lnSpc>
              <a:buFont typeface="Monotype Sorts" pitchFamily="32" charset="2"/>
              <a:buNone/>
              <a:defRPr/>
            </a:pPr>
            <a:r>
              <a:rPr lang="en-US" altLang="en-US" sz="2800"/>
              <a:t>	pop and append the rest of the Stack.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60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60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60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860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860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19" grpId="0" build="p"/>
    </p:bldLst>
  </p:timing>
</p:sld>
</file>

<file path=ppt/theme/theme1.xml><?xml version="1.0" encoding="utf-8"?>
<a:theme xmlns:a="http://schemas.openxmlformats.org/drawingml/2006/main" name="Chalkboard">
  <a:themeElements>
    <a:clrScheme name="Chalkboard 1">
      <a:dk1>
        <a:srgbClr val="808080"/>
      </a:dk1>
      <a:lt1>
        <a:srgbClr val="FFFFFF"/>
      </a:lt1>
      <a:dk2>
        <a:srgbClr val="5C8564"/>
      </a:dk2>
      <a:lt2>
        <a:srgbClr val="FFFFFF"/>
      </a:lt2>
      <a:accent1>
        <a:srgbClr val="86A1BF"/>
      </a:accent1>
      <a:accent2>
        <a:srgbClr val="FF6666"/>
      </a:accent2>
      <a:accent3>
        <a:srgbClr val="B5C2B8"/>
      </a:accent3>
      <a:accent4>
        <a:srgbClr val="DADADA"/>
      </a:accent4>
      <a:accent5>
        <a:srgbClr val="C3CDDC"/>
      </a:accent5>
      <a:accent6>
        <a:srgbClr val="E75C5C"/>
      </a:accent6>
      <a:hlink>
        <a:srgbClr val="80FF00"/>
      </a:hlink>
      <a:folHlink>
        <a:srgbClr val="FFFF66"/>
      </a:folHlink>
    </a:clrScheme>
    <a:fontScheme name="Chalkboard">
      <a:majorFont>
        <a:latin typeface="Comic Sans MS"/>
        <a:ea typeface="ＭＳ Ｐゴシック"/>
        <a:cs typeface=""/>
      </a:majorFont>
      <a:minorFont>
        <a:latin typeface="Comic Sans MS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ＭＳ Ｐゴシック" panose="020B0600070205080204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ＭＳ Ｐゴシック" panose="020B0600070205080204" pitchFamily="34" charset="-128"/>
          </a:defRPr>
        </a:defPPr>
      </a:lstStyle>
    </a:lnDef>
  </a:objectDefaults>
  <a:extraClrSchemeLst>
    <a:extraClrScheme>
      <a:clrScheme name="Chalkboard 1">
        <a:dk1>
          <a:srgbClr val="808080"/>
        </a:dk1>
        <a:lt1>
          <a:srgbClr val="FFFFFF"/>
        </a:lt1>
        <a:dk2>
          <a:srgbClr val="5C8564"/>
        </a:dk2>
        <a:lt2>
          <a:srgbClr val="FFFFFF"/>
        </a:lt2>
        <a:accent1>
          <a:srgbClr val="86A1BF"/>
        </a:accent1>
        <a:accent2>
          <a:srgbClr val="FF6666"/>
        </a:accent2>
        <a:accent3>
          <a:srgbClr val="B5C2B8"/>
        </a:accent3>
        <a:accent4>
          <a:srgbClr val="DADADA"/>
        </a:accent4>
        <a:accent5>
          <a:srgbClr val="C3CDDC"/>
        </a:accent5>
        <a:accent6>
          <a:srgbClr val="E75C5C"/>
        </a:accent6>
        <a:hlink>
          <a:srgbClr val="80FF00"/>
        </a:hlink>
        <a:folHlink>
          <a:srgbClr val="FFFF66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Macintosh HD:Applications:Microsoft Office 2004:Templates:Presentations:Designs:Chalkboard</Template>
  <TotalTime>636</TotalTime>
  <Words>1608</Words>
  <Application>Microsoft Office PowerPoint</Application>
  <PresentationFormat>On-screen Show (4:3)</PresentationFormat>
  <Paragraphs>277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6" baseType="lpstr">
      <vt:lpstr>Arial</vt:lpstr>
      <vt:lpstr>ＭＳ Ｐゴシック</vt:lpstr>
      <vt:lpstr>Comic Sans MS</vt:lpstr>
      <vt:lpstr>Monotype Sorts</vt:lpstr>
      <vt:lpstr>Chalkboard</vt:lpstr>
      <vt:lpstr>Prefix, Postfix, Infix Notation</vt:lpstr>
      <vt:lpstr>Infix  Notation</vt:lpstr>
      <vt:lpstr>Prefix Notation</vt:lpstr>
      <vt:lpstr>Postfix Notation</vt:lpstr>
      <vt:lpstr>PowerPoint Presentation</vt:lpstr>
      <vt:lpstr>Parentheses</vt:lpstr>
      <vt:lpstr>What about Prefix Notation?</vt:lpstr>
      <vt:lpstr>Postfix Notation</vt:lpstr>
      <vt:lpstr>Conclusion:</vt:lpstr>
      <vt:lpstr>Fully Parenthesized Expression</vt:lpstr>
      <vt:lpstr>Infix to Prefix Conversion </vt:lpstr>
      <vt:lpstr>Infix to Prefix Conversion </vt:lpstr>
      <vt:lpstr>Infix to Prefix Conversion </vt:lpstr>
      <vt:lpstr>Infix to Prefix Conversion </vt:lpstr>
      <vt:lpstr>Infix to Postfix</vt:lpstr>
      <vt:lpstr>Computer Algorithm  FPE Infix To Postfix</vt:lpstr>
      <vt:lpstr>FPE Infix To Postfix</vt:lpstr>
      <vt:lpstr>FPE Infix to Postfix</vt:lpstr>
      <vt:lpstr>FPE Infix to Postfix</vt:lpstr>
      <vt:lpstr>FPE Infix to Postfix</vt:lpstr>
      <vt:lpstr>FPE Infix to Postfix</vt:lpstr>
      <vt:lpstr>FPE Infix to Postfix</vt:lpstr>
      <vt:lpstr>FPE Infix to Postfix</vt:lpstr>
      <vt:lpstr>FPE Infix to Postfix</vt:lpstr>
      <vt:lpstr>FPE Infix to Postfix</vt:lpstr>
      <vt:lpstr>FPE Infix to Postfix</vt:lpstr>
      <vt:lpstr>FPE Infix to Postfix</vt:lpstr>
      <vt:lpstr>FPE Infix to Postfix</vt:lpstr>
      <vt:lpstr>FPE Infix to Postfix</vt:lpstr>
      <vt:lpstr>FPE Infix to Postfix</vt:lpstr>
      <vt:lpstr>FPE Infix to Postfix</vt:lpstr>
      <vt:lpstr>FPE Infix to Postfix</vt:lpstr>
      <vt:lpstr>FPE Infix to Postfix</vt:lpstr>
      <vt:lpstr>FPE Infix to Postfix</vt:lpstr>
      <vt:lpstr>FPE Infix to Postfix</vt:lpstr>
      <vt:lpstr>FPE Infix to Postfix</vt:lpstr>
      <vt:lpstr>FPE Infix to Postfix</vt:lpstr>
      <vt:lpstr>FPE Infix to Postfix</vt:lpstr>
      <vt:lpstr>FPE Infix to Postfix</vt:lpstr>
      <vt:lpstr>Problem with FPE</vt:lpstr>
      <vt:lpstr>Infix to Postfix</vt:lpstr>
    </vt:vector>
  </TitlesOfParts>
  <Company>Graceland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Prefix, Postfix, Infix Notation</dc:title>
  <dc:creator>Ron Smith</dc:creator>
  <cp:lastModifiedBy>Weldon Jasik</cp:lastModifiedBy>
  <cp:revision>14</cp:revision>
  <dcterms:created xsi:type="dcterms:W3CDTF">2010-02-23T21:36:49Z</dcterms:created>
  <dcterms:modified xsi:type="dcterms:W3CDTF">2023-11-27T20:35:22Z</dcterms:modified>
</cp:coreProperties>
</file>