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75"/>
  </p:notesMasterIdLst>
  <p:handoutMasterIdLst>
    <p:handoutMasterId r:id="rId76"/>
  </p:handoutMasterIdLst>
  <p:sldIdLst>
    <p:sldId id="303" r:id="rId2"/>
    <p:sldId id="278" r:id="rId3"/>
    <p:sldId id="312" r:id="rId4"/>
    <p:sldId id="305" r:id="rId5"/>
    <p:sldId id="307" r:id="rId6"/>
    <p:sldId id="309" r:id="rId7"/>
    <p:sldId id="311" r:id="rId8"/>
    <p:sldId id="315" r:id="rId9"/>
    <p:sldId id="441" r:id="rId10"/>
    <p:sldId id="447" r:id="rId11"/>
    <p:sldId id="443" r:id="rId12"/>
    <p:sldId id="444" r:id="rId13"/>
    <p:sldId id="445" r:id="rId14"/>
    <p:sldId id="446" r:id="rId15"/>
    <p:sldId id="442" r:id="rId16"/>
    <p:sldId id="277" r:id="rId17"/>
    <p:sldId id="289" r:id="rId18"/>
    <p:sldId id="388" r:id="rId19"/>
    <p:sldId id="295" r:id="rId20"/>
    <p:sldId id="389" r:id="rId21"/>
    <p:sldId id="391" r:id="rId22"/>
    <p:sldId id="392" r:id="rId23"/>
    <p:sldId id="448" r:id="rId24"/>
    <p:sldId id="393" r:id="rId25"/>
    <p:sldId id="390" r:id="rId26"/>
    <p:sldId id="449" r:id="rId27"/>
    <p:sldId id="450" r:id="rId28"/>
    <p:sldId id="313" r:id="rId29"/>
    <p:sldId id="319" r:id="rId30"/>
    <p:sldId id="382" r:id="rId31"/>
    <p:sldId id="386" r:id="rId32"/>
    <p:sldId id="385" r:id="rId33"/>
    <p:sldId id="387" r:id="rId34"/>
    <p:sldId id="379" r:id="rId35"/>
    <p:sldId id="320" r:id="rId36"/>
    <p:sldId id="376" r:id="rId37"/>
    <p:sldId id="399" r:id="rId38"/>
    <p:sldId id="394" r:id="rId39"/>
    <p:sldId id="400" r:id="rId40"/>
    <p:sldId id="401" r:id="rId41"/>
    <p:sldId id="395" r:id="rId42"/>
    <p:sldId id="396" r:id="rId43"/>
    <p:sldId id="397" r:id="rId44"/>
    <p:sldId id="398" r:id="rId45"/>
    <p:sldId id="339" r:id="rId46"/>
    <p:sldId id="314" r:id="rId47"/>
    <p:sldId id="258" r:id="rId48"/>
    <p:sldId id="317" r:id="rId49"/>
    <p:sldId id="323" r:id="rId50"/>
    <p:sldId id="322" r:id="rId51"/>
    <p:sldId id="340" r:id="rId52"/>
    <p:sldId id="280" r:id="rId53"/>
    <p:sldId id="358" r:id="rId54"/>
    <p:sldId id="359" r:id="rId55"/>
    <p:sldId id="380" r:id="rId56"/>
    <p:sldId id="383" r:id="rId57"/>
    <p:sldId id="378" r:id="rId58"/>
    <p:sldId id="402" r:id="rId59"/>
    <p:sldId id="333" r:id="rId60"/>
    <p:sldId id="331" r:id="rId61"/>
    <p:sldId id="332" r:id="rId62"/>
    <p:sldId id="321" r:id="rId63"/>
    <p:sldId id="279" r:id="rId64"/>
    <p:sldId id="282" r:id="rId65"/>
    <p:sldId id="360" r:id="rId66"/>
    <p:sldId id="363" r:id="rId67"/>
    <p:sldId id="334" r:id="rId68"/>
    <p:sldId id="335" r:id="rId69"/>
    <p:sldId id="337" r:id="rId70"/>
    <p:sldId id="341" r:id="rId71"/>
    <p:sldId id="336" r:id="rId72"/>
    <p:sldId id="338" r:id="rId73"/>
    <p:sldId id="302" r:id="rId74"/>
  </p:sldIdLst>
  <p:sldSz cx="9144000" cy="6858000" type="screen4x3"/>
  <p:notesSz cx="6858000" cy="9144000"/>
  <p:custDataLst>
    <p:tags r:id="rId7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600"/>
    <a:srgbClr val="003300"/>
    <a:srgbClr val="005400"/>
    <a:srgbClr val="009900"/>
    <a:srgbClr val="000099"/>
    <a:srgbClr val="FFFF00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70" autoAdjust="0"/>
    <p:restoredTop sz="70492" autoAdjust="0"/>
  </p:normalViewPr>
  <p:slideViewPr>
    <p:cSldViewPr>
      <p:cViewPr varScale="1">
        <p:scale>
          <a:sx n="43" d="100"/>
          <a:sy n="43" d="100"/>
        </p:scale>
        <p:origin x="23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06"/>
    </p:cViewPr>
  </p:sorterViewPr>
  <p:notesViewPr>
    <p:cSldViewPr>
      <p:cViewPr varScale="1">
        <p:scale>
          <a:sx n="54" d="100"/>
          <a:sy n="54" d="100"/>
        </p:scale>
        <p:origin x="-1770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6EB3179-0775-461B-AE80-02EC303713A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F83045C-FD2F-44EF-B829-CF5961DE2F6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FF18210C-71C6-4797-AA66-9CEA0F5B756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BECA8EE8-83AF-439F-8B93-2F8C546DB50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2BA0193A-D76C-471E-91A4-2AAF06BA486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7680" units="cm"/>
          <inkml:channel name="Y" type="integer" max="4320" units="cm"/>
          <inkml:channel name="T" type="integer" max="2.14748E9" units="dev"/>
        </inkml:traceFormat>
        <inkml:channelProperties>
          <inkml:channelProperty channel="X" name="resolution" value="115.95953" units="1/cm"/>
          <inkml:channelProperty channel="Y" name="resolution" value="103.22581" units="1/cm"/>
          <inkml:channelProperty channel="T" name="resolution" value="1" units="1/dev"/>
        </inkml:channelProperties>
      </inkml:inkSource>
      <inkml:timestamp xml:id="ts0" timeString="2020-10-19T17:59:43.54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9402 5622 0,'20'5'0,"-20"-5"16,0 0-16,55 9 15,-19 8-15,-36-17 0,36 31 16,-36-31-16,36 22 0,-36-22 15,43 27-15,-7 8 16,0 0-16,-36-35 16,35 35-16,5-8 0,-16 8 15,12-13-15,-5 14 0,-31-36 16,0 0-16,40 30 0,-40-30 0,36 36 16,-36-36-16,0 0 0,0 0 0,0 0 15,0 0-15,87 70 16,-87-70-16,0 0 15,0 0-15,40 36 16,-40-36-16,0 0 16,24 22-16,-9-9 15,-15-13-15,24 17 16,-24-17-16,24 22 16,-24-22-16,24 14 15,-24-14-15,0 0 16,28 22-16,-9-5 15,5 1-15,-24-18 16,0 0-16,44 35 16,-44-35-16,0 0 15,0 0-15,48 36 16,-48-36-16,0 0 16,27 17-16,-27-17 15,0 0-15,20 22 16,-20-22-16,0 0 15,28 22-15,0-8 16,-28-14-16,0 0 16,24 22-16,-24-22 15,27 22-15,-27-22 16,20 13-16,-20-13 0,28 18 16,-28-18-1,0 0-15,48 35 0,-25-22 16,-23-13-1,40 31-15,-40-31 0,0 0 16,0 0-16,36 31 16,4 4-16,-40-35 15,0 0-15,47 40 16,-47-40-16,0 0 16,32 35-16,-32-35 15,0 0-15,0 0 16,0 0-16,0 0 15,0 0-15,75 88 16,-75-88-16,0 0 16,0 0-16,56 75 15,-56-75-15,0 0 16,0 0-16,0 0 0,0 0 16,75 119-16,-75-119 15,0 0-15,24 40 0,-24-40 16,0 0-16,0 0 0,0 0 15,0 0-15,0 0 16,115 190-16,-115-190 0,40 79 16,-40-79-16,47 66 0,-3-9 15,-8-4-15,-16-13 0,-20-40 16,0 0-16,27 48 0,-27-48 16,28 53-16,-28-53 15,28 40-15,-28-40 0,28 57 0,-28-57 16,0 0-16,24 53 0,-24-53 0,19 58 15,5 3-15,-24-61 16,0 0-16,16 58 0,0 3 16,-16-61-16,0 0 0,0 0 0,16 71 15,-16-71-15,0 0 0,0 0 16,0 0-16,0 0 0,0 0 16,48 203-16,-48-203 0,15 66 15,-7 0-15,-8-66 0,4 62 16,-4-62-16,0 66 0,0-66 0,0 0 15,0 62-15,0-62 0,12 66 16,-12-66-16,16 66 0,-12-17 16,-4-1-16,8-8 0,-4 4 15,-4-44-15,0 44 0,0-44 16,4 53-16,0 0 16,-4-53-16,0 0 0,0 0 0,0 66 15,0 0-15,0-66 16,0 0-16,0 0 0,0 0 15,0 0-15,0 0 0,0 159 16,-8-102-16,4 5 16,4-62-16,0 0 0,0 0 0,-8 62 15,8-62-15,-4 57 0,4-57 16,0 0-16,-12 57 0,0-4 16,12-53-16,-8 53 15,8-53-15,0 0 16,-23 57-16,11 1 15,12-58-15,0 0 0,0 0 0,0 0 16,0 0-16,-44 136 16,44-136-16,0 0 0,0 0 0,0 0 15,-28 93-15,28-93 16,0 0-16,0 0 0,-16 66 16,16-66-16,-27 93 15,27-93-15,0 0 0,0 0 0,-24 62 16,12-10-16,-4-3 15,16-49-15,0 0 0,-24 44 0,24-44 16,0 0-16,-28 79 16,16-61-16,12-18 15,-19 49-15,-5-14 0,8-4 16,16-31-16,-24 39 0,24-39 16,0 0-16,0 0 15,-44 75-15,44-75 0,-27 40 0,27-40 16,-24 40-16,24-40 15,0 0-15,-28 48 0,28-48 16,0 0-16,-52 88 0,21-48 16,31-40-16,-28 35 0,28-35 0,0 0 15,-28 45-15,28-45 0,-20 35 16,20-35-16,-27 31 0,7 4 16,20-35-16,-28 26 15,0 5-15,28-31 0,-20 36 0,20-36 16,-20 26-16,20-26 0,-19 31 0,19-31 15,-28 26-15,28-26 0,0 0 16,-44 62-16,44-62 16,-20 18-16,-3 8 0,23-26 15,-44 49-15,44-49 0,0 0 16,0 0-16,0 0 0,-64 61 16,64-61-16,-39 36 0,39-36 15,0 0-15,0 0 0,0 0 16,0 0-16,-88 79 0,88-79 15,-51 40-15,51-40 16,-40 48-16,40-48 0,-52 40 0,52-40 16,-47 35-16,47-35 15,-40 36-15,40-36 0,-40 30 16,40-30-16,-43 27 0,43-27 16,-40 31-16,40-31 0,0 0 15,0 0-15,-75 48 0,75-48 16,-24 13-16,24-13 0,0 0 15,0 0-15,0 0 0,0 0 16,-91 53-16,91-53 16,0 0-16,-28 18 0,-28 8 0,56-26 15,-51 27-15,7-14 16,44-13-16,0 0 0,0 0 16,-56 22-16,21 5 0,7-10 15,-4 1-15,32-18 16,0 0-16,-39 18 15,39-18-15,0 0 16,0 0-16,-36 22 0,36-22 16,-36 17-16,36-17 15,0 0-15,-36 18 16,36-18-16,0 0 16,0 0-16,-31 22 15,15-13-15,16-9 0,0 0 16,0 0-16,-28 17 15,16-8-15,12-9 16,0 0-16,-16 5 16,16-5-16,0 0 0,0 0 15,-8 8-15,8-8 16,0 0-16,0 0 16,-8 5-16,8-5 15,0 0-15,0 0 0,-8 4 16,8-4-16,0 0 15,0 0-15,-4 5 16,-8-5-16,12 0 16,0 0-16,-7 4 15,7-4-15,0 0 0,-8 0 16,8 0-16,0 0 16,-4-4-16,4 4 15,-4 0-15,4 0 16,0 0-16,-4 0 0,0-5 15,4 5-15,0 0 16,-8 0-16,4-4 16,4 4-16,0 0 15,0-5-15,-4 1 0,4 4 16,0 0-16,0-13 16,0 4-16,-4 0 15,4 9-15,0-4 16,0-5-16,0-4 15,0 13-15,0 0 0,0-27 16,0 18-16,0 9 16,0 0-16,0 0 15,0 0-15,0-52 16,-4 34-16,-4-26 0,8 44 16,-8-44-16,8 44 15,0 0-15,0 0 16,0 0-16,0 0 15,-16-97-15,16 97 16,0 0-16,0 0 0,0 0 16,0 0-16,-32-115 15,32 115-15,0 0 16,0 0-16,0 0 16,0 0-16,0 0 15,-23-137-15,23 137 0,0 0 16,0 0-16,0 0 15,0 0-15,-28-132 16,28 132-16,-12-93 0,12 93 16,0 0-16,-16-114 15,16 114-15,0-71 0,0 71 16,-4-66-16,4 66 0,0 0 16,0 0-16,0 0 0,0 0 15,0 0-15,0-145 0,0 145 16,0 0-16,0 0 0,0 0 15,0 0-15,16-181 0,-16 181 16,8-80-16,-8 80 16,12-75-16,-12 75 0,0 0 15,0 0-15,0 0 0,0 0 16,32-180-16,-32 180 0,0 0 16,0 0-16,0 0 0,23-141 0,-23 141 15,0 0-15,16-67 0,-16 67 16,12-75-16,-12 75 0,0 0 15,4-70-15,4-1 0,-8 71 16,20-57-16,-8 4 0,4 0 16,-16 53-16,0 0 0,0 0 0,12-53 15,-1 0-15,9 0 16,-20 53-16,0 0 0,12-53 16,-4 1-16,-8 52 0,0 0 0,0 0 15,16-53-15,-12 4 16,8 1-16,-12 48 0,0 0 15,16-53-15,-4 4 16,-12 49-16,0 0 0,24-84 16,-5 45-16,-19 39 0,20-49 15,-20 49-15,0 0 0,0 0 16,20-62-16,-8 23 16,-12 39-16,20-40 15,-20 40-15,0 0 16,12-44-16,-8 31 15,-4 13-15,0 0 16,4-18-16,-4 18 16,0-13-16,0 13 15,0 0-15,-8-18 0,8 18 16,-16 5-16,16-5 16,-24 17-16,12 10 15,12-27-15,-28 26 16,5 5-16,-1 13 0,24-44 15,-24 40-15,24-40 0,-20 53 0,-4 0 16,24-53-16,-24 39 0,5 6 0,7-6 16,-8 1-16,20-40 0,-12 44 15,-4-9-15,0 9 0,16-44 0,-20 49 16,-7-5-16,27-44 0,-40 93 0,40-93 0,-12 52 16,0-3-16,8-1 0,4-48 15,0 0-15,-16 102 0,4-45 0,-4-8 0,16-49 16,0 0-16,-19 128 0,19-80 0,-16 1 15,8-10-15,0 1 0,4 9 0,0-10 16,0-4-16,-4 5 0,8-40 0,0 0 16,0 0-16,-4 102 0,4-102 0,0 0 15,0 0-15,-8 114 0,20-48 0,-12-66 16,16 62-16,8-5 0,-4-8 0,-20-49 16,15 48-16,5-3 0,-20-45 0,8 48 15,4-8-15,-12-40 0,12 39 0,-12-39 16,16 40-16,-16-40 0,0 0 0,16 35 15,4 1-15,-8-10 16,-12-26-16,0 0 16,7 31-16,5-22 0,-12-9 15,0 0-15,0 9 16,0-9-16,8 4 16,-8-4-16,0 0 15,4 4-15,-4-4 16,0 0-16,8-8 15,0-6-15,-8 14 0,0 0 16,0-35-16,0 35 16,-4-35-16,4 35 15,-4-40-15,4 40 16,0 0-16,0-44 16,0 44-16,0 0 0,0 0 15,4-31-15,8 5 16,4 4-16,12 22 15,-1 4-15,9 9 16,8 1-16,-44-14 0,44 8 0,3 14 16,-7 1-16,7 3 0,-7-4 0,-4 0 15,0-9-15,-1 5 0,-35-18 0,0 0 16,56 22-16,-56-22 0,44 31 0,-44-31 16,43 26-16,-7 1 0,-36-27 0,0 0 15,0 0-15,0 0 0,59 39 0,-59-39 16,12 14-16,-12-14 15,0 0-15,0 0 16,12 13-16,-12 0 0,-8-13 16,-12-4-16,20 4 0,-35-13 15,-1-1-15,36 14 0,-44-13 0,44 13 16,-67-31-16,67 31 0,-48-35 0,1 17 0,-1-4 16,48 22-16,-48-13 0,9 4 0,-5 5 15,44 4-15,0 0 0,0 0 16,0 0-16,-67-9 0,67 9 15,0 0-15,-28 0 16,28 0-16,-20 4 16,16 1-16,16 12 15,12-3-15,7 16 0,-31-30 0,44 18 16,-4 22-16,-40-40 0,43 31 0,-3 8 16,-40-39-16,0 0 0,40 27 0,4-5 15,-44-22-15,27 26 16,-7 5-16,-20-31 0,0 0 0,16 22 15,-12 0-15,-4-22 16,0 0-16,-4 14 16,-24-10-16,28-4 0,-39-4 15,39 4-15,-56-9 0,56 9 16,-60-18-16,60 18 16,-59-18-16,59 18 0,0 0 15,0 0-15,-95-22 0,95 22 0,0 0 16,-48-13-16,48 13 15,0 0-15,0 0 16,-36-4-16,36 4 16,-8 4-16,16 14 0,20-9 15,-8 13-15,-20-22 0,40 26 16,-40-26-16,0 0 0,39 18 0,-39-18 16,44 26-16,-44-26 15,0 0-15,48 22 0,-48-22 16,0 0-16,0 0 15,23 22-15,1-17 0,-24-5 16,4-5-16,-24-4 16,20 9-16,-27-8 15,27 8-15,-52-27 0,52 27 16,-44-31-16,-7 5 0,51 26 0,0 0 16,0 0-16,-44-22 0,44 22 15,0 0-15,0 0 16,-36-27-16,16 5 15,20 22-15,16-13 16,8 9-16,16-14 0,-40 18 0,51-9 16,1 0-16,0 14 0,-5 4 0,-47-9 15,56 8-15,-56-8 0,55 9 0,1-4 16,-8-1-16,-5 1 0,-43-5 0,0 0 16,0 0-16,103 4 0,-103-4 0,0 0 15,0 0-15,0 0 0,0 0 0,0 0 16,0 0-16,139 0 0,-139 0 15,0 0-15,48-9 0,-16-9 16,-32 18-16,16-26 16,-20 0-16,-12-5 15,-12 0-15,28 31 0,-40-35 0,12 4 16,28 31-16,0 0 0,0 0 0,-95-71 16,95 71-16,0 0 0,-91-62 0,91 62 15,-40-30-15,40 30 0,0 0 16,0 0-16,-107-62 0,107 62 0,0 0 15,0 0-15,0 0 0,-139-88 0,80 48 16,3 9-16,56 31 0,0 0 0,0 0 16,-44-40-16,44 40 15,0 0-15,-31-31 16,31 31-16,-12-30 0,24 8 16,12 13-16,7 4 15,21 5-15,-52 0 0,51 0 0,-51 0 16,112 9-16,-112-9 0,79 9 0,-79-9 15,75 13-15,-15 0 0,-60-13 0,0 0 16,0 0-16,0 0 0,0 0 0,167 40 16,-167-40-16,0 0 0,95 35 0,-95-35 0,0 0 15,0 0-15,87 22 0,-11 9 16,-76-31-16,0 0 16,0 0-16,47 22 15,-47-22-15,28 14 0,-36-14 16,-12 0-16,-16-14 15,-11 1-15,47 13 0,0 0 0,0 0 16,0 0-16,0 0 0,0 0 0,0 0 16,-191-62-16,96 23 0,95 39 0,-103-40 15,20 9-15,83 31 0,-88-31 0,9 0 16,79 31-16,-68-30 0,13 12 0,55 18 16,-48-18-16,48 18 0,-47-17 0,3-1 15,44 18-15,0 0 0,-36-13 0,36 13 16,0 0-16,-28-13 15,28 13-15,0 0 16,-19-18-16,19 5 16,11-1-16,13 10 15,16-5-15,8 5 0,-48 4 0,91 0 16,-43 13-16,-1-4 0,-3 0 0,-1 4 16,17-9-16,-8 10 0,-5-6 0,9 6 15,-9 3-15,-47-17 0,0 0 0,0 0 16,135 40-16,-71-14 0,-64-26 0,67 22 0,-3 5 15,-64-27-15,0 0 0,67 31 0,-67-31 16,0 0-16,0 0 0,111 48 0,-111-48 16,0 0-16,40 22 15,-40-22-15,0 0 0,4 14 16,-20-6 0,16-8-16,-28 0 0,-15-8 0,43 8 0,-48-14 15,-11 1-15,59 13 0,-48-22 0,48 22 16,-91-26-16,43 8 0,-8 0 0,1 5 15,55 13-15,-56-18 0,5 5 0,-5-13 16,13-1-16,-5 10 0,48 17 0,-71-31 16,23 18-16,48 13 0,-48-9 0,-7-13 15,7 8-15,48 14 0,0 0 0,-87-26 16,87 26-16,0 0 0,0 0 0,0 0 16,-72-26-16,72 26 15,-47-18-15,47 18 0,0 0 16,-44-18-16,44 18 15,-20-4-15,16-1 16,16 1-16,12 4 16,24 0-16,-48 0 0,107 13 0,-52 5 15,5-9-15,-5 4 0,5-9 0,-1 10 16,9-6-16,3-3 0,-71-5 0,0 0 16,151 22-16,-64 0 0,-87-22 0,127 22 15,-127-22-15,159 44 0,-87-26 0,-72-18 16,95 26-16,-36-8 0,-7-1 0,0 1 15,-52-18-15,0 0 0,47 22 0,-47-22 16,0 0-16,44 13 0,-44-13 16,0 0-16,16 5 15,-16-5-15,-4-5 16,-20-8-16,-8-5 0,32 18 16,0 0-16,-119-52 0,95 43 0,24 9 15,-83-36-15,83 36 0,0 0 0,-119-52 16,119 52-16,0 0 0,-131-58 0,131 58 15,0 0-15,-139-57 0,139 57 0,0 0 16,0 0-16,0 0 0,0 0 0,-222-88 16,222 88-16,-143-66 0,143 66 0,0 0 15,-119-49-15,75 23 0,5-1 0,39 27 16,-40-18-16,40 18 0,-36-26 0,36 26 16,-43-22-16,11 4 0,32 18 0,-36-26 15,36 26-15,0 0 0,0 0 0,-28-22 16,28 22-16,0 0 15,-4-18-15,16-8 16,12 4-16,16 8 0,7 6 16,9-1-16,-1 13 0,5 5 0,0-5 15,-60-4-15,0 0 0,0 0 0,186 18 16,-95 0-16,1-1 0,7-8 0,-4 9 16,-95-18-16,175 35 0,-96-17 0,4-1 15,-7 1-15,-1 8 0,-75-26 0,107 31 16,-35-4-16,-72-27 0,0 0 0,139 44 15,-139-44-15,0 0 0,0 0 0,71 31 16,-71-31-16,0 0 0,0 0 16,56 22-16,-56-22 0,24 9 15,-17-1-15,-7-8 16,-55-22-16,-1 5 0,56 17 16,0 0-16,0 0 0,-158-62 0,158 62 15,-123-40-15,123 40 0,-116-39 0,33 8 16,83 31-16,0 0 0,0 0 0,-194-66 15,194 66-15,0 0 0,-183-58 0,183 58 16,-123-39-16,123 39 0,0 0 0,0 0 16,0 0-16,-202-58 0,202 58 0,0 0 15,0 0-15,-171-53 0,119 45 0,-15-19 16,67 27-16,0 0 0,-68-26 16,68 26-16,0 0 0,-51-18 15,51 18-15,-24-18 16,24 10-16,32 3 0,4 5 15,-36 0-15,0 0 0,0 0 16,0 0-16,206 13 0,-206-13 0,63 9 0,60 9 16,-7 8-16,-9-4 0,0 0 0,-20 5 15,-87-27-15,159 48 0,-159-48 16,0 0-16,135 44 0,-52-4 0,-83-40 0,115 49 16,-43-14-16,-17-4 0,-3 4 15,-52-35-15,71 53 0,-71-53 0,24 22 0,-4 4 16,-20-26-16,0 0 0,4 31 15,-4-31-15,-20 31 16,-8-9-16,-19-9 0,-1 1 16,-7-5-16,3-9 0,-12 0 0,9-14 15,55 14-15,0 0 0,-127-13 0,91 13 16,-47-9-16,83 9 0,0 0 0,-159-17 0,64 3 16,95 14-16,0 0 0,-171-17 15,171 17-15,0 0 0,0 0 0,0 0 0,-206-9 16,206 9-16,0 0 0,0 0 0,0 0 15,-60-4-15,60 4 0,-95 4 16,28 0-16,27 10 16,36-1-16,32 4 15,11 1-15,17-5 0,7-4 0,-63-9 16,0 0-16,0 0 0,195 40 0,-195-40 0,103 17 16,4 14-16,0-4 0,-15-10 15,-1 14-15,-16-9 0,-3 5 0,-9-5 0,-7-9 16,-5 5-16,-51-18 0,44 22 0,0-5 15,-44-17-15,0 0 0,0 0 0,0 0 16,79 31-16,-79-31 16,16 14-16,-20-10 0,4-4 15,-44-9-15,44 9 16,0 0-16,-71-18 0,-8-4 0,-1-4 16,5 8-16,7 1 0,13-1 0,7 5 15,-3 0-15,3-1 0,8 6 0,40 8 16,-55-14-16,55 14 0,0 0 0,0 0 15,-80-17-15,80 17 0,-39 0 16,39 0-16,0 0 0,-28 0 16,16 4-16,20 9 15,8 1-15,15 3 0,9 5 16,-40-22-16,0 0 0,107 49 0,-59-32 16,-48-17-16,0 0 0,0 0 0,0 0 15,0 0-15,0 0 0,147 80 0,-147-80 16,63 35-16,-63-35 0,52 40 0,-52-40 0,0 0 15,40 39-15,-40-39 16,7 40-16,-7-40 16,-27 40-16,27-40 0,-32 22 15,-28 0-15,60-22 0,-63 17 0,-1-3 16,64-14-16,0 0 0,-75 9 0,75-9 0,0 0 16,0 0-16,0 0 0,-151 17 0,151-17 15,0 0-15,0 0 0,0 0 16,-43 9-16,-25 4 15,68-13-15,-36 13 0,36 5 16,20-5-16,20 1 16,-40-14-16,55 8 0,9 1 0,-64-9 15,0 0-15,0 0 0,0 0 0,0 0 16,0 0-16,0 0 0,155 0 0,-155 0 16,0 0-16,67 0 0,-15-17 15,-52 17-15,43-22 16,-31-5-16,-12-4 15,0 0-15,-12-4 0,-15 4 0,-9 0 16,36 31-16,-36-31 0,1-8 0,-13 8 0,12-4 16,-8-1-16,1 1 0,3 4 0,0-4 15,-3 8-15,7-3 0,36 30 0,0 0 16,0 0-16,-107-84 0,59 35 0,5 5 16,43 44-16,-40-44 0,-4 13 0,17-13 15,27 44-15,-24-44 0,24 44 0,-16-40 16,8 5-16,4-5 0,4 40 0,4-35 15,8 4-15,12 9 0,-5-4 0,-19 26 16,40-31-16,0 13 0,7-8 0,-47 26 16,96-31-16,-45 22 0,9 0 0,-60 9 15,0 0-15,131-22 0,-48 22 0,-83 0 16,155-4-16,-80 8 0,-75-4 0,0 0 16,0 0-16,195 9 0,-195-9 0,127 18 15,-127-18-15,0 0 0,0 0 0,151 22 16,-84-5-16,-67-17 0,0 0 0,0 0 15,56 14-15,-56-14 0,23 4 16,-23-4-16,8 0 16,-16-9-16,-23-4 15,-25-5-15,56 18 0,0 0 0,-155-61 16,155 61-16,0 0 0,-174-71 0,98 40 16,-3 5-16,11-1 0,-3-4 0,0 14 15,15-10-15,-15 5 0,71 22 0,-84-26 16,84 26-16,-95-31 0,95 31 0,0 0 15,-183-62-15,104 36 0,4-5 0,15 4 16,9 14-16,3 0 0,12 8 0,4-17 16,32 22-16,0 0 0,0 0 0,-35-13 15,35 13-15,0 0 16,-4-13-16,28 0 16,23 0-16,9-1 0,11 14 0,9 0 15,3 5-15,-4-1 0,9 5 0,-84-9 16,0 0-16,0 0 0,234 31 0,-123-9 15,-8 4-15,12-4 0,-15 5 16,-9 4-16,0-5 0,-19 5 0,-72-31 0,150 49 16,-150-49-16,0 0 0,147 61 0,-103-30 15,-4-4-15,3-1 0,-7-8 16,-36-18-16,0 0 0,20 13 0,-20-13 16,4 9-16,-24-9 15,-16-5-15,-4-8 16,-19 0-16,3-14 0,56 27 0,0 0 15,0 0-15,-182-57 0,182 57 0,-143-53 16,36 22-16,16 9 0,-5-9 0,9 9 16,8 0-16,3 5 0,5-5 0,71 22 15,0 0-15,0 0 0,-187-53 0,187 53 16,0 0-16,0 0 0,0 0 0,-186-53 16,186 53-16,-92-27 0,92 27 0,-75-35 15,75 35-15,0 0 0,0 0 0,-63-31 16,31 5-16,36-1 15,20 10-15,27 3 0,17 1 16,3 4-16,0 5 0,-71 4 0,0 0 16,147-9-16,-43 18 0,-17 0 15,12 0-15,-8 4 0,1-4 0,3 8 0,-8 5 16,0-4-16,1-5 0,-88-13 0,135 40 16,-52-14-16,0 1 0,-3-1 15,-17 1-15,-63-27 0,123 53 0,-123-53 0,0 0 16,0 0-16,48 26 0,-4 5 15,-13 0-15,-31-31 0,16 13 16,-12-9-16,-20-4 16,-19-8-16,-29-14 15,1-5-15,-5 1 0,1-5 0,67 31 16,0 0-16,0 0 0,-183-66 0,183 66 16,0 0-16,0 0 0,0 0 0,-214-84 15,214 84-15,0 0 0,0 0 0,-318-128 16,318 128-16,-206-88 0,206 88 0,0 0 15,0 0-15,0 0 0,0 0 0,-199-88 16,199 88-16,0 0 0,0 0 0,0 0 16,0 0-16,0 0 0,0 0 0,-186-93 15,186 93-15,0 0 0,-56-44 16,29 4-16,31 14 16,31 4-16,21 4 0,3 9 15,9 9-15,-68 0 0,0 0 0,0 0 16,258 5-16,-163 8 0,-4-4 0,1 8 15,-1-3-15,-12-1 0,-79-13 0,0 0 16,163 35-16,-119-26 0,39 9 0,-8 8 16,-3-4-16,-17-4 0,-55-18 0,56 22 15,-56-22-15,0 0 0,0 0 0,32 13 16,-16-9-16,-8-8 16,-20-5-16,-16-9 15,-28 1-15,-7-5 0,-9 0 0,72 22 16,0 0-16,-190-58 0,190 58 0,0 0 15,-179-57-15,179 57 0,0 0 16,-162-44-16,58 9 0,104 35 0,0 0 0,-154-44 16,54 13-16,-3 9 0,103 22 0,-95-27 15,16 5-15,79 22 0,0 0 16,0 0-16,0 0 0,0 0 0,-120-26 16,120 26-16,-39-9 15,39 9-15,0 0 0,-48-27 16,44 19-16,40 3 15,19 5-15,9-4 0,-64 4 0,0 0 16,0 0-16,230 22 0,-127-5 0,-15-8 16,-1 9-16,-8 0 0,-3-1 0,11 5 15,-87-22-15,95 22 0,-19 5 0,-76-27 16,0 0-16,158 48 0,-158-48 0,0 0 16,131 49-16,-131-49 0,80 39 0,-80-39 15,0 0-15,0 0 0,67 27 16,-23-9-16,-44-18 15,24 8-15,-28-12 16,-16-9-16,-32-9 0,52 22 16,0 0-16,-111-53 0,111 53 0,0 0 15,-147-71-15,64 36 0,83 35 0,-83-40 16,7 1-16,-3 12 0,7-4 0,13 5 16,-9 4-16,13-5 0,7 5 0,-7-4 15,55 26-15,-60-27 0,-3-4 0,63 31 16,-60-26-16,9 0 0,51 26 0,-100-45 15,100 45-15,0 0 0,-55-22 16,55 22-16,-36-26 0,36 26 0,0 0 16,-24-22-16,16 4 15,32 1-15,0 3 0,35 6 16,5 3-16,3 1 0,-67 4 0,0 0 16,0 0-16,223 0 0,-112 9 0,-12 4 15,4 4-15,-4 1 0,-7-9 16,-92-9-16,0 0 0,182 40 0,-182-40 15,147 44-15,-147-44 0,111 35 0,-111-35 0,0 0 16,84 26-16,-84-26 0,79 31 16,-79-31-16,0 0 15,56 18-15,-21-14 0,-31-4 16,-40-13-16,-11-13 16,-5-5-16,-15 4 0,67 27 0,0 0 15,0 0-15,-191-88 0,144 70 0,47 18 16,0 0-16,-254-110 0,254 110 0,0 0 15,-207-88-15,96 44 0,8 9 0,8-1 16,-1 6-16,5-1 0,91 31 16,-123-40-16,123 40 0,0 0 0,-178-57 15,130 39-15,48 18 0,-187-57 0,120 21 16,-4 10-16,3 4 0,68 22 0,-55-9 16,3-4-16,12-5 0,40 18 0,0 0 15,-36-17-15,36 17 0,0 0 16,-7-14-16,22 6 15,25 3-15,12 1 0,15-1 16,17 5-16,-84 0 0,0 0 0,0 0 16,0 0-16,297 22 0,-166-4 0,-12 4 15,-4 0-15,-115-22 0,219 49 0,-219-49 16,154 35-16,-58-4 0,3 0 0,-99-31 16,131 48-16,-131-48 0,0 0 15,139 53-15,-139-53 0,0 0 0,0 0 16,182 79-16,-122-48 0,-60-31 0,0 0 15,32 18-15,-17-14 16,-19-13-16,-27-4 16,-21-18-16,-7 1 0,-9-6 0,68 36 15,0 0-15,0 0 0,-250-123 0,250 123 16,0 0-16,-198-97 0,83 48 0,19-4 16,-7 0-16,12 14 0,8-1 0,-17 0 15,17 5-15,0 4 0,83 31 0,0 0 16,-195-62-16,100 27 0,12 0 0,-1 4 15,9-4-15,11 8 0,9 1 16,-1 4-16,56 22 0,0 0 0,-59-31 16,59 31-16,0 0 0,0 0 0,-32-31 15,20 9-15,32 0 16,16 0-16,35 13 16,8 9-16,9 5 0,-1 3 0,8-3 15,-3 4-15,7-1 0,-4 1 0,8 9 16,-4-5-16,9 9 0,-9 0 0,-99-22 15,0 0-15,285 75 0,-173-40 0,-13-4 16,-4 5-16,-95-36 0,131 48 0,-131-48 16,91 44-16,-15-9 0,-76-35 0,0 0 15,0 0-15,59 31 0,-59-31 16,0 0-16,0 0 16,48 22-16,-72-26 15,-24-18-15,-23-13 0,-16-1 16,87 36-16,-183-79 0,183 79 0,-190-79 15,98 43-15,1-3 0,-8 8 0,99 31 16,-143-58-16,32 23 0,8 0 0,103 35 16,-155-57-16,155 57 0,-155-49 0,56 18 15,12 0-15,-1 9 0,13-4 0,15 4 16,60 22-16,0 0 0,0 0 0,-103-31 16,103 31-16,0 0 0,0 0 15,-36-22-15,36 4 16,24 1-16,28 8 0,11 0 15,13 5-15,3-1 0,-79 5 16,0 0-16,187 18 0,-76-5 0,0 5 16,4-1-16,-4 10 0,-4-5 0,0 9 15,-107-31-15,0 0 0,0 0 0,266 79 16,-155-39-16,-15-1 0,-96-39 0,131 49 16,-131-49-16,0 0 0,0 0 0,0 0 15,0 0-15,0 0 0,147 66 16,-147-66-16,0 0 15,0 0-15,0 0 16,19 9-16,-78-27 0,-13-13 0,72 31 16,-178-75-16,83 36 0,-1-1 0,5 0 15,91 40-15,-179-70 0,88 34 0,4 1 16,0 4-16,87 31 0,-131-39 16,131 39-16,0 0 0,-239-84 0,239 84 15,-131-44-15,56 17 0,-8 1 0,19-1 16,9 5-16,-9 0 0,64 22 0,0 0 15,-43-22-15,-5 0 0,48 22 16,-32-22-16,24 5 0,8 17 16,12-18-16,16 5 0,16 8 15,15 5-15,5-4 0,-64 4 0,0 0 16,0 0-16,250 13 0,-147 5 16,0-5-16,-12 0 0,12 5 0,-19 8 15,-84-26-15,135 31 0,-135-31 0,178 53 16,-178-53-16,96 31 0,-13 4 0,-4-4 15,-79-31-15,0 0 0,0 0 0,0 0 16,143 57-16,-143-57 0,0 0 16,36 18-16,-36-18 0,16 9 15,12-5 1,-32-13-16,-28-13 0,-8 0 16,-15-9-16,55 31 0,0 0 0,-80-39 15,80 39-15,-170-97 0,170 97 0,-116-62 16,45 14-16,-4 3 0,-13 10 0,25 0 15,-5 0-15,1 4 0,67 31 0,-91-44 16,91 44-16,-119-58 0,119 58 16,-112-66-16,65 40 0,47 26 0,-48-31 15,4 0-15,44 31 0,-43-22 0,43 22 16,0 0-16,-32-35 0,32 35 16,0 0-16,-28-22 0,28 22 15,8-22-15,28 8 16,16 5-16,7 5 0,9 13 15,-9 4-15,5 0 0,3 1 16,-11 3-16,-56-17 0,0 0 0,0 0 16,150 44-16,-150-44 0,0 0 0,0 0 15,191 62-15,-191-62 0,99 35 0,-39-13 16,-60-22-16,0 0 0,0 0 16,51 22-16,-51-22 15,0 0-15,12 5 16,-12-5-16,12 0 15,-12 0-15,-59-27 0,59 27 0,0 0 16,0 0-16,-147-61 0,147 61 0,0 0 16,0 0-16,0 0 0,-167-71 0,88 36 15,79 35-15,0 0 0,0 0 16,0 0-16,0 0 0,-179-97 0,179 97 16,0 0-16,0 0 15,-99-49-15,55 18 16,44 31-16,-24-17 15,24 17-15,-4-13 16,20 8-16,12 10 16,8-1-16,-36-4 0,39 9 0,5 8 15,-44-17-15,0 0 0,0 0 16,79 27-16,-23-5 0,-8-4 16,7 8-16,-55-26 0,0 0 0,0 0 15,0 0-15,131 66 0,-131-66 16,0 0-16,0 0 0,0 0 0,95 57 15,-95-57-15,0 0 0,0 0 0,0 0 16,84 53-16,-84-53 0,0 0 0,0 0 16,0 0-16,0 0 0,170 119 15,-170-119-15,40 45 0,4-10 16,3 0-16,-47-35 0,0 0 0,36 44 16,-36-44-16,0 0 0,76 75 15,-41-40-15,-35-35 0,0 0 16,32 45-16,-32-45 0,24 44 0,8-9 15,-13 0-15,-19-35 0,0 0 0,44 66 16,-20-35-16,-24-31 0,0 0 16,32 44-16,-32-44 0,43 62 0,-27-31 15,-16-31-15,0 0 0,0 0 0,0 0 16,76 93-16,-76-93 0,0 0 0,35 48 16,-3-17-16,-32-31 0,28 44 15,-28-44-15,20 35 0,-20-35 0,27 44 16,-27-44-16,20 40 0,-20-40 0,28 40 15,-28-40-15,32 44 0,-16-4 0,-16-40 16,0 0-16,39 52 0,-39-52 0,36 45 16,-4-1-16,-32-44 0,0 0 0,0 0 15,36 53-15,-36-53 16,31 61-16,9-17 0,-12 9 16,-28-53-16,0 0 0,0 0 0,28 58 15,-28-58-15,27 57 16,-27-57-16,0 0 0,24 62 15,-24-62-15,28 61 16,-4-3-16,-24-58 0,0 0 16,0 0-16,0 0 0,32 110 0,-32-110 15,0 0-15,23 71 0,-3-10 16,-4-3-16,-16-58 0,20 48 0,-12 9 16,-8-57-16,12 49 0,-12-49 0,12 53 15,-12-53-15,0 0 0,0 0 0,0 0 16,23 106-16,-23-106 0,0 0 0,0 0 15,0 0-15,12 101 16,-8-30-16,-4-71 0,8 70 0,-8-70 16,0 0-16,0 0 0,4 124 15,-4-124-15,0 0 0,0 0 0,0 0 16,0 0-16,4 145 0,-4-145 0,0 0 16,0 0-16,0 0 0,0 0 15,0 0-15,0 0 0,0 0 0,0 190 16,0-190-16,0 0 0,-2452 106 0,4888-14 15,-2436-92-15,0 0 0,-8 84 0,8-84 16,-12 88-16,12-88 0,0 0 16,-11 71-16,11-71 0,0 0 0,-24 128 15,24-128-15,0 0 0,-8 66 16,-12-9-16,20-57 0,0 0 16,0 0-16,-20 93 0,20-93 0,0 0 15,0 0-15,0 0 0,0 0 16,0 0-16,0 0 15,-20 132-15,8-57 0,8-4 16,4-71-16,0 0 0,0 0 0,-19 70 16,19-70-16,-12 71 15,12-71-15,-16 48 0,16-48 16,-24 53-16,24-53 16,-12 57-16,12-57 0,0 0 0,-20 45 15,0-10-15,20-35 16,-27 40-16,27-40 15,0 0-15,-12 39 16,12-39-16,0 0 16,-24 35-16,24-35 15,0 0-15,0 0 0,-12 27 16,-4-18-16,16-9 16,0 0-16,-4-18 15,8-4-15,-4 22 0,0 0 16,0 0-16,0 0 0,0 0 15,0 0-15,0 0 0,0 0 16,0 0-16,0 0 0,0 0 0,36-273 16,-36 273-16,0 0 0,12-66 0,0-62 15,-12 128-15,15-111 0,-3 1 0,-12 110 16,8-106-16,-8 106 0,8-97 0,0 18 16,-8 79-16,16-79 0,-4 8 0,-12 71 15,8-88-15,-8 88 0,8-84 0,8 5 16,-16 79-16,4-97 0,-4 97 0,8-84 15,-8 84-15,0-163 0,-4 92 0,0-4 16,-4 9-16,8 66 0,-12-66 0,12 66 16,-16-102-16,16 102 0,0 0 0,-28-154 15,16 110-15,12 44 0,-47-163 16,27 83-16,20 80 0,-32-74 0,32 74 16,0 0-16,-48-146 0,48 146 0,-43-119 15,43 119-15,-28-53 0,28 53 0,-24-66 16,24 66-16,-8-44 0,-20 9 0,28 35 15,0 0-15,-19-27 0,19 27 16,0 0-16,-16-22 16,0 9-16,4 17 15,8 18-15,20 5 16,-4 12-16,0 5 0,-12-44 0,0 0 16,20 93-16,-1-27 0,5 0 0,-24-66 15,8 89-15,-8-89 0,0 0 0,40 167 16,-40-167-16,16 110 0,0-4 0,-4-4 15,-5-10-15,-3 10 0,4-14 0,-8-88 16,0 0-16,8 185 0,-8-185 0,0 0 16,0 0-16,-4 247 0,0-115 0,-4-4 15,4-9-15,-11-22 0,3 0 0,0-9 16,-4-8-16,-4-1 0,8-8 0,0 4 16,4-14-16,8-61 0,-20 93 0,5-27 15,-5-8-15,20-58 0,-24 101 0,0-61 16,12-1-16,-4-3 0,16-36 0,-12 26 15,12-26-15,0 0 0,0 0 0,-15 35 16,3-21-16,12-14 16,0 0-16,-16 0 15,4-14-15,4-21 16,-8-9-16,8-5 0,4-3 0,4 52 16,0 0-16,0 0 0,-12-150 0,8 75 15,0 4-15,-4 1 0,8 70 0,0 0 16,-12-146-16,12 98 0,-11-45 0,-1-4 15,0 9-15,4-5 0,-20 9 0,4 5 16,8-9-16,-7 8 0,-1 1 0,-4 8 16,-4-4-16,16 9 0,0-4 0,-7 4 15,-5 8-15,-4 1 0,12 0 0,20 57 16,-20-62-16,20 62 0,-15-66 0,15 66 16,-16-53-16,12 4 0,4 49 0,0 0 15,12-35-15,11 13 16,9 13-16,16 22 0,11 1 15,-3 3-15,-1 14 0,5 0 0,-60-31 16,107 62-16,-107-62 0,115 66 0,-63-31 16,-52-35-16,0 0 0,87 53 0,-87-53 15,68 53-15,-68-53 0,0 0 0,51 57 16,-51-57-16,0 0 0,40 44 16,-16-21-16,-20-10 15,-24-9-15,-12-21 16,-20-10-16,-3-4 0,55 31 0,0 0 15,-99-53-15,27 18 0,13-5 0,-1 14 16,1-5-16,59 31 0,-56-22 0,-3-5 16,59 27-16,0 0 0,0 0 0,-44-22 15,44 22-15,0 0 16,-32-8-16,28 12 16,16 9-16,20 14 0,-32-27 15,0 0-15,0 0 0,0 0 0,147 97 16,-147-97-16,0 0 0,115 83 0,-40-21 15,-15-13-15,-5-1 0,-55-48 0,40 44 16,-40-44-16,0 0 0,0 0 0,28 40 16,-4-9-16,-24-31 15,-4 13-15,-20-8 16,0-14-16,-28 0 0,5-18 16,-5 1-16,-7 0 0,15-5 15,-16 0-15,60 31 0,-63-40 0,-1 9 16,64 31-16,0 0 0,0 0 0,0 0 15,0 0-15,-202-110 0,150 79 0,-43-26 16,95 57-16,0 0 0,0 0 0,-182-106 16,182 106-16,0 0 0,0 0 0,0 0 15,-235-146-15,235 146 0,0 0 0,0 0 16,0 0-16,-190-119 0,103 66 0,87 53 16,-60-48-16,1 17 0,59 31 0,-52-44 15,52 44-15,-48-26 0,48 26 0,-39-23 16,39 23-16,-40-13 0,4-9 0,36 22 15,0 0-15,-35-17 0,35 17 0,0 0 16,-40-14-16,4 10 16,8 8-16,28-4 15,-23 22-15,23-22 16,-12 40-16,12 13 16,12 0-16,-12-53 0,15 48 0,9 1 15,-4-5-15,0 0 0,4 0 0,-24-44 16,0 0-16,43 84 0,-3-31 0,0-5 15,-5 10-15,-35-58 0,44 66 0,8-4 16,-52-62-16,39 61 0,1 1 0,-8-9 16,8 0-16,-17-9 0,9-4 0,-12-1 15,4-3-15,-8-1 0,-16-35 0,19 35 16,-19-35-16,0 0 0,0 0 0,0 0 16,0 0-16,36 88 0,-36-88 15,0 0-15,0 31 16,0-31-16,-12 14 15,-4-10-15,-11-17 16,-9-9-16,8-5 0,-4-4 0,32 31 16,0 0-16,0 0 0,-79-97 0,79 97 15,-24-26-15,-12-40 0,5 8 0,-9 10 16,0-1-16,17-4 0,-1-4 0,24 57 16,-20-57-16,-4-5 0,24 62 0,-28-62 15,4 1-15,24 61 0,-27-67 0,-1 1 16,28 66-16,-24-66 0,8 0 0,16 66 15,-47-110-15,47 110 0,-20-62 0,0 9 16,4 9-16,-4-4 0,4-5 0,4 13 16,-7 0-16,19 40 0,0 0 0,0 0 15,0 0-15,-44-132 0,44 132 16,-8-53-16,0 13 0,8 40 0,0-44 16,0 44-16,-12-44 0,12 44 15,0 0-15,-12-35 16,12 35-16,0 0 15,-12-9-15,4 18 0,8-9 16,4 26-16,0 5 16,4 18-16,0-1 0,0 1 0,0-5 15,-4-5-15,-4-39 0,8 67 0,-8-67 16,0 0-16,28 101 0,-28-101 16,0 0-16,24 128 0,-1-58 0,-3-8 15,4 4-15,-24-66 0,20 71 0,16-5 16,-36-66-16,23 66 0,1 0 0,0-17 15,4 21-15,8-17 0,-17 0 0,-19-53 16,28 58-16,-4-5 0,4-1 0,-4-12 16,-5 4-16,5 0 0,-24-44 0,0 0 15,0 0-15,32 62 0,-32-62 0,24 44 16,-24-44-16,0 0 0,0 0 16,20 40-16,-20-40 15,0 0-15,8 13 16,-8-13-16,0 0 0,4 4 15,-4-4-15,-12-22 16,12 22-16,0 0 0,0 0 16,0 0-16,-72-123 0,72 123 0,0 0 15,-32-75-15,32 75 0,-39-79 0,39 79 16,-28-80-16,-12 23 0,40 57 0,-31-62 16,31 62-16,0 0 0,-36-57 0,36 57 15,-32-57-15,32 57 16,-36-49-16,36 49 0,-23-44 15,23 44-15,0 0 0,-20-40 16,20 40-16,0 0 16,-4-31-16,16 18 15,11 0-15,17 26 16,0 0-16,3 1 0,1 3 0,4 5 16,-9 5-16,21-1 0,-60-26 0,63 31 15,1 0-15,-64-31 0,67 35 0,-3-4 16,-64-31-16,0 0 0,0 0 0,0 0 15,139 62-15,-139-62 0,0 0 16,51 22-16,-51-22 16,32 0-16,-24-18 15,-20 1-15,-20-23 0,-15-4 16,7 0-16,-15 0 0,55 44 0,-72-67 16,13 23-16,11 9 0,-12-5 0,13 1 15,47 39-15,-95-66 0,55 30 0,-4 10 16,44 26-16,-35-40 0,-9 18 0,44 22 15,0 0-15,0 0 0,-24-22 16,24 22-16,0-13 16,24 17-16,20 14 0,15 4 15,-59-22-15,99 35 0,-99-35 0,0 0 16,155 71-16,-155-71 0,87 44 0,5 9 16,-92-53-16,119 66 0,-119-66 0,147 84 15,-104-45-15,-3-12 0,4-10 0,-9 14 16,-35-31-16,0 0 0,0 0 0,28 18 15,-28-18-15,0 0 16,4 0-16,-24-18 16,0-4-16,-27-17 15,-5-1-15,52 40 0,0 0 0,0 0 16,-151-124-16,151 124 0,0 0 0,-147-119 16,80 62-16,67 57 0,0 0 0,-123-101 15,67 52-15,56 49 0,-91-84 0,91 84 16,0 0-16,-40-48 0,40 48 15,0 0-15,-11-53 0,18 13 16,-7 40-16,36-39 0,8 16 0,11 10 16,5 4-16,7 9 0,-3 5 0,3 4 15,-67-9-15,143 13 0,-143-13 0,0 0 16,159 31-16,-72-9 0,1-5 0,-88-17 16,127 36-16,-40-19 0,-16 14 0,-71-31 15,0 0-15,139 40 0,-139-40 16,0 0-16,0 0 0,0 0 0,0 0 15,107 26-15,-107-26 0,0 0 16,52 0-16,-24-8 16,-24-14-16,-24-14 0,-16 1 15,-11-5-15,3 1 0,44 39 16,0 0-16,0 0 0,-155-111 0,80 58 16,-1 5-16,76 48 0,-87-57 0,87 57 15,-79-58-15,-9 10 0,88 48 0,-67-49 16,11 14-16,56 35 0,0 0 0,0 0 15,0 0-15,-43-35 0,19 21 16,8-12-16,20 13 16,16 13-16,19 9 0,21 8 15,-60-17-15,83 22 0,-11 9 0,-72-31 16,0 0-16,147 62 0,-147-62 16,131 53-16,-48-14 0,-83-39 0,91 45 15,-15-1-15,-13 0 0,-3-9 0,-13 0 16,-47-35-16,52 36 0,-52-36 0,36 26 15,-36-26-15,0 0 0,23 27 16,-23-27-16,8 8 16,-12 1-16,-15-13 15,-17-9-15,-28-14 0,9 5 16,55 22-16,0 0 0,0 0 0,-147-71 16,147 71-16,-135-52 0,60 12 0,7 9 15,-3 5-15,7 3 0,1-7 0,63 30 16,-52-18-16,-15 0 0,67 18 0,0 0 15,0 0-15,0 0 0,0 0 16,0 0-16,0 0 0,-96-31 0,45 31 16,31 5-1,20 13-15,16 4 0,39 8 16,1 6-16,-56-36 0,63 44 0,1-9 16,-64-35-16,71 44 0,-7-4 15,-9-9-15,-55-31 0,0 0 0,0 0 16,0 0-16,0 0 0,0 0 0,80 61 15,-56-43-15,-24-18 16,0 0-16,15 13 16,-22-4-16,-25-22 15,-24-18-15,56 31 0,-71-40 0,-1 5 16,72 35-16,0 0 0,-186-115 0,186 115 16,-95-61-16,39 21 0,-15-4 0,71 44 15,0 0-15,0 0 0,-171-124 0,103 67 16,68 57-16,-107-79 0,40 26 0,11 0 15,5 13-15,51 40 0,-100-97 0,57 62 16,7-5-16,0 1 0,5 3 0,-5-8 16,16 9-16,-12 4 0,4 0 15,5-4-15,23 35 0,-20-44 0,8 9 16,-4-10-16,-4 10 0,20 35 0,-12-35 16,-4-5-16,9 5 0,-9 4 0,16 31 15,-16-31-15,4-4 0,12 35 0,-8-35 16,12-1-16,-4 36 0,0-31 15,8-4-15,8 4 16,0-4-16,-16 35 0,0 0 16,0 0-16,0 0 15,43-79-15,-43 79 0,20-40 16,-20 40-16,24-31 0,-24 31 16,36-40-16,-36 40 15,0 0-15,23-35 0,-23 35 16,24-35-16,-24 35 15,12-13-15,0-23 16,-12 36-16,0 0 16,8-35-16,-8 35 15,4-40-15,-4 40 16,-4-26-16,4 26 16,0 0-16,0 0 15,0-22-15,0 22 16,-8-27-16,8 27 15,0 0-15,-4-22 16,4 22-16,-20-13 16,20 13-16,-12-4 15,12 4-15,0 0 16,-16 4-16,16-4 16,-15 18-16,15-18 15,-20 22-15,4 9 16,16-31-16,-12 39 15,4 10-15,4-14 16,4-35-16,-4 40 0,4-40 0,0 0 16,0 0-16,0 0 0,-8 92 15,8-92-15,0 0 0,0 0 0,-16 102 16,16-49-16,-4-5 0,-4-12 0,-4 8 16,12-44-16,0 0 0,0 0 0,-11 66 15,-1-18-15,12-48 0,-24 44 16,12-4-16,4 9 0,8-49 0,-12 39 15,8 1-15,4-40 0,-4 40 0,4-40 16,0 0-16,0 0 0,0 0 0,-16 84 16,16-84-16,-20 52 0,20-52 15,0 0-15,0 0 16,0 0-16,-35 115 0,35-115 16,0 0-16,-28 106 0,16-58 15,12-48-15,-4 45 16,4-45-16,0 39 15,0-39-15,0 35 16,0-35-16,0 0 16,4 18-16,4-18 15,-4 0-15,-4 0 16,8-13-16,-8-18 16,0 31-16,0 0 0,0 0 15,16-101-15,-16 101 0,0 0 0,0 0 16,12-106-16,-12 106 0,0 0 0,8-84 15,-8 84-15,11-88 0,-11 88 0,12-58 16,-12 58-16,0 0 0,0 0 16,28-127-16,-28 127 0,4-53 0,-4 53 15,0 0-15,4-80 0,-4 80 0,0 0 16,16-106-16,-16 106 0,8-52 0,-8 52 16,12-49-16,-12 49 0,0 0 0,0 0 15,0 0-15,0 0 16,24-101-16,-24 101 0,4-62 15,-4 62-15,4-53 0,-4 53 16,0 0-16,0-53 16,0 53-16,0 0 15,-12-31-15,12 31 16,-12-17-16,12 17 16,-12 8-16,0 10 15,-4 8-15,8 10 16,8-36-16,-4 39 0,0 1 0,4-40 15,0 44-15,0-44 0,0 44 0,-4-4 16,0 4-16,-4-9 0,8-35 0,-16 44 16,16-44-16,-8 45 0,8-45 0,0 0 15,0 0-15,0 0 0,-27 123 16,27-123-16,-4 57 0,4-57 0,0 0 16,0 0-16,-16 106 0,12-48 0,4-58 15,-4 70-15,4-70 0,0 0 0,0 0 16,-16 97-16,12-70 0,4-27 0,0 0 15,0 97-15,0-97 0,0 0 16,0 0-16,0 0 0,0 105 0,0-105 16,0 0-16,0 0 0,0 0 0,8 124 15,-12-62-15,4-9 0,0-53 0,0 0 16,0 0-16,16 114 0,-4-74 16,-4 0-16,-8-40 0,28 39 15,-28-39-15,15 44 0,-15-44 0,16 49 16,-16-49-16,12 40 0,-12-40 0,12 44 15,-12-44-15,16 48 0,-16-48 16,16 40-16,-16-40 0,16 39 0,4-3 16,-20-36-16,19 48 0,-19-48 15,24 36-15,-24-36 16,0 0-16,28 75 0,-8-40 16,-20-35-16,0 0 0,20 35 15,-20-35-15,0 0 0,20 62 16,-20-62-16,0 0 15,0 0-15,7 44 16,-7-44-16,8 18 16,-8-18-16,0 0 15,4 35-15,-4-35 16,0 0-16,4 22 16,-4-22-16,-4 4 15,4-4-15,-12-4 16,5-9-16,-1-14 15,8 27-15,0 0 16,0 0-16,-40-88 0,40 88 16,0 0-16,0 0 0,0 0 0,0 0 15,-44-115-15,44 115 0,0 0 0,0 0 16,0 0-16,0 0 16,-39-128-16,39 128 15,-20-70-15,20 70 16,0 0-16,-8-53 15,8 53-15,0 0 16,-8-35-16,12 13 16,-4 22-16,4 0 15,12 17-15,0 5 16,-16-22-16,31 66 0,-31-66 0,20 40 16,-20-40-16,0 0 0,32 71 0,-32-71 15,44 84-15,-44-84 0,23 66 0,-23-66 16,40 57-16,-20 9 0,16-4 0,-36-62 15,27 62-15,-27-62 0,32 66 16,-32-66-16,32 61 0,-4 6 0,-1-19 16,-27-48-16,0 0 0,28 49 0,-12 8 15,-16-57-15,0 0 0,0 0 0,-12 57 16,-4-13-16,4-13 16,1-9-16,7-8 0,-8-6 0,8-3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7680" units="cm"/>
          <inkml:channel name="Y" type="integer" max="4320" units="cm"/>
          <inkml:channel name="T" type="integer" max="2.14748E9" units="dev"/>
        </inkml:traceFormat>
        <inkml:channelProperties>
          <inkml:channelProperty channel="X" name="resolution" value="115.95953" units="1/cm"/>
          <inkml:channelProperty channel="Y" name="resolution" value="103.22581" units="1/cm"/>
          <inkml:channelProperty channel="T" name="resolution" value="1" units="1/dev"/>
        </inkml:channelProperties>
      </inkml:inkSource>
      <inkml:timestamp xml:id="ts0" timeString="2020-10-19T17:59:46.74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9716 9715 0,'-68'35'16,"28"-4"-16,40-31 0,-47 35 0,-1 0 15,4 14-15,44-49 0,0 0 0,0 0 16,-43 53-16,11 0 0,-12-9 16,17 4-16,-1-8 0,16 0 0,12-40 15,0 0-15,-12 53 0,8-14 16,4 5-16,0-44 0,0 0 0,0 0 16,8 97-16,-8-97 0,0 0 0,0 0 15,0 0-15,20 115 0,-20-115 16,0 0-16,0 0 0,16 62 0,0-9 15,-1 0-15,-15-53 16,0 0-16,0 0 0,16 30 16,-16-30-16,0 0 15,16 18-15,0-18 0,-8-4 16,0-23-16,-8 27 16,16-35-16,-8-9 15,-8 44-15,0 0 0,0 0 0,0 0 16,0 0-16,0 0 0,0 0 15,0 0-15,0 0 0,0 0 0,32-225 16,-29 176-16,-3 49 0,0 0 16,0 0-16,0 0 0,32-163 15,-20 93-15,-12 70 16,0 0-16,8-49 0,-8 49 16,0 0-16,0-35 15,0 35-15,0-4 16,0 8-16,-12 14 15,12-18-15,-28 39 0,28-39 16,0 0-16,0 0 0,-43 119 16,11-57-16,16 9 0,-8-10 15,24-61-15,-12 71 0,-4-9 0,16-62 16,0 0-16,0 0 0,-23 105 0,23-105 16,0 0-16,-8 168 0,8-89 0,-8-4 15,20 0-15,-12-75 0,8 84 0,4-18 16,-12-66-16,23 75 0,-23-75 0,0 0 15,12 93-15,8-14 0,-20-79 0,0 0 16,12 80-16,-12-80 0,0 0 0,0 0 16,8 70-16,-4-4 0,-4-66 15,0 0-15,0 0 0,4 62 0,-4-62 16,0 22-16,-4-9 16,-4-4-16,4-18 15,4 9-15,-20-26 0,8-9 16,12 35-16,-16-45 0,16 45 15,-12-74-15,12 74 0,-15-45 0,-1-3 16,16 48-16,0 0 0,0 0 0,-24-93 16,16 36-16,8 57 0,-4-53 0,0 9 0,4 44 15,0 0-15,0 0 0,0 0 0,0-115 16,0 115-16,0 0 0,0 0 0,0 0 16,0 0-16,0 0 0,0 0 15,-12-119-15,12 119 0,0 0 16,-12-61-16,12 61 15,0 0-15,-4-18 0,4 18 16,-12-27-16,-3 23 16,15 4-16,-4 22 15,0 5-15,4 12 0,4 5 16,-8 0-16,4 1 0,0-45 0,0 48 0,0-4 16,8 0-16,-1 0 0,9-4 0,-8 4 15,-4-4-15,0 4 0,-4-4 0,0-40 16,0 0-16,0 0 0,16 101 0,-16-101 15,0 0-15,8 119 0,8-66 0,0-5 16,-8 5-16,-8-53 0,0 0 0,16 62 16,-9-5-16,-7-57 0,0 0 0,20 71 15,-20-71-15,0 0 0,0 0 0,0 0 16,16 75-16,-16-75 0,0 0 16,0 0-16,12 75 0,-8-49 15,-4-26-15,0 0 0,0 0 16,0 22-16,0 0 15,-12-22-15,12 0 16,-16-22-16,-8-8 0,24 30 16,-11-45-16,11 45 0,0 0 0,0 0 15,-44-97-15,44 97 0,0 0 0,0 0 16,0 0-16,-52-132 0,52 132 0,0 0 16,0 0-16,-35-114 0,35 114 0,0 0 0,-40-115 15,24 40-15,4 13 0,8 14 0,4 48 16,0 0-16,-8-71 0,-8 27 0,8 4 15,8 40-15,-8-44 0,8 44 0,-3-44 16,3 44-16,-4-40 0,-16 5 0,20 35 16,0 0-16,-12-35 0,12 35 15,0 0-15,-4-27 0,4 27 16,0 0-16,-4-17 16,4 17-16,0 4 15,4 14-15,-4 4 16,8 9-16,0 4 0,8 0 15,-12 1-15,-4-1 0,4-4 0,-4-31 16,3 44-16,1-9 0,0 5 0,0-5 0,-4-35 16,0 0-16,0 0 0,16 101 0,-16-101 15,0 0-15,0 0 0,12 115 0,-12-115 16,0 0-16,0 0 0,0 0 0,0 0 16,16 146-16,-16-146 0,0 0 0,0 0 15,0 0-15,0 0 0,0 0 0,0 0 16,24 141-16,-24-141 15,8 44-15,-8-44 16,0 0-16,24 66 0,-24-66 16,12 35-16,7-26 15,-7-13-15,-8-23 0,0 1 16,-4 26-16,0 0 0,0 0 0,0 0 16,8-102-16,-8 102 0,0 0 0,0 0 15,0 0-15,12-141 0,-12 141 0,16-79 16,-4 4-16,-12 75 0,28-75 0,-13 0 15,-15 75-15,0 0 0,40-84 0,8 22 16,-48 62-16,36-66 0,7 0 0,5 13 16,-48 53-16,51-57 0,9 4 0,-60 53 15,59-35-15,5-14 0,-8 14 0,-1-5 16,-3 5-16,-5 4 0,-47 31 0,0 0 0,0 0 16,139-92-16,-139 92 0,0 0 15,0 0-15,0 0 0,123-89 0,-123 89 0,0 0 16,131-88-16,-47 22 0,-13 0 15,-15 13-15,-1 0 0,-15 9 0,-40 44 0,55-57 16,-23 21-16,-4-8 0,0 9 0,11 0 16,-7 4-16,0-13 0,-20 8 0,20-3 15,3 3-15,-35 36 0,32-44 0,-4 0 16,0 5-16,3-1 0,-3 0 0,-4 9 16,0-8-16,-24 39 0,0 0 0,0 0 15,55-97-15,-55 97 0,0 0 0,0 0 16,0 0-16,0 0 0,76-119 15,-33 35-15,-43 84 0,0 0 0,0 0 0,76-155 16,-76 155-16,39-66 0,-11 0 0,0 0 16,-28 66-16,28-49 0,-8 5 15,-8-9-15,-12 53 0,15-52 0,-7-10 16,-8 62-16,4-62 0,-4 62 0,0-62 16,0 62-16,0 0 0,0 0 0,0 0 15,0 0-15,0 0 0,0 0 0,12-180 16,-12 180-16,8-84 0,-8 84 0,0 0 15,16-84-15,-16 84 0,4-84 16,-4 84-16,0 0 0,4-70 16,-4 70-16,0 0 15,0-58-15,0 58 16,0 0-16,0-26 16,0 26-16,4 0 15,-4 0-15,0 0 0,0 0 16,0 0-16,0 0 15,0 0-15,0 0 0,0 0 16,32 176-16,-32-176 0,0 0 0,0 0 16,0 0-16,0 0 0,24 168 0,-13-54 15,-11-114-15,8 115 0,-4-22 0,-4-93 16,0 79-16,0-79 0,0 0 0,0 0 16,0 0-16,0 0 0,0 0 0,0 0 15,-4 203-15,4-203 0,-16 128 16,1-53-16,15-75 0,-8 79 0,8-79 15,0 0-15,-8 71 0,8-71 16,-20 70-16,20-70 0,0 0 16,-20 106-16,20-106 0,0 0 15,0 0-15,0 0 0,0 0 0,0 0 16,-40 176-16,17-123 0,7-4 0,12 4 16,-20-18-16,24-35 0,0 0 0,-16 35 15,0 1-15,4 3 16,12-39-16,0 0 0,-8 58 0,8-58 15,-4 48-15,4-48 0,0 0 0,-20 44 16,9 0-16,-1 9 0,12-53 16,-16 40-16,4 0 15,-8 8-15,20-48 0,0 0 0,-16 35 16,16-35-16,0 0 0,0 0 16,-16 93-16,16-93 15,-24 66-15,13-22 0,-5-4 0,16-40 16,0 0-16,-12 44 0,0-9 0,12-35 15,0 0-15,0 0 0,-32 67 0,32-67 16,0 0-16,0 0 0,0 0 16,-40 97-16,17-58 0,23-39 15,-24 35-15,24-35 0,-28 40 0,28-40 16,-24 31-16,24-31 0,-16 40 16,-15-9-16,15 4 0,-16-9 15,8 5-15,24-31 0,-20 22 0,20-22 16,-12 36-16,12-36 15,-27 35-15,-1-4 0,28-31 0,-32 26 16,32-26-16,0 0 0,-24 35 16,-4-8-16,28-27 15,0 0-15,0 0 16,-43 53-16,43-53 0,0 0 16,-28 31-16,28-31 15,0 0-15,-8 13 16,8-13-16,0 0 15,-8 9-15,8-9 16,0 4-16,0-4 0,8 0 16,8-13-16,8-5 15,-24 18-15,0 0 16,0 0-16,0 0 0,87-92 0,-87 92 16,32-44-16,0 4 0,-1 5 0,-3-5 15,0 5-15,-28 35 0,20-44 0,-4 8 16,-16 36-16,23-39 0,-23 39 0,20-45 15,-20 45-15,28-44 0,-28 44 0,20-44 16,-20 44-16,24-44 0,-24 44 0,0 0 16,0 0-16,0 0 0,0 0 0,55-88 15,-55 88-15,0 0 0,0 0 16,64-97-16,-64 97 0,0 0 16,28-44-16,-28 44 15,0 0-15,19-31 16,-19 31-16,24-18 15,-24 18-15,8 0 0,-8 0 16,12 5-16,-4 4 16,0-1-1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7680" units="cm"/>
          <inkml:channel name="Y" type="integer" max="4320" units="cm"/>
          <inkml:channel name="T" type="integer" max="2.14748E9" units="dev"/>
        </inkml:traceFormat>
        <inkml:channelProperties>
          <inkml:channelProperty channel="X" name="resolution" value="115.95953" units="1/cm"/>
          <inkml:channelProperty channel="Y" name="resolution" value="103.22581" units="1/cm"/>
          <inkml:channelProperty channel="T" name="resolution" value="1" units="1/dev"/>
        </inkml:channelProperties>
      </inkml:inkSource>
      <inkml:timestamp xml:id="ts0" timeString="2020-10-19T17:58:05.643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context xml:id="ctx1">
      <inkml:inkSource xml:id="inkSrc3">
        <inkml:traceFormat>
          <inkml:channel name="X" type="integer" min="-3840" max="1440" units="cm"/>
          <inkml:channel name="Y" type="integer" max="2160" units="cm"/>
          <inkml:channel name="T" type="integer" max="2.14748E9" units="dev"/>
        </inkml:traceFormat>
        <inkml:channelProperties>
          <inkml:channelProperty channel="X" name="resolution" value="129.41176" units="1/cm"/>
          <inkml:channelProperty channel="Y" name="resolution" value="84.70588" units="1/cm"/>
          <inkml:channelProperty channel="T" name="resolution" value="1" units="1/dev"/>
        </inkml:channelProperties>
      </inkml:inkSource>
      <inkml:timestamp xml:id="ts1" timeString="2020-10-19T17:58:24.191"/>
    </inkml:context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12764 3418 0,'0'0'16,"134"83"0,-34-21-1,7 9-15,12-1 16,8 1 0,0 13-1,8 17 1,-4 5-16,8 8 15,0 1 1,11 9 0,9 3-1,-4 10-15,24 13 16,-5 0 0,1 4-1,-5 9-15,-31-26 0,-24-18 16,-15-31-16,-29 1 0,-11-23 0,-13 4 15,-3-12-15,-4-19 0,3 23 16,-43-62-16,52 62 0,-20 4 0,-32-66 16,31 62-16,5-14 0,-36-48 0,28 40 15,-8-9-15,-4-14 0,-12-8 0,0 0 16,-1-9-16,-3 0 0</inkml:trace>
  <inkml:trace contextRef="#ctx0" brushRef="#br0" timeOffset="3016.6">11978 4008 0,'0'0'0,"103"58"0,-103-58 15,0 0-15,167 101 0,-167-101 0,158 93 16,-158-93-16,199 119 0,-148-84 0,-51-35 16,207 137-16,-112-71 0,-95-66 15,194 141-15,-194-141 0,223 159 0,-124-93 16,4 9-16,-4 0 0,12 4 0,1 5 15,-1 0-15,0-5 0,-8 9 16,8 5-16,-111-93 0,222 176 0,-222-176 16,203 181-16,-104-88 0,12-5 0,-16 5 15,-3-10-15,-1 10 0,8-5 0,-12 0 16,1-13-16,-13 9 0,-3-4 0,-5-6 16,-3-3-16,-5 4 0,-59-75 15,56 84-15,-9-18 0,-47-66 0,56 57 16,-16-4-16,-5-4 0,-35-49 0,0 0 15,0 0-15,16 39 0,-16-39 16,-4 18-16,-16-9 16,-7-14-16,-9-17 15,-20 0-15,9-26 0,-1 4 0,0 8 16,1 1-16,-1-18 0,1 22 16,3-8-16,-4-10 0,1 5 0,-9-4 15,4-5-15,-7 0 0,3-5 0,56 58 16,-119-110-16,48 53 0,15-5 0,-23 5 15,15-5-15,-11-4 0,-4 4 16,-1-4-16,5 4 0,-12 1 0,-1-10 16,-3 9-16,91 62 0,-191-128 0,88 49 15,4 22-15,-8-18 0,0 13 0,8 0 16,-17 1-16,17 3 0,-4-4 0,-16 1 16,0 3-16,0-3 0,16 3 15,-4 5-15,3 5 0,-3-5 0,4 0 16,4 5-16,-4 3 0,3 6 0,100 39 15,-198-102-15,103 63 0,-1 8 16,1-9-16,12 0 0,-8 14 0,3-9 16,9 8-16,-4-4 0,7 9 0,76 22 15,0 0-15,0 0 0,0 0 16,-190-61-16,190 61 0,-44-9 0,44 9 16,0 0-16,0 0 0,0 0 0,0 0 15,-198-53-15,198 53 0,-44 4 16,16 9-1,28 18-15,24 5 16,20 8-16,7 4 0,13-4 0,-1 5 16,9-1-16,7-4 0,-79-44 0,0 0 15,218 128-15,-115-66 0,5 4 0,3 0 16,-8 0-16,4 5 0,8 0 16,4 4-16,-119-75 0,266 150 0,-266-150 15,262 176-15,-123-84 0,-8 10 0,-131-102 16,282 194-16,-147-88 0,4 4 0,-1-4 15,-3 4-15,0 0 0,-4 5 0,-131-115 16,262 238-16,-139-123 0,-4-1 16,4 5-16,-19-4 0,-9 0 0,12-5 15,-12 5-15,-7-1 0,7-12 0,-24-5 16,-71-97-16,147 189 0,-147-189 0,0 0 16,115 172-16,-115-172 0,48 93 0,-13-9 15,-35-84-15,0 0 0,0 0 0,36 70 16,-36-70-16,12 53 15,-20-22-15,-24-31 16,-7-18-16,-17-26 16,-7-13-16,-5-5 0,-3 5 0,7-9 15,64 66-15,0 0 0,0 0 0,-198-185 16,99 92-16,99 93 0,-191-181 0,191 181 16,-206-181-16,99 98 0,7-6 0,5 6 15,-8-1-15,4-4 0,-5-1 0,-11 10 16,8-9-16,107 88 0,-226-172 15,111 79-15,-8 14 0,0 0 0,-8-1 16,4 1-16,4-1 0,123 80 0,-230-145 16,230 145-16,-230-141 0,118 79 0,1 0 15,111 62-15,-222-128 0,119 67 0,0 12 16,3 1-16,5-1 0,4 1 16,-8 8-16,15 9 0,-7-9 0,8 10 15,83 30-15,0 0 0,0 0 0,-258-89 16,178 59-16,80 30 0,-95-23 0,24 1 15,71 22-15,0 0 0,0 0 16,0 0-16,-115-26 0,63 26 16,-4 0-16,29 9 15,11 8-15,20 10 16,12 8-16,11 5 0,21-5 16,-4 5-16,-1 0 0,13 4 0,3-9 15,-59-35-15,0 0 0,139 92 16,-139-92-16,100 62 0,-100-62 0,222 146 15,-107-76-15,-115-70 0,222 146 0,-222-146 16,234 137-16,-234-137 0,234 154 0,-118-70 16,3-1-16,0 6 0,8 3 0,-127-92 15,250 199-15,-131-98 0,4-4 16,-4 9-16,8 0 0,-127-106 0,238 216 16,-119-110-16,-12 8 0,4 5 0,0 0 15,-7-4-15,-5-5 0,-99-110 0,198 221 16,-118-115-16,15 4 0,-24-4 0,-3-5 15,-1 1-15,-7-10 0,3-4 0,-11 1 16,-8-14-16,-44-75 0,75 136 0,-75-136 16,0 0-16,0 0 0,0 0 0,0 0 15,91 194-15,-91-194 0,12 58 0,-12-58 16,0 48-16,0-48 16,-8 18-16,-12-9 0,-15-23 15,-5-3-15,-8-23 0,-3 0 0,7-4 16,-7-9-16,3 0 0,48 53 0,0 0 15,-159-158-15,159 158 0,0 0 0,-178-199 16,90 120-16,5-14 0,11 14 0,-19-5 16,4-9-16,0 19 0,-13-10 0,9-4 15,-8 4-15,0-4 0,-9 4 0,108 84 16,-210-172-16,99 88 0,-16 0 0,16 5 16,-4-5-16,8 0 0,-1 9 0,-11 5 15,0-5-15,0 4 0,0 5 0,-4 0 16,123 66-16,-214-132 0,103 79 15,12 0-15,-1-5 0,-3 10 0,8 8 16,8-8-16,-1 8 0,88 40 0,-155-75 16,76 44-16,8 5 0,3-1 0,1 1 15,67 26-15,-80-31 0,80 31 0,-67-26 16,-5 4-16,72 22 0,0 0 16,0 0-16,-127-36 0,127 36 15,-63-13-15,63 13 0,0 0 16,-44-4-16,16 8 15,13 9-15,7 9 16,16 5-16,15 4 0,-23-31 16,32 39-16,4-3 0,15 3 0,-7-8 15,-44-31-15,0 0 0,0 0 0,135 106 16,-99-80-16,47 36 0,-83-62 0,135 97 16,-135-97-16,0 0 0,242 177 0,-139-107 15,-3 1-15,-13-1 0,12-4 16,4 1-16,-15 7 0,7-7 0,0 8 15,8 0-15,-4 0 0,1 8 0,7-3 16,-12 3-16,-95-83 0,199 172 0,-199-172 16,206 172-16,-111-83 0,-4-6 0,13 6 15,-13-1-15,0 0 0,-3 0 0,-1-4 16,-8 0-16,5 0 0,-84-84 0,0 0 16,0 0-16,218 269 0,-147-186 0,-3 6 15,-68-89-15,75 88 0,-75-88 0,0 0 16,107 154-16,-55-79 0,-52-75 0,52 57 15,-17 9-15,-35-66 0,0 0 0,0 0 16,0 0-16,20 62 0,-20-62 16,8 49-16,-20-18 15,-12-27-15,-7 5 16,-17-40-16,48 31 0,-64-26 0,9-14 16,-5 0-16,1-4 0,15-4 0,-23 3 15,15 6-15,-7-10 0,3 5 0,-8 0 16,1-9-16,-1 5 0,-7-10 0,71 58 15,0 0-15,-151-119 0,151 119 0,-155-110 16,60 44-16,4 0 0,91 66 0,-187-128 16,148 97-16,-68-31 0,19 9 15,1-13-15,-12 18 0,11-5 0,1 0 16,-4 4-16,0 5 0,3-4 0,1-1 16,-8 10-16,11-6 0,-7 1 0,4 13 0,-1-4 15,1 9-15,8-14 0,-1 18 16,17-4-16,-13 8 0,17-4 0,3 4 15,1 1-15,55 17 0,0 0 0,0 0 16,-111-36-16,111 36 0,0 0 0,-28-4 16,4-1-16,24 5 15,-44 0-15,25 14 16,7 8-16,24-5 0,7 14 16,21 0-16,0 0 0,7 0 0,-47-31 15,0 0-15,0 0 0,171 106 16,-111-67-16,19 1 0,-20 4 0,17-4 15,-17 8-15,17-8 0,-9 9 0,9-1 16,-1 5-16,-7 0 0,11 0 0,-8 9 16,5-5-16,-76-57 0,0 0 0,0 0 15,198 163-15,-103-92 0,-3 8 0,-21-9 16,1-8-16,-1 0 0,-11-9 0,-9 0 16,-3-5-16,-16-4 0,7 1 0,5-15 15,-12 6-15,-32-36 0,27 39 0,-27-39 16,0 0-16,0 0 0,8 31 15,-8-31-15,-15 18 16,-5-18-16,-28-9 0,4-9 16,-15-12-16,3 3 0,5-4 0,-5-8 15,5 3-15,-5 10 0,8-10 0,1-3 16,-1 4-16,-7 8 0,11-4 0,-8-4 16,9 0-16,-1 8 0,4-4 0,-7 0 15,15-8-15,32 39 0,-60-44 0,60 44 16,0 0-16,-83-75 0,83 75 0,0 0 15,0 0-15,0 0 0,-103-97 16,103 97-16,0 0 0,0 0 0,0 0 16,-119-119-16,119 119 0,-36-58 0,-4 10 15,9 4-15,31 44 0,-28-36 0,8 10 16,8 17-16,4 0 0,4 5 0,0-1 16,4 5-16</inkml:trace>
  <inkml:trace contextRef="#ctx0" brushRef="#br0" timeOffset="5802.23">12950 7474 0,'83'36'15,"1"-5"-15,-1 4 0,-15 0 0,7 5 16,-75-40-16,75 44 0,5 13 0,-1-17 16,0 8-16,1 14 0,3 0 0,4 0 15,-11-1-15,11 1 0,-87-62 0,0 0 16,234 190-16,-142-111 0,3 5 0,-12 4 16,-83-88-16,179 168 0,-100-80 15,1 0-15,-1-4 0,0 8 0,1-3 16,-13 8-16,-67-97 0,0 0 0,195 247 15,-132-146-15,13 5 0,-9-18 0,-19 5 0,7-18 16,-7 13-16,-8 4 0,7-21 16,-19 17-16,-28-88 0,44 75 0,-17 9 0,-27-84 15,28 79-15,-16-8 0,-12-71 16,0 0-16,12 66 0,0 0 0,-12-66 16,-12 49-16,12-49 0,0 0 0,-16 35 15,-16-13-15,1-4 16,-21-10-16,4-38 0,1 8 0,-9 0 15,5-9-15,-1 4 0,-4-8 0,9 0 16,-5-1-16,-7-3 0,59 39 0,0 0 16,0 0-16,-179-119 0,179 119 0,0 0 15,0 0-15,-270-190 0,171 115 0,0 0 16,-12 9-16,27-5 0,-3 14 0,-8-5 16,7 5-16,-3 0 0,-4-10 0,4 19 15,-5-18-15,1 13 0,-4-13 0,8 4 16,-9 5-16,13-1 0,-20 10 0,16-1 15,-13-4-15,104 53 0,0 0 0,-246-127 16,139 74-16,12 9 0,95 44 0,-187-89 16,187 89-16,-107-44 0,16 9 0,91 35 15,0 0-15,-222-75 0,138 49 0,84 26 16,0 0-16,-115-31 0,36 13 0,79 18 16,-67-13-16,7 4 0,60 9 0,-52-9 15,52 9-15,0 0 0,0 0 16,-39 9-16,11 4 0,20 14 15,24-5-15,16 17 16,15 6-16,-47-45 0,64 52 0,-9-7 16,13 12-16,-5-9 0,5 1 0,-1-1 15,-67-48-15,0 0 0,163 115 0,-163-115 16,0 0-16,282 181 0,-167-93 0,0 0 16,0 0-16,0 1 0,-115-89 0,210 172 15,-98-89-15,-112-83 0,226 194 0,-123-97 16,16-4-16,-8 8 0,-8 1 0,4 4 15,-11-9-15,-1 9 0,8-5 0,-12 5 16,-7 0-16,7-9 0,-12 4 0,5 1 16,-13-5-16,-71-97 0,0 0 0,175 251 15,-175-251-15,115 181 0,-115-181 0,95 154 16,-95-154-16,76 132 0,-53-74 0,-7-10 0,-4-4 16,-8 5-16,-4-49 0,8 39 0,4 1 15,-12-40-15,0 0 0,0 35 0,4 1 16,-4-36-16,-8 35 15,8-35-15,0 0 16,-20 13-16,-12-8 16,1-10-16,-13-8 0,0-14 0,9-3 15,35 30-15,-48-36 0,48 36 0,-91-79 16,63 35-16,-28 0 0,17-5 0,-5 1 16,-4-1-16,5 1 0,-21-5 0,13 0 15,-9 0-15,60 53 0,0 0 0,-135-128 16,135 128-16,-127-123 0,127 123 0,-194-172 0,110 88 15,-15 0-15,4 5 0,-4 8 16,11-8-16,-7 4 0,-8 0 0,8 0 0,-8 0 16,-5 9-16,9-5 0,-12 1 0,111 70 15,-206-133-15,206 133 0,-215-136 0,112 74 16,-8 0-16,111 62 0,-198-114 0,86 56 16,-3 5-16,12-8 0,12 8 0,-8 9 15,-8-1-15,11 1 0,1 9 0,8-9 16,3 13-16,1 0 0,83 31 0,0 0 15,-159-61-15,68 34 0,12-4 0,15 5 16,1 8-16,7 0 0,8-4 0,48 22 16,-55-13-16,55 13 0,0 0 0,-44-13 15,44 13-15,0 0 0,-32-9 16,32 9-16,-23 5 16,23 8-16,16 0 15,11 9-15,21 13 0,4-8 16,3 8-16,-55-35 0,115 66 0,-115-66 15,95 62-15,-19-18 0,-5 0 0,-71-44 16,0 0-16,155 102 0,-56-50 0,4 15 16,-7-10-16,7 5 0,-4 4 0,4 4 15,1-3-15,-9 8 0,8-1 0,-103-74 0,206 155 16,-206-155-16,211 172 0,-104-97 16,8 22-16,-115-97 0,218 185 0,-115-88 15,-3 9-15,3-9 0,-103-97 0,202 212 0,-103-102 16,-11 0-16,-1-17 0,-8 8 0,-3 9 15,11-4-15,-11-9 0,-1 5 0,-8-5 16,-7 0-16,3-5 0,-11-4 0,-52-88 16,0 0-16,99 177 0,-99-177 0,0 0 15,88 176-15,-88-176 0,0 0 0,0 0 0,75 194 16,-67-132-16,-8-62 0,0 0 0,0 53 16,-16-13-16,16-40 15,-32 17-15,-11-12 0,-13-19 16,1-3-16,11-14 0,-16-4 0,9-10 15,-1 15-15,-3-28 0,7 10 0,-16-1 16,5-8-16,7 17 0,-15-26 0,-1 18 0,-3-19 16,7 6-16,-11-10 0,-4 9 0,-9-4 15,13-4-15,-4-1 0,-17-4 0,-3 5 16,12-10-16,-12 5 0,3 0 0,1 0 16,-4 5-16,4-5 0,-9 0 0,104 75 15,-214-141-15,119 61 0,-12 19 0,7-19 16,-3 19-16,8-6 0,-4 6 0,-12-1 0,8 5 15,7-5-15,5 0 0,-4 9 0,3 0 16,5-4-16,87 57 0,-131-71 0,36 23 16,95 48-16,-135-71 0,135 71 0,0 0 15,-191-97-15,191 97 0,0 0 0,0 0 16,0 0-16,0 0 0,-269-132 0,173 97 16,21-5-16,75 40 0,0 0 0,0 0 15,0 0-15,-91-48 0,91 48 16,0 0-16,-48-14 15,20 14-15,16 9 16,24 9-16,12 4 0,12 9 16,-36-31-16,55 44 0,-55-44 0,0 0 15,123 84-15,-123-84 0,0 0 0,0 0 16,223 154-16,-223-154 0,0 0 0,190 137 16,-87-62-16,-103-75 0,179 132 0,-80-62 15,-8-3-15,-91-67 0,0 0 0,246 185 16,-142-106-16,-104-79 0,206 177 0,-206-177 15,202 176-15,-202-176 0,191 159 0,-96-67 0,-11-4 16,11 1-16,-8 3 0,4 5 0,-3 0 16,-1-4-16,-8 4 0,1 0 0,-80-97 15,115 145-15,-36-39 0,-11-4 0,-1-5 16,-3-5-16,7 5 0,-19-13 0,-9 4 16,-3-8-16,8-5 0,-21-5 0,5 1 15,-32-71-15,0 0 0,64 167 0,-52-136 0,3 27 16,-11-1-16,-4-57 0,8 44 0,-8-44 15,-8 40-15,8-40 0,0 0 0,-11 35 16,11-35-16,-36 18 0,4-5 16,-12-18-16,1-8 0,-1-9 0,-4-9 15,5-4-15,-1-9 0,44 44 0,0 0 0,-111-93 16,111 93-16,0 0 0,0 0 0,-175-154 16,124 105-16,-44-43 0,-9 4 0,9-1 15,0 10-15,12 9 0,7 3 0,5-3 16,-1-1-16,72 71 0,0 0 0,-206-189 0,111 118 15,-5-4-15,9 0 0,0 0 0,-8 9 16,15-5-16,-7 5 0,-12 5 0,12-1 16,91 62-16,0 0 0,-247-163 0,247 163 15,-202-128-15,103 66 0,99 62 0,-135-88 0,135 88 16,0 0-16,-199-115 0,96 62 0,16 0 16,0 5-16,7 4 0,9 13 0,3-13 15,13 17-15,3 1 0,9 8 0,-5-4 16,8 5-16,40 17 0,-39-22 0,39 22 15,-32-23-15,32 23 0,0 0 0,-32-13 16,32 13-16,-8-4 16,8 4-16,-8 0 15,16 13-15,-8-13 16,0 0-16,64 53 0,-17-13 0,-47-40 16,0 0-16,143 101 0,-87-57 0,3 5 15,-7-5-15,-1 0 0,13 0 0,-9 5 0,9-1 16,-8 9-16,11-8 0,4 8 0,-7 1 15,-9-1-15,5 5 0,0-1 0,-5 1 16,-55-62-16,0 0 0,123 146 0,-55-63 16,-5-3-16,-63-80 0,0 0 0,119 154 15,-119-154-15,0 0 0,123 198 0,-87-127 16,-12-5-16,7-8 0,-7-6 0,-12 1 0,8-9 16,4 1-16,-16-6 0,-8 1 0,0-40 15,-20 26-15,0-8 16,4-5-16,8-4 0,-8-5 15,12-4-15</inkml:trace>
  <inkml:trace contextRef="#ctx1" brushRef="#br1">6435 5969 0</inkml:trace>
  <inkml:trace contextRef="#ctx1" brushRef="#br1" timeOffset="4618.45">6435 5969 0,'21'0'0,"0"0"31,-21 21 47,21-21-15,0 0-17,1 0-30,83 0 15,192-21 1,-86 21-17,-84 0 1,170 0-1,41 0 1,-84 21 0,0-21-1,-169 0 1,84 21 15,191 22-15,-21-1-1,-106 0 1,21-20 0,-21-1-1,-64 21 17,-106-42-17,43 21 16,64 0 16,-107-21-15,-21 22-17,-63-22 32,-106 0-16,-63 0 1,-64 0-17,127 0 1,-170 0-1,1 21 1,-233 21 0,465-42-1,-422 64 1,20 20 0,127-20 15,255-43-16,-340 64 1,64 20 0,1 1-1,62 0 1,191-64 0,-84 22-1,126-22 1,43-21-1,0 43 1,42-22 0,170-21-1,-43-21 1,127-21 0,64 0-1,105 0 16,-147 42-15,211 0 0,-43 0-1,-126 1 1,190 41 0,-42 22-1,-275-64 1,232 42-1,-190 1 1,-42-22 0,-1 1-1,-20-1 1,-1 0 0,-105-21-1,-21 1 16,-43-1-15,-21 0 0,-170-42-1,22 0 1,-317-43 15,359 43-31,-296-43 16,21 22-1,211 21 1,-359-21 0,-85 42-1,318 0 1,-254 21 15,-1 42-31,234-20 31,-128 41-15,128 1 0,63 0-1,84-22 1,65 1 0,-1 20-1,85-20 16,42-43-31,106 21 16,0-42 0,42 0-1,318-21 1,-21-21 0,-170 42-1,466 0 16,-254 21-15,21 42 0,-127 1-1,233 63 1,-169-21 0,-85 21-1,-148-64 1,42 43-1,-148-64 1,-85-20 0,-21-1-1,1-21 1,-107 21 0,0-42 15,-126 21 0,-361-85-15,297 64-1,-106-43 1,275 64-16,-275-21 16,148 0-1,-275 0 1,21 21-1,255 0 1,-382 42 0,254 1-1,42 20 1,1 22 0,84-1-1,64 1 16,105-43-15,43 1 0,21 20-1,85 1 1,126-22 0,-84-42-1,43 0 1,317 0-1,-22 0 1,64 42 0,-42 1-1,-42 20 1,42 22 0,63 42 15,-84 21-16,-191-63 1,-127-1 0,21-20-1,-63 21 1,-85-64 0,0 0-1,-21 0 1,-84 0-1,-86-21 1,86-21 0,-234-42-1,1-1 1,-128 1 0,85-1-1,-63 22 16,-43-1-15,22 43 0,-1 22-1,361-22 1,-213 21 0,-84 42-1,297-63 1,-64 64-1,105-43 1,22 0 0,42 43-1,106 20 1,-42-63 0,232 22 15,-211-22-16,275 21 1,21 1 0,-296-43-16,275 63 15,0 1 1,-127-22 0,170 64-1,-43 0 1,-191-22-1,64 43 1,-169-84 0,21 20-1,-64-21 1,-21 22 0,-42-43-1,-21 21 16,-64-20-15,-64-1 0,-20-42-1,84 21 1,-254-22 0,149 1-1,-86 21 1,-253-21-1,338 21 1,1 0 0,-340 0-1,213 21 1,126 0 0,127 1 15,1-22-16,41 21 1,22 0 0,106 0-1,63-21 1,233 42 0,-42 22-1,84 42 1,-84 0-1,20 42 1,-105-42 0,-211-85-1,63 63 1,-43-41 0,-148-22 15,-147-106-16,20 1 1,-211-107 0,84 64-1,-106-21 1,128 42 0,-22 0-1,1 0 1,84 22-1,127 20 1,-64-42 0,106 1-1,64 62 1,64-63 0,168-21 15,22 43-16,21 41 1,-63 22 0,380-21-1,-338 42 1,-106-21 15,-106 0-15,-233-85-1,43 42 1,-297-42 0,-84 1-1,296 62 1,-21 22 0,211 42 15</inkml:trace>
  <inkml:trace contextRef="#ctx0" brushRef="#br1" timeOffset="30800.28">1131 17758 0,'0'0'0,"0"0"0,0 0 15,0 0-15,0-4 16,0 4-16,0 4 0,0-4 16,0 0-16,4 44 15,-4-22-15,-4 0 0,4-13 0,0 4 16,-8-8-16,8-1 0,0-4 0,0 0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7680" units="cm"/>
          <inkml:channel name="Y" type="integer" max="4320" units="cm"/>
          <inkml:channel name="T" type="integer" max="2.14748E9" units="dev"/>
        </inkml:traceFormat>
        <inkml:channelProperties>
          <inkml:channelProperty channel="X" name="resolution" value="115.95953" units="1/cm"/>
          <inkml:channelProperty channel="Y" name="resolution" value="103.22581" units="1/cm"/>
          <inkml:channelProperty channel="T" name="resolution" value="1" units="1/dev"/>
        </inkml:channelProperties>
      </inkml:inkSource>
      <inkml:timestamp xml:id="ts0" timeString="2020-10-19T17:59:00.636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9763 5706 0,'-44'22'0,"44"-22"15,0 0-15,-43 31 0,43-31 16,-44 40-16,44-40 16,-47 31-16,3-5 0,44-26 15,-40 31-15,1 9 16,3-5-16,36-35 0,-36 31 16,4 0-16,1-5 0,31-26 0,-24 27 15,24-27-15,-28 30 0,28-30 16,-20 31-16,20-31 15,0 0-15,0 0 0,0 0 16,-51 66-16,51-66 0,-8 14 16,8-14-16,-8 39 15,12-12-15,-4-27 16,8 17-16,23-3 16,-31-14-16,40 0 15,-40 0-15,71 0 0,-71 0 16,68-5-16,-68 5 0,0 0 15,151-13-15,-84 0 0,-11 0 0,-1-5 16,-7 5-16,0 0 0,-5 4 16,-43 9-16,0 0 0,0 0 0,127-22 15,-91 17-15,-36 5 0,0 0 0,131-13 16,-131 13-16,0 0 0,0 0 0,0 0 16,0 0-16,0 0 0,206-13 15,-206 13-15,72-5 0,-13 5 0,-59 0 16,56 0-16,-24 9 15,-32-9-15,0 0 0,23 18 16,-23 4-16,-23-4 16,-9 4-16,32-22 15,-32 30-15,-27-8 0,59-22 0,-48 27 16,-24-5-16,72-22 0,-67 26 0,-4 1 16,71-27-16,-84 26 0,17 5 0,-5-4 15,72-27-15,0 0 0,-139 44 0,72-13 16,7 8-16,5-12 0,3-1 15,-3-8-15,7 0 0,8 12 0,1 1 16,-1-9-16,8 5 0,-7-14 0,15 9 16,24-22-16,-32 27 0,0-5 0,32-22 15,0 0-15,0 0 0,-31 30 16,19 1-16,12-31 16,-12 31-16,20-4 15,0-1-15,23-8 16,5-1-16,16-12 0,-9 4 15,-43-9-15,0 0 0,119-5 0,-71-4 16,8 5-16,-1-9 0,5 0 0,-9-1 16,1 1-16,11 9 0,-11-5 0,7-4 15,-59 13-15,0 0 0,127-18 16,-127 18-16,0 0 0,0 0 0,183-27 16,-183 27-16,0 0 0,0 0 0,0 0 15,0 0-15,0 0 0,317-39 0,-317 39 16,0 0-16,0 0 0,247-27 0,-247 27 15,0 0-15,0 0 0,0 0 16,0 0-16,99-8 0,0 3 16,-99 5-16,0 0 0,56 9 15,-56-9-15,23 13 16,-23 9-16,-27 5 16,3-14-16,-16 18 0,-11-9 0,7-5 15,44-17-15,-56 27 0,-7-5 0,63-22 16,-88 31-16,88-31 0,0 0 0,-131 44 15,131-44-15,0 0 0,0 0 0,-178 66 16,178-66-16,0 0 0,0 0 0,-195 79 16,195-79-16,-111 45 0,8 7 0,103-52 15,-103 40-15,20-9 0,15 4 16,21 1-16,-13-1 0,60-35 0,0 0 16,0 0-16,-48 35 0,-3 0 15,3 5-15,48-40 0,0 0 0,0 0 16,-47 40-16,47-40 15,0 0-15,-24 39 16,24-39-16,-8 31 16,20 0-16,15-22 15,17 0-15,4 4 0,-5-9 0,9-4 16,-4-4-16,-1 0 0,5-5 0,-1 0 16,5-4-16,7 0 0,1 4 0,-64 9 15,0 0-15,0 0 0,0 0 0,0 0 16,194-27-16,-194 27 0,0 0 0,0 0 15,0 0-15,0 0 0,393-44 0,-393 44 16,159-9-16,-159 9 0,159-17 0,-159 17 16,0 0-16,0 0 0,270-27 15,-270 27-15,0 0 0,0 0 0,0 0 16,0 0-16,254-9 0,-254 9 0,0 0 16,87 9-16,-87-9 15,64 18-15,-25-5 16,-19 5-16,-24-1 15,-12-3-15,-23-6 0,-1 1 16,-16 13-16,-3-8 0,-1 8 0,-3-5 16,3-4-16,-7 10 0,67-23 0,0 0 15,-163 39-15,163-39 0,-107 31 16,107-31-16,0 0 0,-167 35 0,124-21 16,43-14-16,-147 44 0,51-13 0,96-31 15,-162 48-15,162-48 0,0 0 0,0 0 16,0 0-16,-231 84 0,231-84 0,0 0 15,0 0-15,0 0 0,0 0 0,-186 70 16,107-25-16,11-10 0,68-35 0,0 0 16,-55 26-16,55-26 0,0 0 15,-48 31-15,48-31 16,0 0-16,-20 22 16,20-13-16,16 0 15,12-9-15,11-5 16,13 5-16,-52 0 0,0 0 0,0 0 15,135-13-15,-135 13 0,71-4 0,-71 4 16,0 0-16,163-18 0,-163 18 0,0 0 16,0 0-16,199-26 0,-199 26 0,115-9 15,-115 9-15,0 0 0,218-18 0,-218 18 16,0 0-16,119-13 0,-8 4 0,-111 9 16,0 0-16,0 0 0,199-9 0,-199 9 15,0 0-15,0 0 0,0 0 0,0 0 16,0 0-16,0 0 0,0 0 0,0 0 15,218-17-15,-218 17 0,95 13 16,-95-13-16,79 9 0,-79-9 16,64 17-16,-64-17 15,36 18-15,-36-18 16,4 31-16,-8 0 16,-24 4-16,28-35 0,-40 31 15,1-9-15,-5 0 0,44-22 0,-48 13 16,-7 5-16,55-18 0,-48 22 0,0-4 15,48-18-15,-79 26 0,39-13 0,-3 0 16,43-13-16,0 0 0,0 0 0,-99 31 16,55-13-16,-16 4 0,60-22 0,-59 22 15,59-22-15,-115 40 0,115-40 0,0 0 16,-52 22-16,-7 0 0,59-22 0,0 0 16,-48 26-16,48-26 0,-60 22 15,5 5-15,55-27 0,0 0 0,0 0 16,-48 31-16,48-31 15,-39 31-15,39-31 16,0 0-16,-32 30 16,32-30-16,0 18 0,16 0 15,11-1-15,13-12 16,8-1-16,-5-13 0,9 1 0,-4-1 16,-48 9-16,67-9 0,-15 4 0,-52 5 15,67-4-15,-67 4 0,0 0 0,135-9 16,-135 9-16,0 0 0,0 0 0,0 0 15,0 0-15,250-13 0,-159 4 16,-3-4-16,-88 13 0,71-9 0,-3 5 16,-68 4-16,99 9 0,-99-9 0,40 13 15,-40-13-15,39 13 0,1-4 0,-40-9 16,0 0-16,0 0 0,24 4 16,-24-4-16,0 0 15,12 9-15,-8 13 16,-4-22-16,-12 22 15,-12 0-15,24-22 16,-44 40-16,44-40 0,-59 26 16,59-26-16,-64 31 0,9-4 0,55-27 15,-68 31-15,68-31 0,-63 26 0,63-26 0,0 0 16,0 0-16,-88 40 0,88-40 16,0 0-16,-119 57 0,119-57 0,0 0 15,0 0-15,0 0 0,0 0 0,-123 62 16,123-62-16,0 0 0,0 0 0,0 0 15,0 0-15,-143 88 0,143-88 0,0 0 16,-63 44-16,3-4 16,60-40-16,0 0 0,-39 44 15,39-44-15,-8 35 16,16-4-16,19-13 16,1-5-16,12-9 0,-4 5 0,-36-9 15,67 4-15,-67-4 0,0 0 0,0 0 16,103 5-16,-103-5 0,0 0 0,0 0 15,143 0-15,-143 0 0,0 0 0,0 0 16,0 0-16,175-5 0,-175 5 0,107 14 16,-107-14-16,91 13 0,-91-13 0,84 18 15,-13 4-15,-71-22 0,64 22 0,-64-22 16,51 9-16,-51-9 0,0 0 0,0 0 16,36 22-16,-20 8 15,-12 1-15,-16-4 0,12-27 0,-52 17 16,52-17-16,-40 14 0,5-6 0,3-3 15,8-1 1</inkml:trace>
  <inkml:trace contextRef="#ctx0" brushRef="#br1" timeOffset="9256.34">11057 7664 0,'20'22'16,"-20"-22"-16,32 27 0,-32-27 15,51 39-15,-3-3 0,7 3 16,-55-39-16,115 80 0,-67-41 16,4-12-16,-9 8 0,5 9 0,-48-44 15,51 35-15,5 18 0,-56-53 0,56 44 16,-56-44-16,55 53 0,-7 0 0,-9-9 16,-39-44-16,44 40 0,-44-40 0,28 40 15,-28-40-15,20 31 0,-20-31 0,0 0 16,4 35-16,-4-35 15,-16 22-15,16-22 0,-36 18 16,-4-5-16,-19-22 0,3-17 16,-7 3-16,3 1 0,1 5 0,7-1 15,-11 5-15,7-9 0,5 4 0,-5 1 16,56 17-16,0 0 0,-143-53 0,84 31 16,59 22-16,0 0 0,0 0 0,-155-49 15,155 49-15,-64-22 0,64 22 0,-79-18 16,15-8-16,64 26 0,0 0 0,0 0 15,-91-22-15,91 22 16,0 0-16,0 0 0,0 0 0,-115-27 16,115 27-16,0 0 15,-36 0-15,24 9 16,12 0-16,16 18 16,20-10-16,0 5 0,-36-22 0,0 0 15,0 0-15,119 80 0,-119-80 0,0 0 16,0 0-16,151 88 0,-151-88 0,0 0 15,0 0-15,174 123 0,-174-123 0,0 0 16,226 168-16,-138-111 0,-88-57 16,71 71-16,5-14 0,-76-57 0,63 53 0,-3 4 15,-60-57-15,55 53 0,1 5 16,-56-58-16,0 0 0,43 48 0,-43-48 16,0 0-16,32 44 0,-20 0 15,-12-44-15,-4 22 16,-12-8-16,-12-14 15,-23-5-15,3 1 0,-7-18 0,-1-9 16,5 0-16,3 9 0,-8-5 0,9 1 16,-13 0-16,5-1 0,-1 1 0,-3 4 15,11-5-15,48 27 0,0 0 0,0 0 16,0 0-16,0 0 0,0 0 0,-218-93 16,103 54-16,115 39 0,-124-49 0,124 49 15,-115-44-15,12 9 0,103 35 0,-91-31 16,91 31-16,0 0 0,-115-35 15,51 13-15,64 22 0,-55-18 0,55 18 16,0 0-16,0 0 0,0 0 0,-72-13 16,72 13-16,-31 9 15,19 0-15,12-9 16,16 30-16,3-3 16,37 13-16,-12-5 0,27 4 0,-71-39 15,79 49-15,-3-5 0,-76-44 0,111 66 16,-32-17-16,-7-1 0,-72-48 0,0 0 15,163 110-15,-163-110 0,0 0 0,0 0 16,206 146-16,-206-146 0,206 163 0,-206-163 16,0 0-16,211 177 0,-144-129 0,-7 23 15,-9-18-15,-51-53 0,44 52 0,-44-52 16,43 58-16,-43-58 0,44 44 0,-20-13 16,-24-31-16,12 31 0,-12-9 15,-16-14-15,4-8 16,-28 0-16,40 0 15,-71-35-15,0 9 0,-5-10 0,9 6 0,-1-6 16,-3 10-16,7-14 0,5 18 16,59 22-16,0 0 0,-139-62 0,139 62 0,0 0 15,0 0-15,-191-97 0,191 97 16,0 0-16,-170-75 0,55 22 0,15 9 16,100 44-16,0 0 0,0 0 0,0 0 15,0 0-15,-250-105 0,250 105 0,0 0 16,0 0-16,0 0 0,-166-53 0,166 53 15,0 0-15,-100-27 0,25 10 16,75 17-16,0 0 0,-63-9 16,35 18-16,24 8 15,24 5-15,11 5 0,17-1 16,-4-4-16,-44-22 0,0 0 0,107 71 16,-44-32-16,5 6 0,-68-45 0,0 0 15,0 0-15,174 123 0,-174-123 0,0 0 16,183 128-16,-135-88 0,51 43 0,-8-8 15,-4 0-15,-87-75 0,143 133 0,-143-133 16,0 0-16,127 123 0,-127-123 0,92 101 16,-92-101-16,0 0 0,127 150 0,-88-101 15,-11-5-15,-28-44 0,28 53 0,-28-53 16,0 0-16,8 35 0,-8-35 0,0 0 16,0 35-16,-16-12 15,-20-19-15,-8-4 16,-11-22-16,-5 0 0,-7-5 0,67 27 15,-135-66-15,135 66 0,0 0 0,0 0 16,0 0-16,-198-106 0,198 106 0,0 0 16,0 0-16,-219-110 0,219 110 0,0 0 15,-222-119-15,127 66 0,3 14 0,25-1 16,-12 9-16,23-4 0,0-1 0,-3 14 16,59 22-16,-56-35 0,-3 9 0,59 26 15,0 0-15,-68-31 0,13 0 16,55 31-16,0 0 0,0 0 0,-68-22 15,68 22-15,0 0 16,0 0-16,-55-18 0,19 9 16,36 9-16,-24 9 15,20 9-15,12 8 16,28 18-16,-36-44 0,0 0 16,63 49-16,-7 4 0,8-9 0,-1 4 15,-63-48-15,71 62 0,-7-9 0,-64-53 16,95 79-16,-27-26 0,-68-53 0,0 0 15,135 115-15,-135-115 0,0 0 0,0 0 16,166 159-16,-166-159 0,0 0 0,199 203 16,-144-124-16,13-22 0,-13 1 0,-23-1 0,8-4 15,-4-9-15,-5-9 0,-3 9 0,-28-44 16,24 36-16,-24-36 0,8 44 0,-8-44 16,0 0-16,8 35 0,-8-35 15,-8 31-15,8-31 16,-20 22-16,20-22 15,-48 0-15,1 0 0,3-13 16,-4-9-16,-3 4 0,51 18 0,-48-31 16,-7 9-16,55 22 0,-44-31 0,44 31 15,-79-39-15,31 8 0,8 0 0,-11 4 16,3 1-16,12-1 0,1 1 0,-5 4 16,40 22-16,-48-31 0,5 5 0,3-10 0,-8 10 15,48 26-15,0 0 0,-87-62 0,35 36 16,52 26-16,0 0 0,0 0 0,-87-62 15,87 62-15,-51-40 0,51 40 0,-60-26 16,16-5-16,44 31 0,-47-27 0,47 27 16,-44-22-16,0 5 0,44 17 0,0 0 15,-35-13-15,35 13 16,-36-18-16,4 9 16,32 9-16,0 0 0,-28 0 15,21 9-15,10 9 16,9-1-16,12 10 15,-24-27-15,32 26 0,-32-26 0,0 0 16,0 0-16,111 93 0,-111-93 0,87 66 16,-87-66-16,0 0 0,100 75 0,-33-18 0,-67-57 15,103 75-15,-43-22 0,3 0 16,1-5-16,-21-3 0,5-6 0,-8 5 0,3-4 16,-11-5-16,4 5 0,-36-40 0,0 0 15,0 0-15,0 0 0,0 0 0,99 137 16,-99-137-16,32 48 0,-32-48 0,0 0 15,0 0-15,20 40 0,-20-40 16,4 44-16,-4-44 16,-24 18-16,-4-5 15,-12-13-15,1-13 0,-1-1 0,-4-3 16,44 17-16,0 0 0,0 0 0,-111-53 16,111 53-16,0 0 0,0 0 0,-127-58 15,68 32-15,-1-9 0,60 35 0,-79-31 0,31-4 16,48 35-16,-47-22 0,-1 4 0,0 5 15,48 13-15,-39-18 0,-5 0 0,0-8 16,44 26-16,0 0 0,0 0 0,-43-13 16,43 13-16,0 0 15,-44-14-15,44 14 16,-20-4-16,20 4 16,-24 4-16,16 10 15,8 3-15,0-17 0,24 40 16,0-5-16,20-4 0,-9 13 15,-35-44-15,48 44 0,-48-44 0,48 40 16,-13 4-16,1-13 0,-4 9 0,4-14 16,-36-26-16,23 44 0,-23-44 0,28 40 15,-28-40-15,0 0 0,28 40 0,-4 8 16,-24-48-16,16 40 0,-16-40 16,0 0-16,8 40 0,-8-40 15,-12 30-15,-12-8 16,-4-8-16,-12-10 15,-3 1-15,43-5 0,-48-5 0,48 5 16,0 0-16,0 0 0,-103-4 0,103 4 16,-48-5-16,9 1 0,15-5 0,0 5 15,12 4-15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26BD11B-4053-40A1-A3C9-A7CD379745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51082C6-02FF-4972-B4DD-24395795D1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2EDD6B77-BA34-43A6-93B9-19D9F3325C8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BFF3D342-E905-45AC-AD85-613A9AB4AAD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714231BA-5DD4-4A8D-B1BE-E7434D46F9C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DAD68865-D261-4D4E-B64B-4CB9E017DE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1C94DDC5-24BD-4AEE-BEE4-4E150974D78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8CBAE524-0C87-43F1-BF8C-8443F07484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9BA787C-2D0D-4983-BF45-BCAEACA60BC2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744972F6-6D5C-484B-AAC4-A002F4455E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B841873A-F2F7-4FD7-B339-9A3818606E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George Boole is credited with laying the foundation for Boolean Algebra.  The work of George Boole is still very important today.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2C4FD083-15D4-4F5E-B727-005FF02537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47310A2-FF5D-41C2-874C-C89CEC4F660B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E80262D1-4BE0-4415-ABD0-9DD6913738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053BEB09-2719-4A36-BB45-76A40FCD32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(type) represents a typecast.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5A722B96-B795-4512-8A9A-2AE5091AA0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F97ABAA-813C-480A-86B9-622761985283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D2895BB5-7318-4630-9686-635AA9EED2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2BFFBF0A-8590-4A66-972A-947AD3F890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And is used to see if all parts are true.  In some languages, and is actually written as a word.   In other languages, and is written as a symbol, like </a:t>
            </a: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altLang="en-US" sz="1600"/>
              <a:t> or </a:t>
            </a: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altLang="en-US" sz="1600"/>
              <a:t>.</a:t>
            </a:r>
          </a:p>
          <a:p>
            <a:pPr eaLnBrk="1" hangingPunct="1"/>
            <a:r>
              <a:rPr lang="en-US" altLang="en-US" sz="1600"/>
              <a:t>Or is used to see if any part is true.  In some languages, or is actually written as a word.  In other languages, or is written as a symbol, like </a:t>
            </a: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en-US" altLang="en-US" sz="1600"/>
              <a:t> or</a:t>
            </a: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|</a:t>
            </a:r>
            <a:r>
              <a:rPr lang="en-US" altLang="en-US" sz="1600"/>
              <a:t>.</a:t>
            </a:r>
          </a:p>
          <a:p>
            <a:pPr eaLnBrk="1" hangingPunct="1"/>
            <a:r>
              <a:rPr lang="en-US" altLang="en-US" sz="1600"/>
              <a:t>Not is used to negate a boolean value.  In some languages, not is actually written as a word.  In other languages, not is written as a symbol, like </a:t>
            </a: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altLang="en-US" sz="1600"/>
              <a:t>.</a:t>
            </a:r>
          </a:p>
          <a:p>
            <a:pPr eaLnBrk="1" hangingPunct="1"/>
            <a:endParaRPr lang="en-US" altLang="en-US" sz="16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4A2BB24E-5C95-4D2F-B4F4-CBBB51CD6C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66898D1-7DD6-46B8-A595-AB33B34DB42E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09266D97-37F8-45D3-909C-E53DEB7311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2535673-3AFA-4074-AF49-9836CE930D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52689D3B-74F7-40F8-95F3-0F9C4334DC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D07B226-B3DA-43C4-994F-BD5115162060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2FDF09B4-AE70-440D-AAA9-3242A15EBD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521C38B6-677D-4901-9F34-9AF39FD411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0755CC24-D850-46D9-A9BB-A0A9C823E1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941112B-0C42-4022-BB9E-3A0B25F1A497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31912C9A-551E-4F9C-8CDD-EB3CE356CF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15150E42-19AE-4416-B315-4208F5DC66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702E56EF-7823-4796-AB44-552E3579C1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3F16FA8-D0E5-454A-A23F-6C66A5DDA768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1DAB1F3A-F307-494E-89CF-CB91356950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6ED2F02C-21EB-4817-9A41-BF1A8C9467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0F834451-34F4-4D30-ADE8-33901067E2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00F3AC1-0B51-427B-84E0-1C607BBE3805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DC02B371-C62B-46FF-A64D-F98EB17F1D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8FB3DCD4-2E08-438F-BB9F-FCE5C226B3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17F36A8-872D-456C-A617-28025C587E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1413" y="687388"/>
            <a:ext cx="4513262" cy="3386137"/>
          </a:xfrm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FD671C0-E23E-4F86-AD8B-80F6B35022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sz="1500">
                <a:latin typeface="Courier New" panose="02070309020205020404" pitchFamily="49" charset="0"/>
              </a:rPr>
              <a:t>num</a:t>
            </a:r>
            <a:r>
              <a:rPr lang="en-US" altLang="en-US" sz="1500"/>
              <a:t> starts out with the value 11.   </a:t>
            </a:r>
            <a:r>
              <a:rPr lang="en-US" altLang="en-US" sz="1500">
                <a:latin typeface="Courier New" panose="02070309020205020404" pitchFamily="49" charset="0"/>
              </a:rPr>
              <a:t>num=11</a:t>
            </a:r>
          </a:p>
          <a:p>
            <a:r>
              <a:rPr lang="en-US" altLang="en-US" sz="1500">
                <a:latin typeface="Courier New" panose="02070309020205020404" pitchFamily="49" charset="0"/>
              </a:rPr>
              <a:t>++ is the same as num=num+1</a:t>
            </a:r>
          </a:p>
          <a:p>
            <a:endParaRPr lang="en-US" altLang="en-US" sz="1500">
              <a:latin typeface="Courier New" panose="02070309020205020404" pitchFamily="49" charset="0"/>
            </a:endParaRPr>
          </a:p>
          <a:p>
            <a:r>
              <a:rPr lang="en-US" altLang="en-US" sz="1500">
                <a:latin typeface="Courier New" panose="02070309020205020404" pitchFamily="49" charset="0"/>
              </a:rPr>
              <a:t>num</a:t>
            </a:r>
            <a:r>
              <a:rPr lang="en-US" altLang="en-US" sz="1500"/>
              <a:t> is then increased by 1.   </a:t>
            </a:r>
            <a:r>
              <a:rPr lang="en-US" altLang="en-US" sz="1500">
                <a:latin typeface="Courier New" panose="02070309020205020404" pitchFamily="49" charset="0"/>
              </a:rPr>
              <a:t>num = 12</a:t>
            </a:r>
          </a:p>
          <a:p>
            <a:r>
              <a:rPr lang="en-US" altLang="en-US" sz="1500">
                <a:latin typeface="Courier New" panose="02070309020205020404" pitchFamily="49" charset="0"/>
              </a:rPr>
              <a:t>-- is the same as num=num-1</a:t>
            </a:r>
          </a:p>
          <a:p>
            <a:endParaRPr lang="en-US" altLang="en-US" sz="1500"/>
          </a:p>
          <a:p>
            <a:r>
              <a:rPr lang="en-US" altLang="en-US" sz="1500">
                <a:latin typeface="Courier New" panose="02070309020205020404" pitchFamily="49" charset="0"/>
              </a:rPr>
              <a:t>num</a:t>
            </a:r>
            <a:r>
              <a:rPr lang="en-US" altLang="en-US" sz="1500"/>
              <a:t> is then decreased by 1.   </a:t>
            </a:r>
            <a:r>
              <a:rPr lang="en-US" altLang="en-US" sz="1500">
                <a:latin typeface="Courier New" panose="02070309020205020404" pitchFamily="49" charset="0"/>
              </a:rPr>
              <a:t>num = 11</a:t>
            </a:r>
          </a:p>
          <a:p>
            <a:endParaRPr lang="en-US" altLang="en-US" sz="1500">
              <a:latin typeface="Courier New" panose="02070309020205020404" pitchFamily="49" charset="0"/>
            </a:endParaRPr>
          </a:p>
          <a:p>
            <a:r>
              <a:rPr lang="en-US" altLang="en-US" sz="1500">
                <a:latin typeface="Courier New" panose="02070309020205020404" pitchFamily="49" charset="0"/>
              </a:rPr>
              <a:t>num</a:t>
            </a:r>
            <a:r>
              <a:rPr lang="en-US" altLang="en-US" sz="1500"/>
              <a:t> is then increased by 1.   </a:t>
            </a:r>
            <a:r>
              <a:rPr lang="en-US" altLang="en-US" sz="1500">
                <a:latin typeface="Courier New" panose="02070309020205020404" pitchFamily="49" charset="0"/>
              </a:rPr>
              <a:t>num = 12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17F36A8-872D-456C-A617-28025C587E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1413" y="687388"/>
            <a:ext cx="4513262" cy="3386137"/>
          </a:xfrm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FD671C0-E23E-4F86-AD8B-80F6B35022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sz="1500">
                <a:latin typeface="Courier New" panose="02070309020205020404" pitchFamily="49" charset="0"/>
              </a:rPr>
              <a:t>num</a:t>
            </a:r>
            <a:r>
              <a:rPr lang="en-US" altLang="en-US" sz="1500"/>
              <a:t> starts out with the value 11.   </a:t>
            </a:r>
            <a:r>
              <a:rPr lang="en-US" altLang="en-US" sz="1500">
                <a:latin typeface="Courier New" panose="02070309020205020404" pitchFamily="49" charset="0"/>
              </a:rPr>
              <a:t>num=11</a:t>
            </a:r>
          </a:p>
          <a:p>
            <a:r>
              <a:rPr lang="en-US" altLang="en-US" sz="1500">
                <a:latin typeface="Courier New" panose="02070309020205020404" pitchFamily="49" charset="0"/>
              </a:rPr>
              <a:t>++ is the same as num=num+1</a:t>
            </a:r>
          </a:p>
          <a:p>
            <a:endParaRPr lang="en-US" altLang="en-US" sz="1500">
              <a:latin typeface="Courier New" panose="02070309020205020404" pitchFamily="49" charset="0"/>
            </a:endParaRPr>
          </a:p>
          <a:p>
            <a:r>
              <a:rPr lang="en-US" altLang="en-US" sz="1500">
                <a:latin typeface="Courier New" panose="02070309020205020404" pitchFamily="49" charset="0"/>
              </a:rPr>
              <a:t>num</a:t>
            </a:r>
            <a:r>
              <a:rPr lang="en-US" altLang="en-US" sz="1500"/>
              <a:t> is then increased by 1.   </a:t>
            </a:r>
            <a:r>
              <a:rPr lang="en-US" altLang="en-US" sz="1500">
                <a:latin typeface="Courier New" panose="02070309020205020404" pitchFamily="49" charset="0"/>
              </a:rPr>
              <a:t>num = 12</a:t>
            </a:r>
          </a:p>
          <a:p>
            <a:r>
              <a:rPr lang="en-US" altLang="en-US" sz="1500">
                <a:latin typeface="Courier New" panose="02070309020205020404" pitchFamily="49" charset="0"/>
              </a:rPr>
              <a:t>-- is the same as num=num-1</a:t>
            </a:r>
          </a:p>
          <a:p>
            <a:endParaRPr lang="en-US" altLang="en-US" sz="1500"/>
          </a:p>
          <a:p>
            <a:r>
              <a:rPr lang="en-US" altLang="en-US" sz="1500">
                <a:latin typeface="Courier New" panose="02070309020205020404" pitchFamily="49" charset="0"/>
              </a:rPr>
              <a:t>num</a:t>
            </a:r>
            <a:r>
              <a:rPr lang="en-US" altLang="en-US" sz="1500"/>
              <a:t> is then decreased by 1.   </a:t>
            </a:r>
            <a:r>
              <a:rPr lang="en-US" altLang="en-US" sz="1500">
                <a:latin typeface="Courier New" panose="02070309020205020404" pitchFamily="49" charset="0"/>
              </a:rPr>
              <a:t>num = 11</a:t>
            </a:r>
          </a:p>
          <a:p>
            <a:endParaRPr lang="en-US" altLang="en-US" sz="1500">
              <a:latin typeface="Courier New" panose="02070309020205020404" pitchFamily="49" charset="0"/>
            </a:endParaRPr>
          </a:p>
          <a:p>
            <a:r>
              <a:rPr lang="en-US" altLang="en-US" sz="1500">
                <a:latin typeface="Courier New" panose="02070309020205020404" pitchFamily="49" charset="0"/>
              </a:rPr>
              <a:t>num</a:t>
            </a:r>
            <a:r>
              <a:rPr lang="en-US" altLang="en-US" sz="1500"/>
              <a:t> is then increased by 1.   </a:t>
            </a:r>
            <a:r>
              <a:rPr lang="en-US" altLang="en-US" sz="1500">
                <a:latin typeface="Courier New" panose="02070309020205020404" pitchFamily="49" charset="0"/>
              </a:rPr>
              <a:t>num = 12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33487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17F36A8-872D-456C-A617-28025C587E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1413" y="687388"/>
            <a:ext cx="4513262" cy="3386137"/>
          </a:xfrm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FD671C0-E23E-4F86-AD8B-80F6B35022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sz="1500">
                <a:latin typeface="Courier New" panose="02070309020205020404" pitchFamily="49" charset="0"/>
              </a:rPr>
              <a:t>num</a:t>
            </a:r>
            <a:r>
              <a:rPr lang="en-US" altLang="en-US" sz="1500"/>
              <a:t> starts out with the value 11.   </a:t>
            </a:r>
            <a:r>
              <a:rPr lang="en-US" altLang="en-US" sz="1500">
                <a:latin typeface="Courier New" panose="02070309020205020404" pitchFamily="49" charset="0"/>
              </a:rPr>
              <a:t>num=11</a:t>
            </a:r>
          </a:p>
          <a:p>
            <a:r>
              <a:rPr lang="en-US" altLang="en-US" sz="1500">
                <a:latin typeface="Courier New" panose="02070309020205020404" pitchFamily="49" charset="0"/>
              </a:rPr>
              <a:t>++ is the same as num=num+1</a:t>
            </a:r>
          </a:p>
          <a:p>
            <a:endParaRPr lang="en-US" altLang="en-US" sz="1500">
              <a:latin typeface="Courier New" panose="02070309020205020404" pitchFamily="49" charset="0"/>
            </a:endParaRPr>
          </a:p>
          <a:p>
            <a:r>
              <a:rPr lang="en-US" altLang="en-US" sz="1500">
                <a:latin typeface="Courier New" panose="02070309020205020404" pitchFamily="49" charset="0"/>
              </a:rPr>
              <a:t>num</a:t>
            </a:r>
            <a:r>
              <a:rPr lang="en-US" altLang="en-US" sz="1500"/>
              <a:t> is then increased by 1.   </a:t>
            </a:r>
            <a:r>
              <a:rPr lang="en-US" altLang="en-US" sz="1500">
                <a:latin typeface="Courier New" panose="02070309020205020404" pitchFamily="49" charset="0"/>
              </a:rPr>
              <a:t>num = 12</a:t>
            </a:r>
          </a:p>
          <a:p>
            <a:r>
              <a:rPr lang="en-US" altLang="en-US" sz="1500">
                <a:latin typeface="Courier New" panose="02070309020205020404" pitchFamily="49" charset="0"/>
              </a:rPr>
              <a:t>-- is the same as num=num-1</a:t>
            </a:r>
          </a:p>
          <a:p>
            <a:endParaRPr lang="en-US" altLang="en-US" sz="1500"/>
          </a:p>
          <a:p>
            <a:r>
              <a:rPr lang="en-US" altLang="en-US" sz="1500">
                <a:latin typeface="Courier New" panose="02070309020205020404" pitchFamily="49" charset="0"/>
              </a:rPr>
              <a:t>num</a:t>
            </a:r>
            <a:r>
              <a:rPr lang="en-US" altLang="en-US" sz="1500"/>
              <a:t> is then decreased by 1.   </a:t>
            </a:r>
            <a:r>
              <a:rPr lang="en-US" altLang="en-US" sz="1500">
                <a:latin typeface="Courier New" panose="02070309020205020404" pitchFamily="49" charset="0"/>
              </a:rPr>
              <a:t>num = 11</a:t>
            </a:r>
          </a:p>
          <a:p>
            <a:endParaRPr lang="en-US" altLang="en-US" sz="1500">
              <a:latin typeface="Courier New" panose="02070309020205020404" pitchFamily="49" charset="0"/>
            </a:endParaRPr>
          </a:p>
          <a:p>
            <a:r>
              <a:rPr lang="en-US" altLang="en-US" sz="1500">
                <a:latin typeface="Courier New" panose="02070309020205020404" pitchFamily="49" charset="0"/>
              </a:rPr>
              <a:t>num</a:t>
            </a:r>
            <a:r>
              <a:rPr lang="en-US" altLang="en-US" sz="1500"/>
              <a:t> is then increased by 1.   </a:t>
            </a:r>
            <a:r>
              <a:rPr lang="en-US" altLang="en-US" sz="1500">
                <a:latin typeface="Courier New" panose="02070309020205020404" pitchFamily="49" charset="0"/>
              </a:rPr>
              <a:t>num = 12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36972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17F36A8-872D-456C-A617-28025C587E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1413" y="687388"/>
            <a:ext cx="4513262" cy="3386137"/>
          </a:xfrm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FD671C0-E23E-4F86-AD8B-80F6B35022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sz="1500">
                <a:latin typeface="Courier New" panose="02070309020205020404" pitchFamily="49" charset="0"/>
              </a:rPr>
              <a:t>num</a:t>
            </a:r>
            <a:r>
              <a:rPr lang="en-US" altLang="en-US" sz="1500"/>
              <a:t> starts out with the value 11.   </a:t>
            </a:r>
            <a:r>
              <a:rPr lang="en-US" altLang="en-US" sz="1500">
                <a:latin typeface="Courier New" panose="02070309020205020404" pitchFamily="49" charset="0"/>
              </a:rPr>
              <a:t>num=11</a:t>
            </a:r>
          </a:p>
          <a:p>
            <a:r>
              <a:rPr lang="en-US" altLang="en-US" sz="1500">
                <a:latin typeface="Courier New" panose="02070309020205020404" pitchFamily="49" charset="0"/>
              </a:rPr>
              <a:t>++ is the same as num=num+1</a:t>
            </a:r>
          </a:p>
          <a:p>
            <a:endParaRPr lang="en-US" altLang="en-US" sz="1500">
              <a:latin typeface="Courier New" panose="02070309020205020404" pitchFamily="49" charset="0"/>
            </a:endParaRPr>
          </a:p>
          <a:p>
            <a:r>
              <a:rPr lang="en-US" altLang="en-US" sz="1500">
                <a:latin typeface="Courier New" panose="02070309020205020404" pitchFamily="49" charset="0"/>
              </a:rPr>
              <a:t>num</a:t>
            </a:r>
            <a:r>
              <a:rPr lang="en-US" altLang="en-US" sz="1500"/>
              <a:t> is then increased by 1.   </a:t>
            </a:r>
            <a:r>
              <a:rPr lang="en-US" altLang="en-US" sz="1500">
                <a:latin typeface="Courier New" panose="02070309020205020404" pitchFamily="49" charset="0"/>
              </a:rPr>
              <a:t>num = 12</a:t>
            </a:r>
          </a:p>
          <a:p>
            <a:r>
              <a:rPr lang="en-US" altLang="en-US" sz="1500">
                <a:latin typeface="Courier New" panose="02070309020205020404" pitchFamily="49" charset="0"/>
              </a:rPr>
              <a:t>-- is the same as num=num-1</a:t>
            </a:r>
          </a:p>
          <a:p>
            <a:endParaRPr lang="en-US" altLang="en-US" sz="1500"/>
          </a:p>
          <a:p>
            <a:r>
              <a:rPr lang="en-US" altLang="en-US" sz="1500">
                <a:latin typeface="Courier New" panose="02070309020205020404" pitchFamily="49" charset="0"/>
              </a:rPr>
              <a:t>num</a:t>
            </a:r>
            <a:r>
              <a:rPr lang="en-US" altLang="en-US" sz="1500"/>
              <a:t> is then decreased by 1.   </a:t>
            </a:r>
            <a:r>
              <a:rPr lang="en-US" altLang="en-US" sz="1500">
                <a:latin typeface="Courier New" panose="02070309020205020404" pitchFamily="49" charset="0"/>
              </a:rPr>
              <a:t>num = 11</a:t>
            </a:r>
          </a:p>
          <a:p>
            <a:endParaRPr lang="en-US" altLang="en-US" sz="1500">
              <a:latin typeface="Courier New" panose="02070309020205020404" pitchFamily="49" charset="0"/>
            </a:endParaRPr>
          </a:p>
          <a:p>
            <a:r>
              <a:rPr lang="en-US" altLang="en-US" sz="1500">
                <a:latin typeface="Courier New" panose="02070309020205020404" pitchFamily="49" charset="0"/>
              </a:rPr>
              <a:t>num</a:t>
            </a:r>
            <a:r>
              <a:rPr lang="en-US" altLang="en-US" sz="1500"/>
              <a:t> is then increased by 1.   </a:t>
            </a:r>
            <a:r>
              <a:rPr lang="en-US" altLang="en-US" sz="1500">
                <a:latin typeface="Courier New" panose="02070309020205020404" pitchFamily="49" charset="0"/>
              </a:rPr>
              <a:t>num = 12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76418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17F36A8-872D-456C-A617-28025C587E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1413" y="687388"/>
            <a:ext cx="4513262" cy="3386137"/>
          </a:xfrm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FD671C0-E23E-4F86-AD8B-80F6B35022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pt-BR" altLang="en-US" sz="1600" dirty="0">
                <a:solidFill>
                  <a:srgbClr val="0000FF"/>
                </a:solidFill>
                <a:latin typeface="Tahoma" panose="020B0604030504040204" pitchFamily="34" charset="0"/>
              </a:rPr>
              <a:t>Next, the post-increment operator increments x to 6, but returns the original value of 5 to the assignment operator:</a:t>
            </a:r>
            <a:endParaRPr lang="pt-BR" altLang="en-US" sz="1600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6428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17F36A8-872D-456C-A617-28025C587E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1413" y="687388"/>
            <a:ext cx="4513262" cy="3386137"/>
          </a:xfrm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FD671C0-E23E-4F86-AD8B-80F6B35022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pt-BR" altLang="en-US" sz="1600" dirty="0">
                <a:solidFill>
                  <a:srgbClr val="0000FF"/>
                </a:solidFill>
                <a:latin typeface="Tahoma" panose="020B0604030504040204" pitchFamily="34" charset="0"/>
              </a:rPr>
              <a:t>Next, the post-increment operator increments x to 6, but returns the original value of 5 to the assignment operator:</a:t>
            </a:r>
            <a:endParaRPr lang="pt-BR" altLang="en-US" sz="1600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8277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058D5AAB-983D-43F2-BBA9-459FEF2DE6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1413" y="687388"/>
            <a:ext cx="4513262" cy="3386137"/>
          </a:xfrm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752B7F1D-57B9-4B6E-AC3E-AC2B907DBE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sz="1500">
                <a:latin typeface="Courier New" panose="02070309020205020404" pitchFamily="49" charset="0"/>
              </a:rPr>
              <a:t>num</a:t>
            </a:r>
            <a:r>
              <a:rPr lang="en-US" altLang="en-US" sz="1500"/>
              <a:t> starts out with the value 11.   </a:t>
            </a:r>
            <a:r>
              <a:rPr lang="en-US" altLang="en-US" sz="1500">
                <a:latin typeface="Courier New" panose="02070309020205020404" pitchFamily="49" charset="0"/>
              </a:rPr>
              <a:t>num=11</a:t>
            </a:r>
          </a:p>
          <a:p>
            <a:r>
              <a:rPr lang="en-US" altLang="en-US" sz="1500">
                <a:latin typeface="Courier New" panose="02070309020205020404" pitchFamily="49" charset="0"/>
              </a:rPr>
              <a:t>++ is the same as num=num+1</a:t>
            </a:r>
          </a:p>
          <a:p>
            <a:endParaRPr lang="en-US" altLang="en-US" sz="1500">
              <a:latin typeface="Courier New" panose="02070309020205020404" pitchFamily="49" charset="0"/>
            </a:endParaRPr>
          </a:p>
          <a:p>
            <a:r>
              <a:rPr lang="en-US" altLang="en-US" sz="1500">
                <a:latin typeface="Courier New" panose="02070309020205020404" pitchFamily="49" charset="0"/>
              </a:rPr>
              <a:t>num</a:t>
            </a:r>
            <a:r>
              <a:rPr lang="en-US" altLang="en-US" sz="1500"/>
              <a:t> is then increased by 1.   </a:t>
            </a:r>
            <a:r>
              <a:rPr lang="en-US" altLang="en-US" sz="1500">
                <a:latin typeface="Courier New" panose="02070309020205020404" pitchFamily="49" charset="0"/>
              </a:rPr>
              <a:t>num = 12</a:t>
            </a:r>
          </a:p>
          <a:p>
            <a:r>
              <a:rPr lang="en-US" altLang="en-US" sz="1500">
                <a:latin typeface="Courier New" panose="02070309020205020404" pitchFamily="49" charset="0"/>
              </a:rPr>
              <a:t>-- is the same as num=num-1</a:t>
            </a:r>
          </a:p>
          <a:p>
            <a:endParaRPr lang="en-US" altLang="en-US" sz="1500"/>
          </a:p>
          <a:p>
            <a:r>
              <a:rPr lang="en-US" altLang="en-US" sz="1500">
                <a:latin typeface="Courier New" panose="02070309020205020404" pitchFamily="49" charset="0"/>
              </a:rPr>
              <a:t>num</a:t>
            </a:r>
            <a:r>
              <a:rPr lang="en-US" altLang="en-US" sz="1500"/>
              <a:t> is then decreased by 1.   </a:t>
            </a:r>
            <a:r>
              <a:rPr lang="en-US" altLang="en-US" sz="1500">
                <a:latin typeface="Courier New" panose="02070309020205020404" pitchFamily="49" charset="0"/>
              </a:rPr>
              <a:t>num = 11</a:t>
            </a:r>
          </a:p>
          <a:p>
            <a:endParaRPr lang="en-US" altLang="en-US" sz="1500">
              <a:latin typeface="Courier New" panose="02070309020205020404" pitchFamily="49" charset="0"/>
            </a:endParaRPr>
          </a:p>
          <a:p>
            <a:r>
              <a:rPr lang="en-US" altLang="en-US" sz="1500">
                <a:latin typeface="Courier New" panose="02070309020205020404" pitchFamily="49" charset="0"/>
              </a:rPr>
              <a:t>num</a:t>
            </a:r>
            <a:r>
              <a:rPr lang="en-US" altLang="en-US" sz="1500"/>
              <a:t> is then increased by 1.   </a:t>
            </a:r>
            <a:r>
              <a:rPr lang="en-US" altLang="en-US" sz="1500">
                <a:latin typeface="Courier New" panose="02070309020205020404" pitchFamily="49" charset="0"/>
              </a:rPr>
              <a:t>num = 12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FEB2BD95-F1BA-4671-BC88-17D70A6526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E9F09B0-4F53-4312-8C85-3C77DF573034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66BA641C-EAA7-48CD-98BC-C335F73CBF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935B3611-6D04-4296-8266-BBD3CF3545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5354F199-1020-4E6E-A4E0-8A2BFF4338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7E582A-C57A-4A2D-8F9F-7720DE6B5962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A58E9F4F-9062-42CB-ABB5-910975D56E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8A63DDCF-D258-4EA6-97A9-7DCDCCB39F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If total&lt;4 is true, ++num&lt;15 is never evaluated.</a:t>
            </a:r>
          </a:p>
          <a:p>
            <a:pPr eaLnBrk="1" hangingPunct="1"/>
            <a:r>
              <a:rPr lang="en-US" altLang="en-US" sz="1600"/>
              <a:t>If total&lt;4 is false, ++num&lt;15 is evaluated.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total&lt;4 is false so ++num&lt;15 is evaluated.  14 is less than 15 so short is printed.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5354F199-1020-4E6E-A4E0-8A2BFF4338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7E582A-C57A-4A2D-8F9F-7720DE6B5962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A58E9F4F-9062-42CB-ABB5-910975D56E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8A63DDCF-D258-4EA6-97A9-7DCDCCB39F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If total&lt;4 is true, ++num&lt;15 is never evaluated.</a:t>
            </a:r>
          </a:p>
          <a:p>
            <a:pPr eaLnBrk="1" hangingPunct="1"/>
            <a:r>
              <a:rPr lang="en-US" altLang="en-US" sz="1600"/>
              <a:t>If total&lt;4 is false, ++num&lt;15 is evaluated.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total&lt;4 is false so ++num&lt;15 is evaluated.  14 is less than 15 so short is printed.</a:t>
            </a:r>
          </a:p>
        </p:txBody>
      </p:sp>
    </p:spTree>
    <p:extLst>
      <p:ext uri="{BB962C8B-B14F-4D97-AF65-F5344CB8AC3E}">
        <p14:creationId xmlns:p14="http://schemas.microsoft.com/office/powerpoint/2010/main" val="37975486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561F86BA-39B3-451D-9E06-90668F7EC9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9BD52C4-0585-48AF-8D92-B55D95E8929B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EDFCCE3F-CEDD-4733-AFA2-3899E29081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A4E4EB74-63BF-41E2-B96A-222F25981E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If total&gt;4 is false, ++num&lt;15 is never evaluated.</a:t>
            </a:r>
          </a:p>
          <a:p>
            <a:pPr eaLnBrk="1" hangingPunct="1"/>
            <a:r>
              <a:rPr lang="en-US" altLang="en-US" sz="1600"/>
              <a:t>If total&gt;4 is true, ++num&lt;15 is evaluated.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total&gt;4 is true so ++num&lt;15 is evaluated.  14 is less than 15 so short is not printed.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561F86BA-39B3-451D-9E06-90668F7EC9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9BD52C4-0585-48AF-8D92-B55D95E8929B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EDFCCE3F-CEDD-4733-AFA2-3899E29081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A4E4EB74-63BF-41E2-B96A-222F25981E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If total&gt;4 is false, ++num&lt;15 is never evaluated.</a:t>
            </a:r>
          </a:p>
          <a:p>
            <a:pPr eaLnBrk="1" hangingPunct="1"/>
            <a:r>
              <a:rPr lang="en-US" altLang="en-US" sz="1600"/>
              <a:t>If total&gt;4 is true, ++num&lt;15 is evaluated.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total&gt;4 is true so ++num&lt;15 is evaluated.  14 is less than 15 so short is not printed.</a:t>
            </a:r>
          </a:p>
        </p:txBody>
      </p:sp>
    </p:spTree>
    <p:extLst>
      <p:ext uri="{BB962C8B-B14F-4D97-AF65-F5344CB8AC3E}">
        <p14:creationId xmlns:p14="http://schemas.microsoft.com/office/powerpoint/2010/main" val="30707268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B3EFD6FC-0920-4CFE-814D-705F3BCDAF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4463263-EFBE-40B0-B88D-EA17CF51DB03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E0363B4A-37E3-45DC-ABF2-D5A4DFE884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96789C33-E8B8-4A57-AB27-D133C1B13A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97423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B3EFD6FC-0920-4CFE-814D-705F3BCDAF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4463263-EFBE-40B0-B88D-EA17CF51DB03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E0363B4A-37E3-45DC-ABF2-D5A4DFE884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96789C33-E8B8-4A57-AB27-D133C1B13A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83212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B3EFD6FC-0920-4CFE-814D-705F3BCDAF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4463263-EFBE-40B0-B88D-EA17CF51DB03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E0363B4A-37E3-45DC-ABF2-D5A4DFE884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96789C33-E8B8-4A57-AB27-D133C1B13A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43201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B3EFD6FC-0920-4CFE-814D-705F3BCDAF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4463263-EFBE-40B0-B88D-EA17CF51DB03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E0363B4A-37E3-45DC-ABF2-D5A4DFE884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96789C33-E8B8-4A57-AB27-D133C1B13A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33031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B3EFD6FC-0920-4CFE-814D-705F3BCDAF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4463263-EFBE-40B0-B88D-EA17CF51DB03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E0363B4A-37E3-45DC-ABF2-D5A4DFE884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96789C33-E8B8-4A57-AB27-D133C1B13A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32231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B3EFD6FC-0920-4CFE-814D-705F3BCDAF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4463263-EFBE-40B0-B88D-EA17CF51DB03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E0363B4A-37E3-45DC-ABF2-D5A4DFE884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96789C33-E8B8-4A57-AB27-D133C1B13A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67767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E32401FC-D543-4E87-B70D-DD359BC09B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47E3448-19F0-4135-B8EB-65BB9DFDC766}" type="slidenum">
              <a:rPr lang="en-US" altLang="en-US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01234916-F255-4BC3-92C9-61E3767F8B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B91B332B-8446-4B0D-A015-BC328AE016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4D7F95DE-3E8B-4F17-AAE7-88D3527134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25F59E2-8888-4D83-B060-9396E68B007D}" type="slidenum">
              <a:rPr lang="en-US" altLang="en-US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100CD010-02D1-4700-BA1F-8B28AA4069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00DDF75E-98C8-420D-8788-BDC4C3B283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The Distributive Law is a basic algebraic law.</a:t>
            </a:r>
          </a:p>
          <a:p>
            <a:pPr eaLnBrk="1" hangingPunct="1"/>
            <a:r>
              <a:rPr lang="en-US" altLang="en-US" sz="1600"/>
              <a:t>In the expressions above, distributing the term on the outside of parenthesis to each group inside the parenthesis is equivalent to the original expression.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C and (S or I)  is equal to (C and S) or (C and I).</a:t>
            </a:r>
          </a:p>
          <a:p>
            <a:pPr eaLnBrk="1" hangingPunct="1"/>
            <a:r>
              <a:rPr lang="en-US" altLang="en-US" sz="1600"/>
              <a:t>C or (S and I)  is equal to (C or S) and (C or I).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DDC5-24BD-4AEE-BEE4-4E150974D787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94016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A0502166-5D74-4B56-8923-C80AEFB3EB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826FEEB-757E-42EC-8C38-54EE3CE60329}" type="slidenum">
              <a:rPr lang="en-US" altLang="en-US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6F48D485-5327-407C-B243-601BA2A56A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F75BAAFB-C883-4082-9AFE-A121F4E49A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The Distributive Law is a basic algebraic law.</a:t>
            </a:r>
          </a:p>
          <a:p>
            <a:pPr eaLnBrk="1" hangingPunct="1"/>
            <a:r>
              <a:rPr lang="en-US" altLang="en-US" sz="1600"/>
              <a:t>In the expressions above, distributing the term on the outside of parenthesis to each group inside the parenthesis is equivalent to the original expression.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C and (S or I)  is equal to (C and S) or (C and I).</a:t>
            </a:r>
          </a:p>
          <a:p>
            <a:pPr eaLnBrk="1" hangingPunct="1"/>
            <a:r>
              <a:rPr lang="en-US" altLang="en-US" sz="1600"/>
              <a:t>C or (S and I)  is equal to (C or S) and (C or I).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E1CF14BF-59E9-4635-B0B2-D9041571B5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A5801D9-7E68-41A0-90BB-09B1569FBA5D}" type="slidenum">
              <a:rPr lang="en-US" altLang="en-US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2AFF5CAA-5A03-415C-9FFD-6AC0DF8D6E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738A9CF9-68FA-4ACE-AAF0-CE43CE0AA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The Distributive Law is a basic algebraic law.</a:t>
            </a:r>
          </a:p>
          <a:p>
            <a:pPr eaLnBrk="1" hangingPunct="1"/>
            <a:r>
              <a:rPr lang="en-US" altLang="en-US" sz="1600"/>
              <a:t>In the expressions above, distributing the term on the outside of parenthesis to each group inside the parenthesis is equivalent to the original expression.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C and (S or I)  is equal to (C and S) or (C and I).</a:t>
            </a:r>
          </a:p>
          <a:p>
            <a:pPr eaLnBrk="1" hangingPunct="1"/>
            <a:r>
              <a:rPr lang="en-US" altLang="en-US" sz="1600"/>
              <a:t>C or (S and I)  is equal to (C or S) and (C or I).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A6DB7F62-E61D-4FAD-B187-A0BA0237CD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8258C26-F84E-4B23-94AF-0804B7375662}" type="slidenum">
              <a:rPr lang="en-US" altLang="en-US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1C37FAE-3D41-4528-AFD8-9944046A4F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42EF502A-6580-4F9A-BF9F-673C10B763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The law is absorption is essentially stating that C is the determinant of the expression.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C or (C and S) is equal to ((C or C) and (C or S)).  C’s value determines the value of the entire expression.  If C is false, the expression is false.  If C is true, the expression is true.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83373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A6DB7F62-E61D-4FAD-B187-A0BA0237CD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8258C26-F84E-4B23-94AF-0804B7375662}" type="slidenum">
              <a:rPr lang="en-US" altLang="en-US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1C37FAE-3D41-4528-AFD8-9944046A4F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42EF502A-6580-4F9A-BF9F-673C10B763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The law is absorption is essentially stating that C is the determinant of the expression.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C or (C and S) is equal to ((C or C) and (C or S)).  C’s value determines the value of the entire expression.  If C is false, the expression is false.  If C is true, the expression is true.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9643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A6DB7F62-E61D-4FAD-B187-A0BA0237CD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8258C26-F84E-4B23-94AF-0804B7375662}" type="slidenum">
              <a:rPr lang="en-US" altLang="en-US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1C37FAE-3D41-4528-AFD8-9944046A4F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42EF502A-6580-4F9A-BF9F-673C10B763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The law is absorption is essentially stating that C is the determinant of the expression.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C or (C and S) is equal to ((C or C) and (C or S)).  C’s value determines the value of the entire expression.  If C is false, the expression is false.  If C is true, the expression is true.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12291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A6DB7F62-E61D-4FAD-B187-A0BA0237CD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8258C26-F84E-4B23-94AF-0804B7375662}" type="slidenum">
              <a:rPr lang="en-US" altLang="en-US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1C37FAE-3D41-4528-AFD8-9944046A4F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42EF502A-6580-4F9A-BF9F-673C10B763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The law is absorption is essentially stating that C is the determinant of the expression.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C or (C and S) is equal to ((C or C) and (C or S)).  C’s value determines the value of the entire expression.  If C is false, the expression is false.  If C is true, the expression is true.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01458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50FD8099-C94E-4CF7-BAE7-39F6BC53FA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CADF299-E6B0-4D14-8D6F-824FE4DDC428}" type="slidenum">
              <a:rPr lang="en-US" altLang="en-US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294D088E-A06D-432D-AEE5-5DC6B065A6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8AE5A73A-CB4D-4A5C-914A-16729A4540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Demorgan’s Law is useful to get a better picture of how the not affects the expression.</a:t>
            </a:r>
          </a:p>
          <a:p>
            <a:pPr eaLnBrk="1" hangingPunct="1"/>
            <a:r>
              <a:rPr lang="en-US" altLang="en-US" sz="1600"/>
              <a:t>The easiest way to evaluate a negated expression is to simply evaluate the expression and then apply the negation.</a:t>
            </a:r>
          </a:p>
          <a:p>
            <a:pPr eaLnBrk="1" hangingPunct="1"/>
            <a:r>
              <a:rPr lang="en-US" altLang="en-US" sz="1600"/>
              <a:t>If the expression is true, applying the negation makes the condition false.</a:t>
            </a:r>
          </a:p>
          <a:p>
            <a:pPr eaLnBrk="1" hangingPunct="1"/>
            <a:r>
              <a:rPr lang="en-US" altLang="en-US" sz="1600"/>
              <a:t>If the expression is false, applying the negation makes the condition true.</a:t>
            </a:r>
          </a:p>
        </p:txBody>
      </p:sp>
    </p:spTree>
    <p:extLst>
      <p:ext uri="{BB962C8B-B14F-4D97-AF65-F5344CB8AC3E}">
        <p14:creationId xmlns:p14="http://schemas.microsoft.com/office/powerpoint/2010/main" val="423695075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19D2E566-134D-4D54-8267-913B2685FB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FD7E08D-9F59-427F-8C46-880122AFF472}" type="slidenum">
              <a:rPr lang="en-US" altLang="en-US"/>
              <a:pPr>
                <a:spcBef>
                  <a:spcPct val="0"/>
                </a:spcBef>
              </a:pPr>
              <a:t>45</a:t>
            </a:fld>
            <a:endParaRPr lang="en-US" altLang="en-US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311D45B-0390-4373-972F-FBD2AC32E0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08A5090E-0983-40AC-BAF1-F365396594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F705920B-EC1D-4EC0-873D-7007118C32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4C00AF9-66DA-42FB-B5C4-9299A1CB1804}" type="slidenum">
              <a:rPr lang="en-US" altLang="en-US"/>
              <a:pPr>
                <a:spcBef>
                  <a:spcPct val="0"/>
                </a:spcBef>
              </a:pPr>
              <a:t>46</a:t>
            </a:fld>
            <a:endParaRPr lang="en-US" altLang="en-US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133D91FA-3C74-4001-8C1F-44826CCA94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E98C0592-7531-42C0-9C39-720B636AA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465CFC1A-C6B7-4B80-A94A-D8D8D01CE1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C8EA350-7288-4260-83CC-A4E1A00EC69C}" type="slidenum">
              <a:rPr lang="en-US" altLang="en-US"/>
              <a:pPr>
                <a:spcBef>
                  <a:spcPct val="0"/>
                </a:spcBef>
              </a:pPr>
              <a:t>47</a:t>
            </a:fld>
            <a:endParaRPr lang="en-US" altLang="en-US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D4B2902D-BF20-4B5E-AF3E-748DDC470A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BC4DCAB0-F24E-45CC-8820-B200211031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The law is absorption is essentially stating that C is the determinant of the expression.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C and (C or S) is equal to ((C and C) or (C and S)).  C’s value determines the value of the entire expression.  If C is false, the expression is false.  If C is true, the expression is true.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A6DB7F62-E61D-4FAD-B187-A0BA0237CD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8258C26-F84E-4B23-94AF-0804B7375662}" type="slidenum">
              <a:rPr lang="en-US" altLang="en-US"/>
              <a:pPr>
                <a:spcBef>
                  <a:spcPct val="0"/>
                </a:spcBef>
              </a:pPr>
              <a:t>48</a:t>
            </a:fld>
            <a:endParaRPr lang="en-US" altLang="en-US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1C37FAE-3D41-4528-AFD8-9944046A4F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42EF502A-6580-4F9A-BF9F-673C10B763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The law is absorption is essentially stating that C is the determinant of the expression.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C or (C and S) is equal to ((C or C) and (C or S)).  C’s value determines the value of the entire expression.  If C is false, the expression is false.  If C is true, the expression is true.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7A45E3A4-9CBA-46D9-9062-B614E64547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53647D4-98E5-40AA-9BA8-FDCF4C0B6A24}" type="slidenum">
              <a:rPr lang="en-US" altLang="en-US"/>
              <a:pPr>
                <a:spcBef>
                  <a:spcPct val="0"/>
                </a:spcBef>
              </a:pPr>
              <a:t>49</a:t>
            </a:fld>
            <a:endParaRPr lang="en-US" altLang="en-US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8C840CB7-5CB0-413B-B5AE-AC028E2A36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2EFCF2EE-0468-480A-B551-9968AE97BD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The law is absorption is essentially stating that C is the determinant of the expression.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C and (C or S) is equal to ((C and C) or (C and S)).  C’s value determines the value of the entire expression.  If C is false, the expression is false.  If C is true, the expression is true.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0CA9D4E9-D48B-4E5F-A5F4-3319572DE7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F8D4DDB-7DF0-42C0-B54F-5C2E806F86B1}" type="slidenum">
              <a:rPr lang="en-US" altLang="en-US"/>
              <a:pPr>
                <a:spcBef>
                  <a:spcPct val="0"/>
                </a:spcBef>
              </a:pPr>
              <a:t>50</a:t>
            </a:fld>
            <a:endParaRPr lang="en-US" altLang="en-US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705A9CD7-E1DF-4888-A25D-5D2563E7CE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C05A26F9-A5B3-4E27-A1A3-F32865F9E6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5292C7FB-03BE-44DE-9783-D27DD8AB36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0065A6A-EEB0-476B-ADE0-2AFE2AB6F704}" type="slidenum">
              <a:rPr lang="en-US" altLang="en-US"/>
              <a:pPr>
                <a:spcBef>
                  <a:spcPct val="0"/>
                </a:spcBef>
              </a:pPr>
              <a:t>51</a:t>
            </a:fld>
            <a:endParaRPr lang="en-US" altLang="en-US"/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F76DC45C-2B49-45F9-8F4F-5291583424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5C7C3910-A18A-493E-B265-8A9AD08630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50FD8099-C94E-4CF7-BAE7-39F6BC53FA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CADF299-E6B0-4D14-8D6F-824FE4DDC428}" type="slidenum">
              <a:rPr lang="en-US" altLang="en-US"/>
              <a:pPr>
                <a:spcBef>
                  <a:spcPct val="0"/>
                </a:spcBef>
              </a:pPr>
              <a:t>52</a:t>
            </a:fld>
            <a:endParaRPr lang="en-US" altLang="en-US"/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294D088E-A06D-432D-AEE5-5DC6B065A6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8AE5A73A-CB4D-4A5C-914A-16729A4540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Demorgan’s Law is useful to get a better picture of how the not affects the expression.</a:t>
            </a:r>
          </a:p>
          <a:p>
            <a:pPr eaLnBrk="1" hangingPunct="1"/>
            <a:r>
              <a:rPr lang="en-US" altLang="en-US" sz="1600"/>
              <a:t>The easiest way to evaluate a negated expression is to simply evaluate the expression and then apply the negation.</a:t>
            </a:r>
          </a:p>
          <a:p>
            <a:pPr eaLnBrk="1" hangingPunct="1"/>
            <a:r>
              <a:rPr lang="en-US" altLang="en-US" sz="1600"/>
              <a:t>If the expression is true, applying the negation makes the condition false.</a:t>
            </a:r>
          </a:p>
          <a:p>
            <a:pPr eaLnBrk="1" hangingPunct="1"/>
            <a:r>
              <a:rPr lang="en-US" altLang="en-US" sz="1600"/>
              <a:t>If the expression is false, applying the negation makes the condition true.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E986CD69-9E7C-45A0-A92D-92843A493D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7EB060E-D118-4D18-BB4E-AA2C87809E9D}" type="slidenum">
              <a:rPr lang="en-US" altLang="en-US"/>
              <a:pPr>
                <a:spcBef>
                  <a:spcPct val="0"/>
                </a:spcBef>
              </a:pPr>
              <a:t>59</a:t>
            </a:fld>
            <a:endParaRPr lang="en-US" altLang="en-US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C35D1380-0863-428B-8FA8-90096D1911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EE039927-55D1-4ED7-BABC-89154C8558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And is used to see if all parts are true.  In some languages, and is actually written as a word.   In other languages, and is written as a symbol, like </a:t>
            </a: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altLang="en-US" sz="1600"/>
              <a:t> or </a:t>
            </a: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altLang="en-US" sz="1600"/>
              <a:t>.</a:t>
            </a:r>
          </a:p>
          <a:p>
            <a:pPr eaLnBrk="1" hangingPunct="1"/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altLang="en-US" sz="1600"/>
              <a:t> evaluates as true if all parts connected by </a:t>
            </a: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altLang="en-US" sz="1600"/>
              <a:t>s are true.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if(A and B)</a:t>
            </a:r>
          </a:p>
          <a:p>
            <a:pPr eaLnBrk="1" hangingPunct="1"/>
            <a:r>
              <a:rPr lang="en-US" altLang="en-US" sz="1600"/>
              <a:t>This condition is true if A and B are both true.  If either A or B is false, the condition is false as both parts must be true in order for the condition to be true.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0BA77572-7FB4-4D61-A7A4-81A742CFB4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6B9017D-1895-4814-A2F5-B5E1654F1867}" type="slidenum">
              <a:rPr lang="en-US" altLang="en-US"/>
              <a:pPr>
                <a:spcBef>
                  <a:spcPct val="0"/>
                </a:spcBef>
              </a:pPr>
              <a:t>60</a:t>
            </a:fld>
            <a:endParaRPr lang="en-US" altLang="en-US"/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E7C5E511-C731-4F9E-B086-1FBDE46E59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E65CB8E0-D602-45F9-A9CB-1465BE299C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The expression !(c and s) is equal to !c or !s.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First, evaluate (c and s).  (c and s) is only true when both c and s are true.  In all other cases, (c and s) is false.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Second, apply the !.</a:t>
            </a:r>
          </a:p>
          <a:p>
            <a:pPr eaLnBrk="1" hangingPunct="1"/>
            <a:r>
              <a:rPr lang="en-US" altLang="en-US" sz="1600"/>
              <a:t>!(true) is false.</a:t>
            </a:r>
          </a:p>
          <a:p>
            <a:pPr eaLnBrk="1" hangingPunct="1"/>
            <a:r>
              <a:rPr lang="en-US" altLang="en-US" sz="1600"/>
              <a:t>!(false) is true.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Evaluating the expression first and then applying the !, makes determining the overall value pretty straightforward.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831525A8-6777-4DD0-A02B-3965411568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84FC0E4-2334-462E-92F6-050105D73A4F}" type="slidenum">
              <a:rPr lang="en-US" altLang="en-US"/>
              <a:pPr>
                <a:spcBef>
                  <a:spcPct val="0"/>
                </a:spcBef>
              </a:pPr>
              <a:t>61</a:t>
            </a:fld>
            <a:endParaRPr lang="en-US" altLang="en-US"/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BBD8C10D-1655-478B-A812-60135C728F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54B2FE30-062E-4B19-A733-13143055D7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600"/>
              <a:t>The expression !(c or s) is equal to !c and !s.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First, evaluate (c or s).  (c or s) is true when either c or s is true.  When c and s are both false, (c or s) is false.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Second, apply the !.</a:t>
            </a:r>
          </a:p>
          <a:p>
            <a:pPr eaLnBrk="1" hangingPunct="1"/>
            <a:r>
              <a:rPr lang="en-US" altLang="en-US" sz="1600"/>
              <a:t>!(true) is false.</a:t>
            </a:r>
          </a:p>
          <a:p>
            <a:pPr eaLnBrk="1" hangingPunct="1"/>
            <a:r>
              <a:rPr lang="en-US" altLang="en-US" sz="1600"/>
              <a:t>!(false) is true.</a:t>
            </a:r>
          </a:p>
          <a:p>
            <a:pPr eaLnBrk="1" hangingPunct="1"/>
            <a:endParaRPr lang="en-US" altLang="en-US" sz="1600"/>
          </a:p>
          <a:p>
            <a:pPr eaLnBrk="1" hangingPunct="1"/>
            <a:r>
              <a:rPr lang="en-US" altLang="en-US" sz="1600"/>
              <a:t>Evaluating the expression first and then applying the !, makes determining the overall value pretty straightforward.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23D6E2F3-04F5-45EC-9557-2F92CCC9A2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6CEFDE4-5BE2-4AEF-ABAD-6EBDA355CA4F}" type="slidenum">
              <a:rPr lang="en-US" altLang="en-US"/>
              <a:pPr>
                <a:spcBef>
                  <a:spcPct val="0"/>
                </a:spcBef>
              </a:pPr>
              <a:t>62</a:t>
            </a:fld>
            <a:endParaRPr lang="en-US" altLang="en-US"/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154B31CD-321B-4C53-B812-C154E31998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4BEF25C7-CBA2-492F-87E2-6B83125981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06173E9A-F9AA-492B-BE7E-20282CA2EC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3EB6E50-2507-4FC7-B1C7-38AA93347B26}" type="slidenum">
              <a:rPr lang="en-US" altLang="en-US"/>
              <a:pPr>
                <a:spcBef>
                  <a:spcPct val="0"/>
                </a:spcBef>
              </a:pPr>
              <a:t>63</a:t>
            </a:fld>
            <a:endParaRPr lang="en-US" altLang="en-US"/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47B70AF0-FFCE-4729-8CF5-9D015E80BD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598FA14D-FF6B-4948-8237-DF697A52CD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2E44A0D9-110D-40B9-A291-D63C02A904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571C6E4-F76F-4729-842F-6429BDF5E01B}" type="slidenum">
              <a:rPr lang="en-US" altLang="en-US"/>
              <a:pPr>
                <a:spcBef>
                  <a:spcPct val="0"/>
                </a:spcBef>
              </a:pPr>
              <a:t>64</a:t>
            </a:fld>
            <a:endParaRPr lang="en-US" altLang="en-US"/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F0C74F23-6C18-49C8-ACDF-8A3774B1EA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06EC0743-AAEE-410B-8517-AD32C8EE1B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CCFBB41-2317-4981-B3F0-9AAB06B73D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C99254-FFDD-44B3-9324-EDF36A0CA332}" type="slidenum">
              <a:rPr lang="en-US" altLang="en-US"/>
              <a:pPr/>
              <a:t>67</a:t>
            </a:fld>
            <a:endParaRPr lang="en-US" altLang="en-US"/>
          </a:p>
        </p:txBody>
      </p:sp>
      <p:sp>
        <p:nvSpPr>
          <p:cNvPr id="169986" name="Rectangle 2">
            <a:extLst>
              <a:ext uri="{FF2B5EF4-FFF2-40B4-BE49-F238E27FC236}">
                <a16:creationId xmlns:a16="http://schemas.microsoft.com/office/drawing/2014/main" id="{5632FE4A-E81F-4F5E-9CEF-FD2644F3942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2B71C3A6-D271-42E0-A954-D369762DF3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DF2920E-3400-4A16-AD81-4B69337B29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7619FF-1C17-4D0C-8BEA-8607682D5C6A}" type="slidenum">
              <a:rPr lang="en-US" altLang="en-US"/>
              <a:pPr/>
              <a:t>68</a:t>
            </a:fld>
            <a:endParaRPr lang="en-US" altLang="en-US"/>
          </a:p>
        </p:txBody>
      </p:sp>
      <p:sp>
        <p:nvSpPr>
          <p:cNvPr id="171010" name="Rectangle 2">
            <a:extLst>
              <a:ext uri="{FF2B5EF4-FFF2-40B4-BE49-F238E27FC236}">
                <a16:creationId xmlns:a16="http://schemas.microsoft.com/office/drawing/2014/main" id="{93FDAC18-A10F-4A2D-A339-18232315D90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64371946-D754-4F96-80ED-3B7E55AC1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600"/>
              <a:t>Math.random() returns a number between 0.0 and 1.0, not including 1.0.  </a:t>
            </a:r>
          </a:p>
          <a:p>
            <a:endParaRPr lang="en-US" altLang="en-US" sz="160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BD2C995-1B13-498C-BADA-238ACEF47B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3C7C6B-7727-4998-99B6-DEE5A2B95C14}" type="slidenum">
              <a:rPr lang="en-US" altLang="en-US"/>
              <a:pPr/>
              <a:t>69</a:t>
            </a:fld>
            <a:endParaRPr lang="en-US" altLang="en-US"/>
          </a:p>
        </p:txBody>
      </p:sp>
      <p:sp>
        <p:nvSpPr>
          <p:cNvPr id="116738" name="Rectangle 2">
            <a:extLst>
              <a:ext uri="{FF2B5EF4-FFF2-40B4-BE49-F238E27FC236}">
                <a16:creationId xmlns:a16="http://schemas.microsoft.com/office/drawing/2014/main" id="{EEF03AB1-A34E-44B0-B02E-AC121445DFC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F3282AC3-D3FD-4062-8516-06124798E9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600"/>
              <a:t>Class Random contains many useful random methods.  Math.random() can be used to generate the same results as the Random class methods.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47D3056-1084-4A6F-9E3A-FE84CAB8BB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65B1AA-44A6-40CA-B5AB-24BA97EAD4BE}" type="slidenum">
              <a:rPr lang="en-US" altLang="en-US"/>
              <a:pPr/>
              <a:t>70</a:t>
            </a:fld>
            <a:endParaRPr lang="en-US" altLang="en-US"/>
          </a:p>
        </p:txBody>
      </p:sp>
      <p:sp>
        <p:nvSpPr>
          <p:cNvPr id="172034" name="Rectangle 2">
            <a:extLst>
              <a:ext uri="{FF2B5EF4-FFF2-40B4-BE49-F238E27FC236}">
                <a16:creationId xmlns:a16="http://schemas.microsoft.com/office/drawing/2014/main" id="{0213EA41-E9FB-4F40-8F84-9B1830FE592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5D38035D-4040-4869-96D1-9F864EA66D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B807809-1E44-4EE6-8DEA-888C35BF4A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874CD1-C3FC-434D-BACF-94319721AE3D}" type="slidenum">
              <a:rPr lang="en-US" altLang="en-US"/>
              <a:pPr/>
              <a:t>71</a:t>
            </a:fld>
            <a:endParaRPr lang="en-US" altLang="en-US"/>
          </a:p>
        </p:txBody>
      </p:sp>
      <p:sp>
        <p:nvSpPr>
          <p:cNvPr id="173058" name="Rectangle 2">
            <a:extLst>
              <a:ext uri="{FF2B5EF4-FFF2-40B4-BE49-F238E27FC236}">
                <a16:creationId xmlns:a16="http://schemas.microsoft.com/office/drawing/2014/main" id="{AD9CD322-8DC1-4615-BF3D-3E34F3C97AB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9" name="Rectangle 3">
            <a:extLst>
              <a:ext uri="{FF2B5EF4-FFF2-40B4-BE49-F238E27FC236}">
                <a16:creationId xmlns:a16="http://schemas.microsoft.com/office/drawing/2014/main" id="{8344E7A5-7C3D-465B-A8A0-DFE813506C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B42E54C-6975-4A4E-B588-7DAEF47D71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E5964E-7C1D-4A35-9E87-94D50C5F0B31}" type="slidenum">
              <a:rPr lang="en-US" altLang="en-US"/>
              <a:pPr/>
              <a:t>72</a:t>
            </a:fld>
            <a:endParaRPr lang="en-US" altLang="en-US"/>
          </a:p>
        </p:txBody>
      </p:sp>
      <p:sp>
        <p:nvSpPr>
          <p:cNvPr id="174082" name="Rectangle 2">
            <a:extLst>
              <a:ext uri="{FF2B5EF4-FFF2-40B4-BE49-F238E27FC236}">
                <a16:creationId xmlns:a16="http://schemas.microsoft.com/office/drawing/2014/main" id="{93058658-2558-46E5-B653-C117E3422E1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>
            <a:extLst>
              <a:ext uri="{FF2B5EF4-FFF2-40B4-BE49-F238E27FC236}">
                <a16:creationId xmlns:a16="http://schemas.microsoft.com/office/drawing/2014/main" id="{97715D4D-7F02-4C41-8099-1290CA215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A9565D76-6107-4EB9-B71B-3677B55C0E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20C2C5A-A596-4672-9AAC-6AE9635C3C47}" type="slidenum">
              <a:rPr lang="en-US" altLang="en-US"/>
              <a:pPr>
                <a:spcBef>
                  <a:spcPct val="0"/>
                </a:spcBef>
              </a:pPr>
              <a:t>73</a:t>
            </a:fld>
            <a:endParaRPr lang="en-US" altLang="en-US"/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CF9F477B-7899-42C8-A7FB-91AE42EFE9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40B6FD90-B6AE-4524-A0B5-D2DADFAFBA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2D005-BC77-40D0-A4D6-5ECDC695A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A77E3-B0A0-4601-8B8D-2D40B65828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F3150D5-30CB-4BE7-9867-9C3EE5C5D68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8696F-FA0E-476E-ABED-CF099F664A5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224727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AECEB-0FCD-41E9-810B-3E0535EB1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0E8C8-985A-4909-AB6F-3CDE202586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0D55084-EB92-4781-975B-8BE3E92B85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C4317-C9F5-481F-AD57-CC00476A78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106451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EA3D1-AED8-4531-B43E-F581C3FC9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AEEAF-175B-43BE-A194-72484DD561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510D88D-602D-4255-A0F7-BD90652F355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8D077-D642-4466-B97C-4AAB0CA8CF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55966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85D4B-7890-4141-9F2D-AE3F16376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7122E-A508-43F5-8ABA-4752EEBBAD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3FA82E6-A823-4BB0-83F7-178C7F2F17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F0ABA85-EF73-42C4-93E5-546CFB831A3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54100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751CE4-49A6-4B6E-AA7F-3AD3CFA02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174616-1E7E-4013-A6A0-1601438B12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F19C23F-793C-430F-A9E0-D99D39385C7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E4A6C7-43A0-4EA7-B94E-BD78C18A3F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57167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7A8606-F959-4803-9189-742A805F9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032E5-1D7D-4F9E-8239-8E38F85CE1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EFE9EFE-9FC9-42E7-BBE5-CCF4DE3CB14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FB8AE-CC42-413D-91C6-7D16AEEA9E4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356085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1D05DE-ABB4-4751-8816-834E8B4C2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E4F748-9AF4-473B-AA4A-96918D68AF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0A315C-BACC-41F0-A0F8-D8924CD64C9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A6F4C4-E943-4563-8433-D15B52C1EBC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176464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3776B-B614-4BB4-B95E-53CBF52AA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A33D7-E9FB-4FCE-B5E9-F5E99B8D8F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0252531-6857-49C8-8134-4C531949D37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CCF8DA6-4BA7-47C8-8E8B-0A65864998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03517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96D45-B274-44A0-A8BD-B0388A34A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2AEED-7F14-4A83-B657-18DCB11AE9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95453B4-9D9C-44FD-BBB8-313F63A7B8B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6233F6-EDFF-4C43-9DAF-183CCF8CBCF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763301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2D2D3-1227-4B84-92BB-2E43A16D7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88C01-2C58-435D-8022-896C48C18B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9AF35DA-49D6-4DC2-89A9-38EC5A70307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BE8AF-7CA9-405C-8798-99EBC4FBEBA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928870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3C050-BA87-46F1-B42A-BD813174D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47754-E380-44D4-B3C7-DA8698BD76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F06CA9-2548-42F2-93A7-4C6276DB898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DF7FC-B967-4A73-8203-31315D8E836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285351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F03096E-E76B-426E-9E09-CE50C48009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8D838E9-1179-4906-982E-A536B9168F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880AA8B-0F94-44E8-AD4E-41C6AB2B762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E86C9F2-AEC2-417D-AF8D-E23FE68183F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fld id="{CCF602BB-D0BF-4BB0-B93D-4BDA0BFD5A8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C2A775BF-9C8F-4AEC-97C9-0CC0B88FC6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8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80" r:id="rId2"/>
    <p:sldLayoutId id="2147483981" r:id="rId3"/>
    <p:sldLayoutId id="2147483982" r:id="rId4"/>
    <p:sldLayoutId id="2147483983" r:id="rId5"/>
    <p:sldLayoutId id="2147483984" r:id="rId6"/>
    <p:sldLayoutId id="2147483985" r:id="rId7"/>
    <p:sldLayoutId id="2147483986" r:id="rId8"/>
    <p:sldLayoutId id="2147483987" r:id="rId9"/>
    <p:sldLayoutId id="2147483988" r:id="rId10"/>
    <p:sldLayoutId id="214748398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23.png"/><Relationship Id="rId4" Type="http://schemas.openxmlformats.org/officeDocument/2006/relationships/customXml" Target="../ink/ink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>
            <a:extLst>
              <a:ext uri="{FF2B5EF4-FFF2-40B4-BE49-F238E27FC236}">
                <a16:creationId xmlns:a16="http://schemas.microsoft.com/office/drawing/2014/main" id="{2B68B8F0-3CCC-4D8A-A711-C0E9FF1BFD2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4819" name="WordArt 2">
            <a:extLst>
              <a:ext uri="{FF2B5EF4-FFF2-40B4-BE49-F238E27FC236}">
                <a16:creationId xmlns:a16="http://schemas.microsoft.com/office/drawing/2014/main" id="{FEDB20F1-1596-4A34-B333-2EB1F53143C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24000" y="533400"/>
            <a:ext cx="5943600" cy="1219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George Boole</a:t>
            </a:r>
          </a:p>
        </p:txBody>
      </p:sp>
      <p:sp>
        <p:nvSpPr>
          <p:cNvPr id="34820" name="Text Box 3">
            <a:extLst>
              <a:ext uri="{FF2B5EF4-FFF2-40B4-BE49-F238E27FC236}">
                <a16:creationId xmlns:a16="http://schemas.microsoft.com/office/drawing/2014/main" id="{5C5035D7-1520-48E2-95B9-B02AD1D99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981200"/>
            <a:ext cx="7797800" cy="204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George Boole’s work is considered by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many the starting point of Boolean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Algebra.  His work is also considered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as a beginning of sorts for Comp Sci.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34821" name="WordArt 4">
            <a:extLst>
              <a:ext uri="{FF2B5EF4-FFF2-40B4-BE49-F238E27FC236}">
                <a16:creationId xmlns:a16="http://schemas.microsoft.com/office/drawing/2014/main" id="{719FD48E-E526-4DED-B907-5B6D20A881E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4724400"/>
            <a:ext cx="7086600" cy="8001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 panose="020B0A04020102020204" pitchFamily="34" charset="0"/>
              </a:rPr>
              <a:t>Alice in Wonderland</a:t>
            </a:r>
          </a:p>
        </p:txBody>
      </p:sp>
      <p:sp>
        <p:nvSpPr>
          <p:cNvPr id="34822" name="WordArt 5">
            <a:extLst>
              <a:ext uri="{FF2B5EF4-FFF2-40B4-BE49-F238E27FC236}">
                <a16:creationId xmlns:a16="http://schemas.microsoft.com/office/drawing/2014/main" id="{B7E53E67-A017-423F-BE38-4E1BA5C3465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400800" y="5791200"/>
            <a:ext cx="2057400" cy="22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Lewis Carroll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3">
            <a:extLst>
              <a:ext uri="{FF2B5EF4-FFF2-40B4-BE49-F238E27FC236}">
                <a16:creationId xmlns:a16="http://schemas.microsoft.com/office/drawing/2014/main" id="{96B0F430-A744-446D-95AD-2D198C89FB0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8915" name="WordArt 1030">
            <a:extLst>
              <a:ext uri="{FF2B5EF4-FFF2-40B4-BE49-F238E27FC236}">
                <a16:creationId xmlns:a16="http://schemas.microsoft.com/office/drawing/2014/main" id="{13EFC015-4D8C-4703-A589-B6032A70711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228600"/>
            <a:ext cx="74676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 panose="020B0A04020102020204" pitchFamily="34" charset="0"/>
              </a:rPr>
              <a:t>Operator Precedence</a:t>
            </a:r>
          </a:p>
        </p:txBody>
      </p:sp>
      <p:graphicFrame>
        <p:nvGraphicFramePr>
          <p:cNvPr id="16537" name="Group 153">
            <a:extLst>
              <a:ext uri="{FF2B5EF4-FFF2-40B4-BE49-F238E27FC236}">
                <a16:creationId xmlns:a16="http://schemas.microsoft.com/office/drawing/2014/main" id="{926F657A-2184-45B4-A096-E2C953C25C10}"/>
              </a:ext>
            </a:extLst>
          </p:cNvPr>
          <p:cNvGraphicFramePr>
            <a:graphicFrameLocks noGrp="1"/>
          </p:cNvGraphicFramePr>
          <p:nvPr/>
        </p:nvGraphicFramePr>
        <p:xfrm>
          <a:off x="890588" y="1219200"/>
          <a:ext cx="7262812" cy="5181605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Associativity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HIGH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  !   ++   --  (type)   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 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typecast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5050"/>
                        </a:solidFill>
                        <a:effectLst/>
                        <a:latin typeface="Tahoma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5050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L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5050"/>
                          </a:solidFill>
                          <a:effectLst/>
                          <a:latin typeface="Tahoma" pitchFamily="34" charset="0"/>
                          <a:sym typeface="Wingdings"/>
                        </a:rPr>
                        <a:t>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5050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5050"/>
                        </a:solidFill>
                        <a:effectLst/>
                        <a:latin typeface="Tahoma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  *   /   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L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R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  +   -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L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R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  &lt;   &lt;=   &gt;   &gt;=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L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R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  ==   !=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L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R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  &amp;  (Full evaluation logical 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and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 )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L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R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  ^  (Full evaluation logical </a:t>
                      </a:r>
                      <a:r>
                        <a:rPr kumimoji="0" lang="en-US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xor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 )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L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R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  |  (Full evaluation logical 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or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 )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L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R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  &amp;&amp;  (Short circuited logical 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and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 )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L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R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  ||  (Short circuited logical 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or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 )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L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R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  =   +=   -=   *=   /=   %=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505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r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5050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L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5050"/>
                          </a:solidFill>
                          <a:effectLst/>
                          <a:latin typeface="Tahoma" pitchFamily="34" charset="0"/>
                          <a:sym typeface="Wingdings"/>
                        </a:rPr>
                        <a:t>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5050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5050"/>
                        </a:solidFill>
                        <a:effectLst/>
                        <a:latin typeface="Tahoma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  ,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L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R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8973" name="Line 1112">
            <a:extLst>
              <a:ext uri="{FF2B5EF4-FFF2-40B4-BE49-F238E27FC236}">
                <a16:creationId xmlns:a16="http://schemas.microsoft.com/office/drawing/2014/main" id="{17DD5B31-FA68-41C6-B631-9AF1EDD3CC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3988" y="1981200"/>
            <a:ext cx="0" cy="40386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3">
            <a:extLst>
              <a:ext uri="{FF2B5EF4-FFF2-40B4-BE49-F238E27FC236}">
                <a16:creationId xmlns:a16="http://schemas.microsoft.com/office/drawing/2014/main" id="{0DFBBFE4-15E7-4F54-BBF0-AE3CF010C0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0963" name="WordArt 3">
            <a:extLst>
              <a:ext uri="{FF2B5EF4-FFF2-40B4-BE49-F238E27FC236}">
                <a16:creationId xmlns:a16="http://schemas.microsoft.com/office/drawing/2014/main" id="{5F8810D6-08A8-4712-8207-90287168C6B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0866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Common Boolean Symbols</a:t>
            </a:r>
          </a:p>
        </p:txBody>
      </p:sp>
      <p:graphicFrame>
        <p:nvGraphicFramePr>
          <p:cNvPr id="17444" name="Group 36">
            <a:extLst>
              <a:ext uri="{FF2B5EF4-FFF2-40B4-BE49-F238E27FC236}">
                <a16:creationId xmlns:a16="http://schemas.microsoft.com/office/drawing/2014/main" id="{28F01A27-F8F1-4D5A-89D3-CAD914515E01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828800"/>
          <a:ext cx="8077200" cy="4470399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5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5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12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Name</a:t>
                      </a: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Boolean Symbol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Java Counterpart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6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and</a:t>
                      </a: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۸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   logical and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&amp;&amp;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6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or</a:t>
                      </a: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۷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   logical or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||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6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not</a:t>
                      </a: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¬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  logical not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!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02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xor</a:t>
                      </a: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itchFamily="18" charset="2"/>
                        <a:buChar char="Å"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  logical 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xor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sym typeface="Symbol" pitchFamily="18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itchFamily="18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        (exclusive or)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sym typeface="Symbol" pitchFamily="18" charset="2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^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3">
            <a:extLst>
              <a:ext uri="{FF2B5EF4-FFF2-40B4-BE49-F238E27FC236}">
                <a16:creationId xmlns:a16="http://schemas.microsoft.com/office/drawing/2014/main" id="{F42E92D8-A489-46D0-B828-E28E2B3AF18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3011" name="WordArt 2">
            <a:extLst>
              <a:ext uri="{FF2B5EF4-FFF2-40B4-BE49-F238E27FC236}">
                <a16:creationId xmlns:a16="http://schemas.microsoft.com/office/drawing/2014/main" id="{4E4EE03E-FCD7-4F2D-A663-6C3E08EFBE2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752600" y="381000"/>
            <a:ext cx="4876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AND</a:t>
            </a:r>
          </a:p>
        </p:txBody>
      </p:sp>
      <p:sp>
        <p:nvSpPr>
          <p:cNvPr id="43012" name="Text Box 11">
            <a:extLst>
              <a:ext uri="{FF2B5EF4-FFF2-40B4-BE49-F238E27FC236}">
                <a16:creationId xmlns:a16="http://schemas.microsoft.com/office/drawing/2014/main" id="{9585D683-5FF6-4090-92F2-02E651794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9475" y="1676400"/>
            <a:ext cx="41751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chemeClr val="accent2"/>
                </a:solidFill>
                <a:latin typeface="Tahoma" panose="020B0604030504040204" pitchFamily="34" charset="0"/>
              </a:rPr>
              <a:t>C ۸ S    C &amp;&amp; S</a:t>
            </a:r>
          </a:p>
        </p:txBody>
      </p:sp>
      <p:graphicFrame>
        <p:nvGraphicFramePr>
          <p:cNvPr id="19492" name="Group 36">
            <a:extLst>
              <a:ext uri="{FF2B5EF4-FFF2-40B4-BE49-F238E27FC236}">
                <a16:creationId xmlns:a16="http://schemas.microsoft.com/office/drawing/2014/main" id="{93272A55-10EB-4781-BE00-6C597E8DAAD4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2743200"/>
          <a:ext cx="4953000" cy="2968625"/>
        </p:xfrm>
        <a:graphic>
          <a:graphicData uri="http://schemas.openxmlformats.org/drawingml/2006/table">
            <a:tbl>
              <a:tblPr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 &amp;&amp; 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3039" name="Picture 34" descr="boolean operators - and">
            <a:extLst>
              <a:ext uri="{FF2B5EF4-FFF2-40B4-BE49-F238E27FC236}">
                <a16:creationId xmlns:a16="http://schemas.microsoft.com/office/drawing/2014/main" id="{B009964C-0607-4562-A9C2-79CDDC090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8" r="6818" b="6522"/>
          <a:stretch>
            <a:fillRect/>
          </a:stretch>
        </p:blipFill>
        <p:spPr bwMode="auto">
          <a:xfrm>
            <a:off x="5613400" y="2819400"/>
            <a:ext cx="34544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3">
            <a:extLst>
              <a:ext uri="{FF2B5EF4-FFF2-40B4-BE49-F238E27FC236}">
                <a16:creationId xmlns:a16="http://schemas.microsoft.com/office/drawing/2014/main" id="{1B7D83AE-5442-41C4-8D72-D4E16D6981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7107" name="WordArt 2">
            <a:extLst>
              <a:ext uri="{FF2B5EF4-FFF2-40B4-BE49-F238E27FC236}">
                <a16:creationId xmlns:a16="http://schemas.microsoft.com/office/drawing/2014/main" id="{32E27525-BEB3-4477-9BC7-1D0AA582C1D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752600" y="381000"/>
            <a:ext cx="4876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OR</a:t>
            </a:r>
          </a:p>
        </p:txBody>
      </p:sp>
      <p:sp>
        <p:nvSpPr>
          <p:cNvPr id="47108" name="Text Box 11">
            <a:extLst>
              <a:ext uri="{FF2B5EF4-FFF2-40B4-BE49-F238E27FC236}">
                <a16:creationId xmlns:a16="http://schemas.microsoft.com/office/drawing/2014/main" id="{EAA5234C-0AC1-4E53-9D8A-12727E850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7688" y="1676400"/>
            <a:ext cx="4906962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800">
                <a:solidFill>
                  <a:schemeClr val="accent2"/>
                </a:solidFill>
                <a:latin typeface="Tahoma" panose="020B0604030504040204" pitchFamily="34" charset="0"/>
              </a:rPr>
              <a:t>C ۷ S       C || S</a:t>
            </a:r>
          </a:p>
        </p:txBody>
      </p:sp>
      <p:graphicFrame>
        <p:nvGraphicFramePr>
          <p:cNvPr id="21543" name="Group 39">
            <a:extLst>
              <a:ext uri="{FF2B5EF4-FFF2-40B4-BE49-F238E27FC236}">
                <a16:creationId xmlns:a16="http://schemas.microsoft.com/office/drawing/2014/main" id="{6307B716-262F-4510-9E5D-C3C6626B089B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2667000"/>
          <a:ext cx="5105400" cy="2895600"/>
        </p:xfrm>
        <a:graphic>
          <a:graphicData uri="http://schemas.openxmlformats.org/drawingml/2006/table">
            <a:tbl>
              <a:tblPr/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 || 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7135" name="Picture 36" descr="boolean operators - or">
            <a:extLst>
              <a:ext uri="{FF2B5EF4-FFF2-40B4-BE49-F238E27FC236}">
                <a16:creationId xmlns:a16="http://schemas.microsoft.com/office/drawing/2014/main" id="{0A62CEEF-7BCE-49D7-B505-2F538FC4B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333"/>
          <a:stretch>
            <a:fillRect/>
          </a:stretch>
        </p:blipFill>
        <p:spPr bwMode="auto">
          <a:xfrm>
            <a:off x="5715000" y="2971800"/>
            <a:ext cx="3167063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3">
            <a:extLst>
              <a:ext uri="{FF2B5EF4-FFF2-40B4-BE49-F238E27FC236}">
                <a16:creationId xmlns:a16="http://schemas.microsoft.com/office/drawing/2014/main" id="{8A00FA5B-C219-4385-B1F3-8E474B0043C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3251" name="WordArt 2">
            <a:extLst>
              <a:ext uri="{FF2B5EF4-FFF2-40B4-BE49-F238E27FC236}">
                <a16:creationId xmlns:a16="http://schemas.microsoft.com/office/drawing/2014/main" id="{D4C0F364-275A-440E-92B3-A76A486184C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752600" y="381000"/>
            <a:ext cx="4876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NOT</a:t>
            </a:r>
          </a:p>
        </p:txBody>
      </p:sp>
      <p:sp>
        <p:nvSpPr>
          <p:cNvPr id="53252" name="Text Box 6">
            <a:extLst>
              <a:ext uri="{FF2B5EF4-FFF2-40B4-BE49-F238E27FC236}">
                <a16:creationId xmlns:a16="http://schemas.microsoft.com/office/drawing/2014/main" id="{ED7732BE-E26E-4FFA-96DF-A6B3A9783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828800"/>
            <a:ext cx="39131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6000">
                <a:solidFill>
                  <a:schemeClr val="accent2"/>
                </a:solidFill>
                <a:latin typeface="Tahoma" panose="020B0604030504040204" pitchFamily="34" charset="0"/>
              </a:rPr>
              <a:t>¬ C     ! C </a:t>
            </a:r>
          </a:p>
        </p:txBody>
      </p:sp>
      <p:graphicFrame>
        <p:nvGraphicFramePr>
          <p:cNvPr id="78893" name="Group 45">
            <a:extLst>
              <a:ext uri="{FF2B5EF4-FFF2-40B4-BE49-F238E27FC236}">
                <a16:creationId xmlns:a16="http://schemas.microsoft.com/office/drawing/2014/main" id="{2F063BE1-772C-44A0-9D62-7E9620BD8A9E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3200400"/>
          <a:ext cx="4114800" cy="27432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5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  <a:cs typeface="+mn-cs"/>
                        </a:rPr>
                        <a:t>!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5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5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5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5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3">
            <a:extLst>
              <a:ext uri="{FF2B5EF4-FFF2-40B4-BE49-F238E27FC236}">
                <a16:creationId xmlns:a16="http://schemas.microsoft.com/office/drawing/2014/main" id="{E8766A0C-E59F-48AF-84EA-97023879603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7347" name="WordArt 2">
            <a:extLst>
              <a:ext uri="{FF2B5EF4-FFF2-40B4-BE49-F238E27FC236}">
                <a16:creationId xmlns:a16="http://schemas.microsoft.com/office/drawing/2014/main" id="{237D3875-CB1F-41AB-8EA3-CDF19A7CCF1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752600" y="381000"/>
            <a:ext cx="4876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XOR</a:t>
            </a:r>
          </a:p>
        </p:txBody>
      </p:sp>
      <p:graphicFrame>
        <p:nvGraphicFramePr>
          <p:cNvPr id="80985" name="Group 89">
            <a:extLst>
              <a:ext uri="{FF2B5EF4-FFF2-40B4-BE49-F238E27FC236}">
                <a16:creationId xmlns:a16="http://schemas.microsoft.com/office/drawing/2014/main" id="{778DEFD9-2863-469B-8B2E-EB46D5CC74C2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2667000"/>
          <a:ext cx="5029200" cy="3429002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9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 ^ S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5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5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5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7374" name="Text Box 6">
            <a:extLst>
              <a:ext uri="{FF2B5EF4-FFF2-40B4-BE49-F238E27FC236}">
                <a16:creationId xmlns:a16="http://schemas.microsoft.com/office/drawing/2014/main" id="{D842A107-A3A3-44D1-9A3A-DB6D985A9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524000"/>
            <a:ext cx="538956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6000">
                <a:solidFill>
                  <a:schemeClr val="accent2"/>
                </a:solidFill>
                <a:latin typeface="Tahoma" panose="020B0604030504040204" pitchFamily="34" charset="0"/>
              </a:rPr>
              <a:t>C </a:t>
            </a:r>
            <a:r>
              <a:rPr lang="en-US" altLang="en-US" sz="6000">
                <a:solidFill>
                  <a:schemeClr val="accent2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</a:t>
            </a:r>
            <a:r>
              <a:rPr lang="en-US" altLang="en-US" sz="6000">
                <a:solidFill>
                  <a:schemeClr val="accent2"/>
                </a:solidFill>
                <a:latin typeface="Tahoma" panose="020B0604030504040204" pitchFamily="34" charset="0"/>
              </a:rPr>
              <a:t> S    C ^ S </a:t>
            </a:r>
          </a:p>
        </p:txBody>
      </p:sp>
      <p:pic>
        <p:nvPicPr>
          <p:cNvPr id="57375" name="Picture 32" descr="boolean operators - xor">
            <a:extLst>
              <a:ext uri="{FF2B5EF4-FFF2-40B4-BE49-F238E27FC236}">
                <a16:creationId xmlns:a16="http://schemas.microsoft.com/office/drawing/2014/main" id="{6EC26960-0BA6-48E3-B196-DB06415FC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39"/>
          <a:stretch>
            <a:fillRect/>
          </a:stretch>
        </p:blipFill>
        <p:spPr bwMode="auto">
          <a:xfrm>
            <a:off x="5410200" y="2819400"/>
            <a:ext cx="3581400" cy="349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Footer Placeholder 3">
            <a:extLst>
              <a:ext uri="{FF2B5EF4-FFF2-40B4-BE49-F238E27FC236}">
                <a16:creationId xmlns:a16="http://schemas.microsoft.com/office/drawing/2014/main" id="{707FFAA3-E213-45D7-AC1B-8361684504D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3667" name="WordArt 2">
            <a:extLst>
              <a:ext uri="{FF2B5EF4-FFF2-40B4-BE49-F238E27FC236}">
                <a16:creationId xmlns:a16="http://schemas.microsoft.com/office/drawing/2014/main" id="{EA4CCBD9-3C9F-4A5A-A6DE-39E0DA1A111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685800"/>
            <a:ext cx="6934200" cy="487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Short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Circuit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9E486DE-A8AC-4074-B741-7D5951B8E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1" y="2374476"/>
            <a:ext cx="4495800" cy="2247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1" dirty="0">
                <a:latin typeface="Tahoma" panose="020B0604030504040204" pitchFamily="34" charset="0"/>
              </a:rPr>
              <a:t>int num = 2 + 3;</a:t>
            </a:r>
          </a:p>
          <a:p>
            <a:pPr>
              <a:spcBef>
                <a:spcPct val="0"/>
              </a:spcBef>
              <a:buFontTx/>
              <a:buNone/>
            </a:pPr>
            <a:endParaRPr lang="pt-BR" altLang="en-US" sz="2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1" dirty="0">
                <a:solidFill>
                  <a:srgbClr val="7030A0"/>
                </a:solidFill>
                <a:latin typeface="Tahoma" panose="020B0604030504040204" pitchFamily="34" charset="0"/>
              </a:rPr>
              <a:t>out.println(num++);</a:t>
            </a:r>
          </a:p>
          <a:p>
            <a:pPr>
              <a:spcBef>
                <a:spcPct val="0"/>
              </a:spcBef>
              <a:buFontTx/>
              <a:buNone/>
            </a:pPr>
            <a:endParaRPr lang="pt-BR" altLang="en-US" sz="2800" b="1" dirty="0">
              <a:solidFill>
                <a:srgbClr val="7030A0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1" dirty="0">
                <a:solidFill>
                  <a:srgbClr val="003300"/>
                </a:solidFill>
                <a:latin typeface="Tahoma" panose="020B0604030504040204" pitchFamily="34" charset="0"/>
              </a:rPr>
              <a:t>out.println(++num);</a:t>
            </a:r>
            <a:endParaRPr lang="en-US" altLang="en-US" sz="2800" b="1" dirty="0">
              <a:solidFill>
                <a:srgbClr val="003300"/>
              </a:solidFill>
              <a:latin typeface="Tahoma" panose="020B0604030504040204" pitchFamily="34" charset="0"/>
            </a:endParaRPr>
          </a:p>
        </p:txBody>
      </p:sp>
      <p:sp>
        <p:nvSpPr>
          <p:cNvPr id="39939" name="Text Box 3">
            <a:extLst>
              <a:ext uri="{FF2B5EF4-FFF2-40B4-BE49-F238E27FC236}">
                <a16:creationId xmlns:a16="http://schemas.microsoft.com/office/drawing/2014/main" id="{B98876DF-C5BF-4311-A23E-9304803C2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590800"/>
            <a:ext cx="1905000" cy="2092881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ts val="1200"/>
              </a:spcAft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7030A0"/>
                </a:solidFill>
                <a:latin typeface="Tahoma" panose="020B0604030504040204" pitchFamily="34" charset="0"/>
              </a:rPr>
              <a:t>5</a:t>
            </a:r>
            <a:endParaRPr lang="en-US" altLang="en-US" dirty="0">
              <a:solidFill>
                <a:srgbClr val="7030A0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b="1" dirty="0">
              <a:solidFill>
                <a:srgbClr val="000099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3300"/>
                </a:solidFill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39940" name="WordArt 4" descr="Narrow vertical">
            <a:extLst>
              <a:ext uri="{FF2B5EF4-FFF2-40B4-BE49-F238E27FC236}">
                <a16:creationId xmlns:a16="http://schemas.microsoft.com/office/drawing/2014/main" id="{BAD8B231-EBD9-4E6B-9E83-FB50C8EC614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304800"/>
            <a:ext cx="76962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Post/Pre-increment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9ABFD4B4-A7B7-47B1-AEB4-A8F1E7CF0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5243" y="3276599"/>
            <a:ext cx="1670957" cy="13452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04BE2816-E2D2-4E04-8B83-FB10D9C235F7}"/>
              </a:ext>
            </a:extLst>
          </p:cNvPr>
          <p:cNvSpPr>
            <a:spLocks/>
          </p:cNvSpPr>
          <p:nvPr/>
        </p:nvSpPr>
        <p:spPr bwMode="auto">
          <a:xfrm>
            <a:off x="2743200" y="2311824"/>
            <a:ext cx="650875" cy="202776"/>
          </a:xfrm>
          <a:custGeom>
            <a:avLst/>
            <a:gdLst>
              <a:gd name="T0" fmla="*/ 775 w 775"/>
              <a:gd name="T1" fmla="*/ 210 h 255"/>
              <a:gd name="T2" fmla="*/ 630 w 775"/>
              <a:gd name="T3" fmla="*/ 80 h 255"/>
              <a:gd name="T4" fmla="*/ 460 w 775"/>
              <a:gd name="T5" fmla="*/ 10 h 255"/>
              <a:gd name="T6" fmla="*/ 230 w 775"/>
              <a:gd name="T7" fmla="*/ 20 h 255"/>
              <a:gd name="T8" fmla="*/ 40 w 775"/>
              <a:gd name="T9" fmla="*/ 130 h 255"/>
              <a:gd name="T10" fmla="*/ 0 w 775"/>
              <a:gd name="T11" fmla="*/ 255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75" h="255">
                <a:moveTo>
                  <a:pt x="775" y="210"/>
                </a:moveTo>
                <a:cubicBezTo>
                  <a:pt x="728" y="161"/>
                  <a:pt x="682" y="113"/>
                  <a:pt x="630" y="80"/>
                </a:cubicBezTo>
                <a:cubicBezTo>
                  <a:pt x="578" y="47"/>
                  <a:pt x="527" y="20"/>
                  <a:pt x="460" y="10"/>
                </a:cubicBezTo>
                <a:cubicBezTo>
                  <a:pt x="393" y="0"/>
                  <a:pt x="300" y="0"/>
                  <a:pt x="230" y="20"/>
                </a:cubicBezTo>
                <a:cubicBezTo>
                  <a:pt x="160" y="40"/>
                  <a:pt x="78" y="91"/>
                  <a:pt x="40" y="130"/>
                </a:cubicBezTo>
                <a:cubicBezTo>
                  <a:pt x="2" y="169"/>
                  <a:pt x="9" y="232"/>
                  <a:pt x="0" y="255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25E59751-07C0-4C47-930E-AA293B02E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790700"/>
            <a:ext cx="4921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9E486DE-A8AC-4074-B741-7D5951B8E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1" y="2374476"/>
            <a:ext cx="4495800" cy="2678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1" dirty="0">
                <a:latin typeface="Tahoma" panose="020B0604030504040204" pitchFamily="34" charset="0"/>
              </a:rPr>
              <a:t>int num = </a:t>
            </a:r>
            <a:r>
              <a:rPr lang="pt-BR" altLang="en-US" sz="2800" b="1" strike="sngStrike" dirty="0">
                <a:latin typeface="Tahoma" panose="020B0604030504040204" pitchFamily="34" charset="0"/>
              </a:rPr>
              <a:t>5</a:t>
            </a:r>
            <a:r>
              <a:rPr lang="pt-BR" altLang="en-US" sz="2800" b="1" dirty="0">
                <a:latin typeface="Tahoma" panose="020B0604030504040204" pitchFamily="34" charset="0"/>
              </a:rPr>
              <a:t> </a:t>
            </a:r>
            <a:r>
              <a:rPr lang="pt-BR" altLang="en-US" sz="2800" b="1" strike="sngStrike" dirty="0">
                <a:latin typeface="Tahoma" panose="020B0604030504040204" pitchFamily="34" charset="0"/>
              </a:rPr>
              <a:t>6</a:t>
            </a:r>
            <a:r>
              <a:rPr lang="pt-BR" altLang="en-US" sz="2800" b="1" dirty="0">
                <a:latin typeface="Tahoma" panose="020B0604030504040204" pitchFamily="34" charset="0"/>
              </a:rPr>
              <a:t> 7;</a:t>
            </a:r>
          </a:p>
          <a:p>
            <a:pPr>
              <a:spcBef>
                <a:spcPct val="0"/>
              </a:spcBef>
              <a:buFontTx/>
              <a:buNone/>
            </a:pPr>
            <a:endParaRPr lang="pt-BR" altLang="en-US" sz="2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pt-BR" altLang="en-US" sz="2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1" dirty="0">
                <a:solidFill>
                  <a:srgbClr val="7030A0"/>
                </a:solidFill>
                <a:latin typeface="Tahoma" panose="020B0604030504040204" pitchFamily="34" charset="0"/>
              </a:rPr>
              <a:t>out.println(num++);</a:t>
            </a:r>
          </a:p>
          <a:p>
            <a:pPr>
              <a:spcBef>
                <a:spcPct val="0"/>
              </a:spcBef>
              <a:buFontTx/>
              <a:buNone/>
            </a:pPr>
            <a:endParaRPr lang="pt-BR" altLang="en-US" sz="2800" b="1" dirty="0">
              <a:solidFill>
                <a:srgbClr val="7030A0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1" dirty="0">
                <a:solidFill>
                  <a:srgbClr val="003300"/>
                </a:solidFill>
                <a:latin typeface="Tahoma" panose="020B0604030504040204" pitchFamily="34" charset="0"/>
              </a:rPr>
              <a:t>out.println(++num);</a:t>
            </a:r>
            <a:endParaRPr lang="en-US" altLang="en-US" sz="2800" b="1" dirty="0">
              <a:solidFill>
                <a:srgbClr val="003300"/>
              </a:solidFill>
              <a:latin typeface="Tahoma" panose="020B0604030504040204" pitchFamily="34" charset="0"/>
            </a:endParaRPr>
          </a:p>
        </p:txBody>
      </p:sp>
      <p:sp>
        <p:nvSpPr>
          <p:cNvPr id="39939" name="Text Box 3">
            <a:extLst>
              <a:ext uri="{FF2B5EF4-FFF2-40B4-BE49-F238E27FC236}">
                <a16:creationId xmlns:a16="http://schemas.microsoft.com/office/drawing/2014/main" id="{B98876DF-C5BF-4311-A23E-9304803C2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590800"/>
            <a:ext cx="1905000" cy="2092881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ts val="1200"/>
              </a:spcAft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7030A0"/>
                </a:solidFill>
                <a:latin typeface="Tahoma" panose="020B0604030504040204" pitchFamily="34" charset="0"/>
              </a:rPr>
              <a:t>5</a:t>
            </a:r>
            <a:endParaRPr lang="en-US" altLang="en-US" dirty="0">
              <a:solidFill>
                <a:srgbClr val="7030A0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b="1" dirty="0">
              <a:solidFill>
                <a:srgbClr val="000099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3300"/>
                </a:solidFill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39940" name="WordArt 4" descr="Narrow vertical">
            <a:extLst>
              <a:ext uri="{FF2B5EF4-FFF2-40B4-BE49-F238E27FC236}">
                <a16:creationId xmlns:a16="http://schemas.microsoft.com/office/drawing/2014/main" id="{BAD8B231-EBD9-4E6B-9E83-FB50C8EC614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304800"/>
            <a:ext cx="76962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Post/Pre-increment</a:t>
            </a: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3F823DD7-4F20-43FF-BC16-1773FF77B17C}"/>
              </a:ext>
            </a:extLst>
          </p:cNvPr>
          <p:cNvSpPr>
            <a:spLocks/>
          </p:cNvSpPr>
          <p:nvPr/>
        </p:nvSpPr>
        <p:spPr bwMode="auto">
          <a:xfrm>
            <a:off x="2362200" y="3543300"/>
            <a:ext cx="1752600" cy="219105"/>
          </a:xfrm>
          <a:custGeom>
            <a:avLst/>
            <a:gdLst>
              <a:gd name="T0" fmla="*/ 775 w 775"/>
              <a:gd name="T1" fmla="*/ 210 h 255"/>
              <a:gd name="T2" fmla="*/ 630 w 775"/>
              <a:gd name="T3" fmla="*/ 80 h 255"/>
              <a:gd name="T4" fmla="*/ 460 w 775"/>
              <a:gd name="T5" fmla="*/ 10 h 255"/>
              <a:gd name="T6" fmla="*/ 230 w 775"/>
              <a:gd name="T7" fmla="*/ 20 h 255"/>
              <a:gd name="T8" fmla="*/ 40 w 775"/>
              <a:gd name="T9" fmla="*/ 130 h 255"/>
              <a:gd name="T10" fmla="*/ 0 w 775"/>
              <a:gd name="T11" fmla="*/ 255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75" h="255">
                <a:moveTo>
                  <a:pt x="775" y="210"/>
                </a:moveTo>
                <a:cubicBezTo>
                  <a:pt x="728" y="161"/>
                  <a:pt x="682" y="113"/>
                  <a:pt x="630" y="80"/>
                </a:cubicBezTo>
                <a:cubicBezTo>
                  <a:pt x="578" y="47"/>
                  <a:pt x="527" y="20"/>
                  <a:pt x="460" y="10"/>
                </a:cubicBezTo>
                <a:cubicBezTo>
                  <a:pt x="393" y="0"/>
                  <a:pt x="300" y="0"/>
                  <a:pt x="230" y="20"/>
                </a:cubicBezTo>
                <a:cubicBezTo>
                  <a:pt x="160" y="40"/>
                  <a:pt x="78" y="91"/>
                  <a:pt x="40" y="130"/>
                </a:cubicBezTo>
                <a:cubicBezTo>
                  <a:pt x="2" y="169"/>
                  <a:pt x="9" y="232"/>
                  <a:pt x="0" y="255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DB4D5506-9D06-4EA9-A84B-EF31839E3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6475" y="3048000"/>
            <a:ext cx="4921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667313B-1D4F-462A-98B9-9AEAB02DA6DC}"/>
              </a:ext>
            </a:extLst>
          </p:cNvPr>
          <p:cNvSpPr>
            <a:spLocks/>
          </p:cNvSpPr>
          <p:nvPr/>
        </p:nvSpPr>
        <p:spPr bwMode="auto">
          <a:xfrm flipV="1">
            <a:off x="2438401" y="5000595"/>
            <a:ext cx="990600" cy="219105"/>
          </a:xfrm>
          <a:custGeom>
            <a:avLst/>
            <a:gdLst>
              <a:gd name="T0" fmla="*/ 775 w 775"/>
              <a:gd name="T1" fmla="*/ 210 h 255"/>
              <a:gd name="T2" fmla="*/ 630 w 775"/>
              <a:gd name="T3" fmla="*/ 80 h 255"/>
              <a:gd name="T4" fmla="*/ 460 w 775"/>
              <a:gd name="T5" fmla="*/ 10 h 255"/>
              <a:gd name="T6" fmla="*/ 230 w 775"/>
              <a:gd name="T7" fmla="*/ 20 h 255"/>
              <a:gd name="T8" fmla="*/ 40 w 775"/>
              <a:gd name="T9" fmla="*/ 130 h 255"/>
              <a:gd name="T10" fmla="*/ 0 w 775"/>
              <a:gd name="T11" fmla="*/ 255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75" h="255">
                <a:moveTo>
                  <a:pt x="775" y="210"/>
                </a:moveTo>
                <a:cubicBezTo>
                  <a:pt x="728" y="161"/>
                  <a:pt x="682" y="113"/>
                  <a:pt x="630" y="80"/>
                </a:cubicBezTo>
                <a:cubicBezTo>
                  <a:pt x="578" y="47"/>
                  <a:pt x="527" y="20"/>
                  <a:pt x="460" y="10"/>
                </a:cubicBezTo>
                <a:cubicBezTo>
                  <a:pt x="393" y="0"/>
                  <a:pt x="300" y="0"/>
                  <a:pt x="230" y="20"/>
                </a:cubicBezTo>
                <a:cubicBezTo>
                  <a:pt x="160" y="40"/>
                  <a:pt x="78" y="91"/>
                  <a:pt x="40" y="130"/>
                </a:cubicBezTo>
                <a:cubicBezTo>
                  <a:pt x="2" y="169"/>
                  <a:pt x="9" y="232"/>
                  <a:pt x="0" y="255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1DC2A9E6-75D6-4C97-9449-22C76DA3B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046" y="5184978"/>
            <a:ext cx="4921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946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9E486DE-A8AC-4074-B741-7D5951B8E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828800"/>
            <a:ext cx="4495800" cy="1754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3600" b="1" dirty="0">
                <a:solidFill>
                  <a:srgbClr val="000099"/>
                </a:solidFill>
                <a:latin typeface="Tahoma" panose="020B0604030504040204" pitchFamily="34" charset="0"/>
              </a:rPr>
              <a:t>int x = 5;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en-US" sz="3600" dirty="0">
                <a:solidFill>
                  <a:srgbClr val="000099"/>
                </a:solidFill>
                <a:latin typeface="Tahoma" panose="020B0604030504040204" pitchFamily="34" charset="0"/>
              </a:rPr>
              <a:t>x = x++;</a:t>
            </a:r>
            <a:endParaRPr lang="pt-BR" altLang="en-US" sz="3600" b="1" dirty="0">
              <a:solidFill>
                <a:srgbClr val="000099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t-BR" altLang="en-US" sz="3600" b="1" dirty="0">
                <a:solidFill>
                  <a:srgbClr val="000099"/>
                </a:solidFill>
                <a:latin typeface="Tahoma" panose="020B0604030504040204" pitchFamily="34" charset="0"/>
              </a:rPr>
              <a:t>out.println(x);</a:t>
            </a:r>
          </a:p>
        </p:txBody>
      </p:sp>
      <p:sp>
        <p:nvSpPr>
          <p:cNvPr id="39939" name="Text Box 3">
            <a:extLst>
              <a:ext uri="{FF2B5EF4-FFF2-40B4-BE49-F238E27FC236}">
                <a16:creationId xmlns:a16="http://schemas.microsoft.com/office/drawing/2014/main" id="{B98876DF-C5BF-4311-A23E-9304803C2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228850"/>
            <a:ext cx="1905000" cy="1231106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ts val="1200"/>
              </a:spcAft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39940" name="WordArt 4" descr="Narrow vertical">
            <a:extLst>
              <a:ext uri="{FF2B5EF4-FFF2-40B4-BE49-F238E27FC236}">
                <a16:creationId xmlns:a16="http://schemas.microsoft.com/office/drawing/2014/main" id="{BAD8B231-EBD9-4E6B-9E83-FB50C8EC614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304800"/>
            <a:ext cx="76962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Crazy Mistake Using ++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0F0ACB4-AC94-45B9-89D3-ACE99AE1A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0814" y="2895600"/>
            <a:ext cx="1295400" cy="1066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89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9E486DE-A8AC-4074-B741-7D5951B8E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502831"/>
            <a:ext cx="4495800" cy="1754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3600" b="1" dirty="0">
                <a:solidFill>
                  <a:srgbClr val="0000FF"/>
                </a:solidFill>
                <a:latin typeface="Tahoma" panose="020B0604030504040204" pitchFamily="34" charset="0"/>
              </a:rPr>
              <a:t>int x = 5;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en-US" sz="3600" dirty="0">
                <a:latin typeface="Tahoma" panose="020B0604030504040204" pitchFamily="34" charset="0"/>
              </a:rPr>
              <a:t>x = x++;</a:t>
            </a:r>
            <a:endParaRPr lang="pt-BR" altLang="en-US" sz="36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t-BR" altLang="en-US" sz="3600" b="1" dirty="0">
                <a:latin typeface="Tahoma" panose="020B0604030504040204" pitchFamily="34" charset="0"/>
              </a:rPr>
              <a:t>out.println(x);</a:t>
            </a:r>
          </a:p>
        </p:txBody>
      </p:sp>
      <p:sp>
        <p:nvSpPr>
          <p:cNvPr id="39939" name="Text Box 3">
            <a:extLst>
              <a:ext uri="{FF2B5EF4-FFF2-40B4-BE49-F238E27FC236}">
                <a16:creationId xmlns:a16="http://schemas.microsoft.com/office/drawing/2014/main" id="{B98876DF-C5BF-4311-A23E-9304803C2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883831"/>
            <a:ext cx="457200" cy="584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x</a:t>
            </a:r>
          </a:p>
        </p:txBody>
      </p:sp>
      <p:sp>
        <p:nvSpPr>
          <p:cNvPr id="39940" name="WordArt 4" descr="Narrow vertical">
            <a:extLst>
              <a:ext uri="{FF2B5EF4-FFF2-40B4-BE49-F238E27FC236}">
                <a16:creationId xmlns:a16="http://schemas.microsoft.com/office/drawing/2014/main" id="{BAD8B231-EBD9-4E6B-9E83-FB50C8EC614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304800"/>
            <a:ext cx="76962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Crazy Mistake Using ++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7DD469E6-5832-4B90-9ED7-701DA7263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902881"/>
            <a:ext cx="457200" cy="58477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2EDF1CA-3A4C-4DB7-B302-93343D405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743500"/>
            <a:ext cx="6368143" cy="1200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3600" dirty="0">
                <a:solidFill>
                  <a:srgbClr val="0000FF"/>
                </a:solidFill>
                <a:latin typeface="Tahoma" panose="020B0604030504040204" pitchFamily="34" charset="0"/>
              </a:rPr>
              <a:t>First, x is created in memory and stores 5:</a:t>
            </a:r>
            <a:endParaRPr lang="pt-BR" altLang="en-US" sz="3600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857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9E486DE-A8AC-4074-B741-7D5951B8E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385436"/>
            <a:ext cx="4495800" cy="2862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3600" b="1" dirty="0">
                <a:latin typeface="Tahoma" panose="020B0604030504040204" pitchFamily="34" charset="0"/>
              </a:rPr>
              <a:t>int x = 5;</a:t>
            </a:r>
          </a:p>
          <a:p>
            <a:pPr>
              <a:spcBef>
                <a:spcPct val="0"/>
              </a:spcBef>
              <a:buFontTx/>
              <a:buNone/>
            </a:pPr>
            <a:endParaRPr lang="pt-BR" altLang="en-US" sz="3600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pt-BR" altLang="en-US" sz="3600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t-BR" altLang="en-US" sz="3600" dirty="0">
                <a:latin typeface="Tahoma" panose="020B0604030504040204" pitchFamily="34" charset="0"/>
              </a:rPr>
              <a:t>x = </a:t>
            </a:r>
            <a:r>
              <a:rPr lang="pt-BR" altLang="en-US" sz="3600" dirty="0">
                <a:solidFill>
                  <a:srgbClr val="C00000"/>
                </a:solidFill>
                <a:latin typeface="Tahoma" panose="020B0604030504040204" pitchFamily="34" charset="0"/>
              </a:rPr>
              <a:t>x++</a:t>
            </a:r>
            <a:r>
              <a:rPr lang="pt-BR" altLang="en-US" sz="3600" dirty="0">
                <a:latin typeface="Tahoma" panose="020B0604030504040204" pitchFamily="34" charset="0"/>
              </a:rPr>
              <a:t>;</a:t>
            </a:r>
            <a:endParaRPr lang="pt-BR" altLang="en-US" sz="36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t-BR" altLang="en-US" sz="3600" b="1" dirty="0">
                <a:latin typeface="Tahoma" panose="020B0604030504040204" pitchFamily="34" charset="0"/>
              </a:rPr>
              <a:t>out.println(x);</a:t>
            </a:r>
          </a:p>
        </p:txBody>
      </p:sp>
      <p:sp>
        <p:nvSpPr>
          <p:cNvPr id="39939" name="Text Box 3">
            <a:extLst>
              <a:ext uri="{FF2B5EF4-FFF2-40B4-BE49-F238E27FC236}">
                <a16:creationId xmlns:a16="http://schemas.microsoft.com/office/drawing/2014/main" id="{B98876DF-C5BF-4311-A23E-9304803C2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766436"/>
            <a:ext cx="457200" cy="584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x</a:t>
            </a:r>
          </a:p>
        </p:txBody>
      </p:sp>
      <p:sp>
        <p:nvSpPr>
          <p:cNvPr id="39940" name="WordArt 4" descr="Narrow vertical">
            <a:extLst>
              <a:ext uri="{FF2B5EF4-FFF2-40B4-BE49-F238E27FC236}">
                <a16:creationId xmlns:a16="http://schemas.microsoft.com/office/drawing/2014/main" id="{BAD8B231-EBD9-4E6B-9E83-FB50C8EC614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304800"/>
            <a:ext cx="76962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Crazy Mistake Using ++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7DD469E6-5832-4B90-9ED7-701DA7263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785486"/>
            <a:ext cx="457200" cy="58477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0DF02DD-3DBD-422F-9699-D427695B9315}"/>
              </a:ext>
            </a:extLst>
          </p:cNvPr>
          <p:cNvSpPr>
            <a:spLocks/>
          </p:cNvSpPr>
          <p:nvPr/>
        </p:nvSpPr>
        <p:spPr bwMode="auto">
          <a:xfrm>
            <a:off x="1752600" y="4938441"/>
            <a:ext cx="838200" cy="275795"/>
          </a:xfrm>
          <a:custGeom>
            <a:avLst/>
            <a:gdLst>
              <a:gd name="T0" fmla="*/ 775 w 775"/>
              <a:gd name="T1" fmla="*/ 210 h 255"/>
              <a:gd name="T2" fmla="*/ 630 w 775"/>
              <a:gd name="T3" fmla="*/ 80 h 255"/>
              <a:gd name="T4" fmla="*/ 460 w 775"/>
              <a:gd name="T5" fmla="*/ 10 h 255"/>
              <a:gd name="T6" fmla="*/ 230 w 775"/>
              <a:gd name="T7" fmla="*/ 20 h 255"/>
              <a:gd name="T8" fmla="*/ 40 w 775"/>
              <a:gd name="T9" fmla="*/ 130 h 255"/>
              <a:gd name="T10" fmla="*/ 0 w 775"/>
              <a:gd name="T11" fmla="*/ 255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75" h="255">
                <a:moveTo>
                  <a:pt x="775" y="210"/>
                </a:moveTo>
                <a:cubicBezTo>
                  <a:pt x="728" y="161"/>
                  <a:pt x="682" y="113"/>
                  <a:pt x="630" y="80"/>
                </a:cubicBezTo>
                <a:cubicBezTo>
                  <a:pt x="578" y="47"/>
                  <a:pt x="527" y="20"/>
                  <a:pt x="460" y="10"/>
                </a:cubicBezTo>
                <a:cubicBezTo>
                  <a:pt x="393" y="0"/>
                  <a:pt x="300" y="0"/>
                  <a:pt x="230" y="20"/>
                </a:cubicBezTo>
                <a:cubicBezTo>
                  <a:pt x="160" y="40"/>
                  <a:pt x="78" y="91"/>
                  <a:pt x="40" y="130"/>
                </a:cubicBezTo>
                <a:cubicBezTo>
                  <a:pt x="2" y="169"/>
                  <a:pt x="9" y="232"/>
                  <a:pt x="0" y="255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EE408162-0E4F-4112-A27F-5A246E57C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2475" y="4337936"/>
            <a:ext cx="4921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65FC441-663B-4561-A794-F6726103B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743500"/>
            <a:ext cx="7696200" cy="1200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3600" dirty="0">
                <a:solidFill>
                  <a:srgbClr val="C00000"/>
                </a:solidFill>
                <a:latin typeface="Tahoma" panose="020B0604030504040204" pitchFamily="34" charset="0"/>
              </a:rPr>
              <a:t>Next, the ++ increments x to 6, but returns 5 to the =:</a:t>
            </a:r>
            <a:endParaRPr lang="pt-BR" altLang="en-US" sz="36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663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9E486DE-A8AC-4074-B741-7D5951B8E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385436"/>
            <a:ext cx="4495800" cy="2862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3600" b="1" dirty="0">
                <a:latin typeface="Tahoma" panose="020B0604030504040204" pitchFamily="34" charset="0"/>
              </a:rPr>
              <a:t>int x = 5;</a:t>
            </a:r>
          </a:p>
          <a:p>
            <a:pPr>
              <a:spcBef>
                <a:spcPct val="0"/>
              </a:spcBef>
              <a:buFontTx/>
              <a:buNone/>
            </a:pPr>
            <a:endParaRPr lang="pt-BR" altLang="en-US" sz="3600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pt-BR" altLang="en-US" sz="3600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t-BR" altLang="en-US" sz="3600" dirty="0">
                <a:solidFill>
                  <a:srgbClr val="005400"/>
                </a:solidFill>
                <a:latin typeface="Tahoma" panose="020B0604030504040204" pitchFamily="34" charset="0"/>
              </a:rPr>
              <a:t>x =</a:t>
            </a:r>
            <a:r>
              <a:rPr lang="pt-BR" altLang="en-US" sz="3600" dirty="0">
                <a:latin typeface="Tahoma" panose="020B0604030504040204" pitchFamily="34" charset="0"/>
              </a:rPr>
              <a:t> </a:t>
            </a:r>
            <a:r>
              <a:rPr lang="pt-BR" altLang="en-US" sz="3600" dirty="0">
                <a:solidFill>
                  <a:srgbClr val="C00000"/>
                </a:solidFill>
                <a:latin typeface="Tahoma" panose="020B0604030504040204" pitchFamily="34" charset="0"/>
              </a:rPr>
              <a:t>x++</a:t>
            </a:r>
            <a:r>
              <a:rPr lang="pt-BR" altLang="en-US" sz="3600" dirty="0">
                <a:latin typeface="Tahoma" panose="020B0604030504040204" pitchFamily="34" charset="0"/>
              </a:rPr>
              <a:t>;</a:t>
            </a:r>
            <a:endParaRPr lang="pt-BR" altLang="en-US" sz="36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t-BR" altLang="en-US" sz="3600" b="1" dirty="0">
                <a:latin typeface="Tahoma" panose="020B0604030504040204" pitchFamily="34" charset="0"/>
              </a:rPr>
              <a:t>out.println(x);</a:t>
            </a:r>
          </a:p>
        </p:txBody>
      </p:sp>
      <p:sp>
        <p:nvSpPr>
          <p:cNvPr id="39939" name="Text Box 3">
            <a:extLst>
              <a:ext uri="{FF2B5EF4-FFF2-40B4-BE49-F238E27FC236}">
                <a16:creationId xmlns:a16="http://schemas.microsoft.com/office/drawing/2014/main" id="{B98876DF-C5BF-4311-A23E-9304803C2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766436"/>
            <a:ext cx="457200" cy="584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x</a:t>
            </a:r>
          </a:p>
        </p:txBody>
      </p:sp>
      <p:sp>
        <p:nvSpPr>
          <p:cNvPr id="39940" name="WordArt 4" descr="Narrow vertical">
            <a:extLst>
              <a:ext uri="{FF2B5EF4-FFF2-40B4-BE49-F238E27FC236}">
                <a16:creationId xmlns:a16="http://schemas.microsoft.com/office/drawing/2014/main" id="{BAD8B231-EBD9-4E6B-9E83-FB50C8EC614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304800"/>
            <a:ext cx="76962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Crazy Mistake Using ++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7DD469E6-5832-4B90-9ED7-701DA7263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785486"/>
            <a:ext cx="457200" cy="58477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5400"/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0DF02DD-3DBD-422F-9699-D427695B9315}"/>
              </a:ext>
            </a:extLst>
          </p:cNvPr>
          <p:cNvSpPr>
            <a:spLocks/>
          </p:cNvSpPr>
          <p:nvPr/>
        </p:nvSpPr>
        <p:spPr bwMode="auto">
          <a:xfrm>
            <a:off x="1752600" y="4938441"/>
            <a:ext cx="838200" cy="275795"/>
          </a:xfrm>
          <a:custGeom>
            <a:avLst/>
            <a:gdLst>
              <a:gd name="T0" fmla="*/ 775 w 775"/>
              <a:gd name="T1" fmla="*/ 210 h 255"/>
              <a:gd name="T2" fmla="*/ 630 w 775"/>
              <a:gd name="T3" fmla="*/ 80 h 255"/>
              <a:gd name="T4" fmla="*/ 460 w 775"/>
              <a:gd name="T5" fmla="*/ 10 h 255"/>
              <a:gd name="T6" fmla="*/ 230 w 775"/>
              <a:gd name="T7" fmla="*/ 20 h 255"/>
              <a:gd name="T8" fmla="*/ 40 w 775"/>
              <a:gd name="T9" fmla="*/ 130 h 255"/>
              <a:gd name="T10" fmla="*/ 0 w 775"/>
              <a:gd name="T11" fmla="*/ 255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75" h="255">
                <a:moveTo>
                  <a:pt x="775" y="210"/>
                </a:moveTo>
                <a:cubicBezTo>
                  <a:pt x="728" y="161"/>
                  <a:pt x="682" y="113"/>
                  <a:pt x="630" y="80"/>
                </a:cubicBezTo>
                <a:cubicBezTo>
                  <a:pt x="578" y="47"/>
                  <a:pt x="527" y="20"/>
                  <a:pt x="460" y="10"/>
                </a:cubicBezTo>
                <a:cubicBezTo>
                  <a:pt x="393" y="0"/>
                  <a:pt x="300" y="0"/>
                  <a:pt x="230" y="20"/>
                </a:cubicBezTo>
                <a:cubicBezTo>
                  <a:pt x="160" y="40"/>
                  <a:pt x="78" y="91"/>
                  <a:pt x="40" y="130"/>
                </a:cubicBezTo>
                <a:cubicBezTo>
                  <a:pt x="2" y="169"/>
                  <a:pt x="9" y="232"/>
                  <a:pt x="0" y="255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EE408162-0E4F-4112-A27F-5A246E57C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2475" y="4337936"/>
            <a:ext cx="4921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65FC441-663B-4561-A794-F6726103B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743500"/>
            <a:ext cx="7696200" cy="1200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3600" dirty="0">
                <a:solidFill>
                  <a:srgbClr val="005400"/>
                </a:solidFill>
                <a:latin typeface="Tahoma" panose="020B0604030504040204" pitchFamily="34" charset="0"/>
              </a:rPr>
              <a:t>Now the = stores the 5 it was given into x:</a:t>
            </a:r>
            <a:endParaRPr lang="pt-BR" altLang="en-US" sz="3600" b="1" dirty="0">
              <a:solidFill>
                <a:srgbClr val="0054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414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63CCD64-1A62-4141-A1E5-EB64E5003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905000"/>
            <a:ext cx="8822871" cy="403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US" sz="2600" b="1" dirty="0">
                <a:latin typeface="Tahoma" panose="020B0604030504040204" pitchFamily="34" charset="0"/>
              </a:rPr>
              <a:t>When is it appropriate to use post-increment inside another expression?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  <a:defRPr/>
            </a:pPr>
            <a:endParaRPr lang="en-US" altLang="en-US" sz="2600" dirty="0">
              <a:solidFill>
                <a:srgbClr val="000099"/>
              </a:solidFill>
              <a:latin typeface="Tahoma" panose="020B0604030504040204" pitchFamily="34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US" sz="2600" b="1" dirty="0">
                <a:solidFill>
                  <a:srgbClr val="000099"/>
                </a:solidFill>
                <a:latin typeface="Tahoma" panose="020B0604030504040204" pitchFamily="34" charset="0"/>
              </a:rPr>
              <a:t>int[] ray = new int[100];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US" sz="2600" b="1" dirty="0">
                <a:solidFill>
                  <a:srgbClr val="000099"/>
                </a:solidFill>
                <a:latin typeface="Tahoma" panose="020B0604030504040204" pitchFamily="34" charset="0"/>
              </a:rPr>
              <a:t>int count = 0;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US" sz="2600" b="1" dirty="0">
                <a:solidFill>
                  <a:srgbClr val="000099"/>
                </a:solidFill>
                <a:latin typeface="Tahoma" panose="020B0604030504040204" pitchFamily="34" charset="0"/>
              </a:rPr>
              <a:t>Scanner file = new Scanner(new File("data.dat"));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US" sz="2600" b="1" dirty="0">
                <a:solidFill>
                  <a:srgbClr val="000099"/>
                </a:solidFill>
                <a:latin typeface="Tahoma" panose="020B0604030504040204" pitchFamily="34" charset="0"/>
              </a:rPr>
              <a:t>while(</a:t>
            </a:r>
            <a:r>
              <a:rPr lang="en-US" altLang="en-US" sz="2600" b="1" dirty="0" err="1">
                <a:solidFill>
                  <a:srgbClr val="000099"/>
                </a:solidFill>
                <a:latin typeface="Tahoma" panose="020B0604030504040204" pitchFamily="34" charset="0"/>
              </a:rPr>
              <a:t>file.hasNext</a:t>
            </a:r>
            <a:r>
              <a:rPr lang="en-US" altLang="en-US" sz="2600" b="1" dirty="0">
                <a:solidFill>
                  <a:srgbClr val="000099"/>
                </a:solidFill>
                <a:latin typeface="Tahoma" panose="020B0604030504040204" pitchFamily="34" charset="0"/>
              </a:rPr>
              <a:t> ())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US" sz="2600" b="1" dirty="0">
                <a:solidFill>
                  <a:srgbClr val="000099"/>
                </a:solidFill>
                <a:latin typeface="Tahoma" panose="020B0604030504040204" pitchFamily="34" charset="0"/>
              </a:rPr>
              <a:t>	ray[</a:t>
            </a:r>
            <a:r>
              <a:rPr lang="en-US" altLang="en-US" sz="2600" b="1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</a:rPr>
              <a:t>count++</a:t>
            </a:r>
            <a:r>
              <a:rPr lang="en-US" altLang="en-US" sz="2600" b="1" dirty="0">
                <a:solidFill>
                  <a:srgbClr val="000099"/>
                </a:solidFill>
                <a:latin typeface="Tahoma" panose="020B0604030504040204" pitchFamily="34" charset="0"/>
              </a:rPr>
              <a:t>] = </a:t>
            </a:r>
            <a:r>
              <a:rPr lang="en-US" altLang="en-US" sz="2600" b="1" dirty="0" err="1">
                <a:solidFill>
                  <a:srgbClr val="000099"/>
                </a:solidFill>
                <a:latin typeface="Tahoma" panose="020B0604030504040204" pitchFamily="34" charset="0"/>
              </a:rPr>
              <a:t>file.nextInt</a:t>
            </a:r>
            <a:r>
              <a:rPr lang="en-US" altLang="en-US" sz="2600" b="1" dirty="0">
                <a:solidFill>
                  <a:srgbClr val="000099"/>
                </a:solidFill>
                <a:latin typeface="Tahoma" panose="020B0604030504040204" pitchFamily="34" charset="0"/>
              </a:rPr>
              <a:t>();</a:t>
            </a:r>
          </a:p>
        </p:txBody>
      </p:sp>
      <p:sp>
        <p:nvSpPr>
          <p:cNvPr id="41987" name="WordArt 4" descr="Narrow vertical">
            <a:extLst>
              <a:ext uri="{FF2B5EF4-FFF2-40B4-BE49-F238E27FC236}">
                <a16:creationId xmlns:a16="http://schemas.microsoft.com/office/drawing/2014/main" id="{BDAC2840-038B-4C9E-B7DD-D2E1ACA21CC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304800"/>
            <a:ext cx="76962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Post/Pre-increment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WordArt 2">
            <a:extLst>
              <a:ext uri="{FF2B5EF4-FFF2-40B4-BE49-F238E27FC236}">
                <a16:creationId xmlns:a16="http://schemas.microsoft.com/office/drawing/2014/main" id="{CD99FC56-A9A2-4BC5-B96F-10B1EE43193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457200"/>
            <a:ext cx="73152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Short Circuit Evaluation</a:t>
            </a:r>
          </a:p>
        </p:txBody>
      </p:sp>
      <p:sp>
        <p:nvSpPr>
          <p:cNvPr id="115716" name="Text Box 3">
            <a:extLst>
              <a:ext uri="{FF2B5EF4-FFF2-40B4-BE49-F238E27FC236}">
                <a16:creationId xmlns:a16="http://schemas.microsoft.com/office/drawing/2014/main" id="{5A84C962-FD64-49C4-A5FB-64BC6B546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82212"/>
            <a:ext cx="807720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Java evaluates boolean expressions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from left to right in most situations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and stops the evaluation process as soon as it knows the answer, even if it hadn’t </a:t>
            </a:r>
            <a:r>
              <a:rPr lang="en-US" altLang="en-US" dirty="0" err="1">
                <a:latin typeface="Tahoma" panose="020B0604030504040204" pitchFamily="34" charset="0"/>
              </a:rPr>
              <a:t>analysed</a:t>
            </a:r>
            <a:r>
              <a:rPr lang="en-US" altLang="en-US" dirty="0">
                <a:latin typeface="Tahoma" panose="020B0604030504040204" pitchFamily="34" charset="0"/>
              </a:rPr>
              <a:t> the whole expression.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dirty="0">
              <a:solidFill>
                <a:srgbClr val="0033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Footer Placeholder 3">
            <a:extLst>
              <a:ext uri="{FF2B5EF4-FFF2-40B4-BE49-F238E27FC236}">
                <a16:creationId xmlns:a16="http://schemas.microsoft.com/office/drawing/2014/main" id="{E7EE92FF-05F7-4365-9C36-40EFEF1BA1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23907" name="WordArt 2">
            <a:extLst>
              <a:ext uri="{FF2B5EF4-FFF2-40B4-BE49-F238E27FC236}">
                <a16:creationId xmlns:a16="http://schemas.microsoft.com/office/drawing/2014/main" id="{279896A2-6A0F-42DB-B635-4679E7B8944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70866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Short Circuit Evaluation   || or</a:t>
            </a:r>
          </a:p>
        </p:txBody>
      </p:sp>
      <p:sp>
        <p:nvSpPr>
          <p:cNvPr id="123908" name="Text Box 3">
            <a:extLst>
              <a:ext uri="{FF2B5EF4-FFF2-40B4-BE49-F238E27FC236}">
                <a16:creationId xmlns:a16="http://schemas.microsoft.com/office/drawing/2014/main" id="{E4AD059F-816F-40CF-8A46-ADE226528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014662"/>
            <a:ext cx="6043613" cy="3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int total=7, num=10;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if (total&lt;4 || ++num&lt;12)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 </a:t>
            </a: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("true");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(num);</a:t>
            </a:r>
          </a:p>
        </p:txBody>
      </p:sp>
      <p:sp>
        <p:nvSpPr>
          <p:cNvPr id="55302" name="Text Box 6">
            <a:extLst>
              <a:ext uri="{FF2B5EF4-FFF2-40B4-BE49-F238E27FC236}">
                <a16:creationId xmlns:a16="http://schemas.microsoft.com/office/drawing/2014/main" id="{5D4C9BE3-E821-4363-8915-1B73570BB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319462"/>
            <a:ext cx="1905000" cy="181133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true</a:t>
            </a:r>
            <a:br>
              <a:rPr lang="en-US" altLang="en-US" dirty="0">
                <a:latin typeface="Tahoma" panose="020B0604030504040204" pitchFamily="34" charset="0"/>
              </a:rPr>
            </a:br>
            <a:r>
              <a:rPr lang="en-US" altLang="en-US" dirty="0">
                <a:latin typeface="Tahoma" panose="020B0604030504040204" pitchFamily="34" charset="0"/>
              </a:rPr>
              <a:t>11</a:t>
            </a:r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3C0D05C5-1F63-4D50-8FF0-2EAB57CE8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4714" y="4064000"/>
            <a:ext cx="1295400" cy="1066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03EFE5-610B-4730-B1D1-B2F5053CAA99}"/>
              </a:ext>
            </a:extLst>
          </p:cNvPr>
          <p:cNvSpPr/>
          <p:nvPr/>
        </p:nvSpPr>
        <p:spPr>
          <a:xfrm>
            <a:off x="1838094" y="1552526"/>
            <a:ext cx="490467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</a:rPr>
              <a:t>OR short circuits when the 1</a:t>
            </a:r>
            <a:r>
              <a:rPr lang="en-US" altLang="en-US" baseline="30000" dirty="0">
                <a:solidFill>
                  <a:srgbClr val="0000FF"/>
                </a:solidFill>
              </a:rPr>
              <a:t>st</a:t>
            </a:r>
            <a:r>
              <a:rPr lang="en-US" altLang="en-US" dirty="0">
                <a:solidFill>
                  <a:srgbClr val="0000FF"/>
                </a:solidFill>
              </a:rPr>
              <a:t> expression is true.</a:t>
            </a:r>
            <a:endParaRPr 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Footer Placeholder 3">
            <a:extLst>
              <a:ext uri="{FF2B5EF4-FFF2-40B4-BE49-F238E27FC236}">
                <a16:creationId xmlns:a16="http://schemas.microsoft.com/office/drawing/2014/main" id="{E7EE92FF-05F7-4365-9C36-40EFEF1BA1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23907" name="WordArt 2">
            <a:extLst>
              <a:ext uri="{FF2B5EF4-FFF2-40B4-BE49-F238E27FC236}">
                <a16:creationId xmlns:a16="http://schemas.microsoft.com/office/drawing/2014/main" id="{279896A2-6A0F-42DB-B635-4679E7B8944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70866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Short Circuit Evaluation   || or</a:t>
            </a:r>
          </a:p>
        </p:txBody>
      </p:sp>
      <p:sp>
        <p:nvSpPr>
          <p:cNvPr id="123908" name="Text Box 3">
            <a:extLst>
              <a:ext uri="{FF2B5EF4-FFF2-40B4-BE49-F238E27FC236}">
                <a16:creationId xmlns:a16="http://schemas.microsoft.com/office/drawing/2014/main" id="{E4AD059F-816F-40CF-8A46-ADE226528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819400"/>
            <a:ext cx="6043613" cy="3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int total=7, num=10;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if (total&gt;4 || ++num&lt;12)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 </a:t>
            </a: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("true");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(num);</a:t>
            </a:r>
          </a:p>
        </p:txBody>
      </p:sp>
      <p:sp>
        <p:nvSpPr>
          <p:cNvPr id="55302" name="Text Box 6">
            <a:extLst>
              <a:ext uri="{FF2B5EF4-FFF2-40B4-BE49-F238E27FC236}">
                <a16:creationId xmlns:a16="http://schemas.microsoft.com/office/drawing/2014/main" id="{5D4C9BE3-E821-4363-8915-1B73570BB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124200"/>
            <a:ext cx="1905000" cy="181133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true</a:t>
            </a:r>
            <a:br>
              <a:rPr lang="en-US" altLang="en-US" dirty="0">
                <a:latin typeface="Tahoma" panose="020B0604030504040204" pitchFamily="34" charset="0"/>
              </a:rPr>
            </a:br>
            <a:r>
              <a:rPr lang="en-US" altLang="en-US" dirty="0"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3C0D05C5-1F63-4D50-8FF0-2EAB57CE8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943" y="3811636"/>
            <a:ext cx="1295400" cy="1066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B07621-D7AC-4F6B-9062-2A36626365D4}"/>
              </a:ext>
            </a:extLst>
          </p:cNvPr>
          <p:cNvSpPr/>
          <p:nvPr/>
        </p:nvSpPr>
        <p:spPr>
          <a:xfrm>
            <a:off x="1800923" y="1333529"/>
            <a:ext cx="490467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</a:rPr>
              <a:t>OR short circuits when the 1</a:t>
            </a:r>
            <a:r>
              <a:rPr lang="en-US" altLang="en-US" baseline="30000" dirty="0">
                <a:solidFill>
                  <a:srgbClr val="0000FF"/>
                </a:solidFill>
              </a:rPr>
              <a:t>st</a:t>
            </a:r>
            <a:r>
              <a:rPr lang="en-US" altLang="en-US" dirty="0">
                <a:solidFill>
                  <a:srgbClr val="0000FF"/>
                </a:solidFill>
              </a:rPr>
              <a:t> expression is true.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797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Footer Placeholder 3">
            <a:extLst>
              <a:ext uri="{FF2B5EF4-FFF2-40B4-BE49-F238E27FC236}">
                <a16:creationId xmlns:a16="http://schemas.microsoft.com/office/drawing/2014/main" id="{80B16AE5-E18D-480D-AB13-C9C94C6FCEB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25955" name="WordArt 2">
            <a:extLst>
              <a:ext uri="{FF2B5EF4-FFF2-40B4-BE49-F238E27FC236}">
                <a16:creationId xmlns:a16="http://schemas.microsoft.com/office/drawing/2014/main" id="{000ACAB8-A04D-41CA-8851-1FD52BFE185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70866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Short Circuit Evaluation   &amp;&amp; and</a:t>
            </a:r>
          </a:p>
        </p:txBody>
      </p:sp>
      <p:sp>
        <p:nvSpPr>
          <p:cNvPr id="125956" name="Text Box 3">
            <a:extLst>
              <a:ext uri="{FF2B5EF4-FFF2-40B4-BE49-F238E27FC236}">
                <a16:creationId xmlns:a16="http://schemas.microsoft.com/office/drawing/2014/main" id="{E3A9202A-25B2-4BD0-B8FD-FBF7E9AF2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786062"/>
            <a:ext cx="5460149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int total=7, num=10;</a:t>
            </a:r>
            <a:br>
              <a:rPr lang="en-US" altLang="en-US" sz="2800" dirty="0">
                <a:latin typeface="Tahoma" panose="020B0604030504040204" pitchFamily="34" charset="0"/>
              </a:rPr>
            </a:br>
            <a:endParaRPr lang="en-US" altLang="en-US" sz="28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if (total&gt;4 &amp;&amp; ++num&gt;12)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</a:t>
            </a: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("true");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(num);</a:t>
            </a:r>
          </a:p>
        </p:txBody>
      </p:sp>
      <p:sp>
        <p:nvSpPr>
          <p:cNvPr id="63494" name="Text Box 6">
            <a:extLst>
              <a:ext uri="{FF2B5EF4-FFF2-40B4-BE49-F238E27FC236}">
                <a16:creationId xmlns:a16="http://schemas.microsoft.com/office/drawing/2014/main" id="{CCC8AFA6-674D-430A-AD9A-4DFAF32FA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090862"/>
            <a:ext cx="1905000" cy="206210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11</a:t>
            </a:r>
          </a:p>
          <a:p>
            <a:pPr>
              <a:spcBef>
                <a:spcPct val="50000"/>
              </a:spcBef>
              <a:buFontTx/>
              <a:buNone/>
            </a:pPr>
            <a:endParaRPr lang="en-US" altLang="en-US" dirty="0">
              <a:latin typeface="Tahoma" panose="020B0604030504040204" pitchFamily="34" charset="0"/>
            </a:endParaRPr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CA3DE362-37BA-4BCD-AA02-29E8CA70C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3778" y="3806933"/>
            <a:ext cx="1295400" cy="1066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27998F-7C5E-4E61-A9B1-09E3AC25F38A}"/>
              </a:ext>
            </a:extLst>
          </p:cNvPr>
          <p:cNvSpPr/>
          <p:nvPr/>
        </p:nvSpPr>
        <p:spPr>
          <a:xfrm>
            <a:off x="1800923" y="1333529"/>
            <a:ext cx="490467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</a:rPr>
              <a:t>AND short circuits when the 1</a:t>
            </a:r>
            <a:r>
              <a:rPr lang="en-US" altLang="en-US" baseline="30000" dirty="0">
                <a:solidFill>
                  <a:srgbClr val="0000FF"/>
                </a:solidFill>
              </a:rPr>
              <a:t>st</a:t>
            </a:r>
            <a:r>
              <a:rPr lang="en-US" altLang="en-US" dirty="0">
                <a:solidFill>
                  <a:srgbClr val="0000FF"/>
                </a:solidFill>
              </a:rPr>
              <a:t> expression is false.</a:t>
            </a:r>
            <a:endParaRPr 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Footer Placeholder 3">
            <a:extLst>
              <a:ext uri="{FF2B5EF4-FFF2-40B4-BE49-F238E27FC236}">
                <a16:creationId xmlns:a16="http://schemas.microsoft.com/office/drawing/2014/main" id="{80B16AE5-E18D-480D-AB13-C9C94C6FCEB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25955" name="WordArt 2">
            <a:extLst>
              <a:ext uri="{FF2B5EF4-FFF2-40B4-BE49-F238E27FC236}">
                <a16:creationId xmlns:a16="http://schemas.microsoft.com/office/drawing/2014/main" id="{000ACAB8-A04D-41CA-8851-1FD52BFE185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70866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Short Circuit Evaluation   &amp;&amp; and</a:t>
            </a:r>
          </a:p>
        </p:txBody>
      </p:sp>
      <p:sp>
        <p:nvSpPr>
          <p:cNvPr id="125956" name="Text Box 3">
            <a:extLst>
              <a:ext uri="{FF2B5EF4-FFF2-40B4-BE49-F238E27FC236}">
                <a16:creationId xmlns:a16="http://schemas.microsoft.com/office/drawing/2014/main" id="{E3A9202A-25B2-4BD0-B8FD-FBF7E9AF2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786062"/>
            <a:ext cx="5460149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int total=7, num=10;</a:t>
            </a:r>
            <a:br>
              <a:rPr lang="en-US" altLang="en-US" sz="2800" dirty="0">
                <a:latin typeface="Tahoma" panose="020B0604030504040204" pitchFamily="34" charset="0"/>
              </a:rPr>
            </a:br>
            <a:endParaRPr lang="en-US" altLang="en-US" sz="28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if (total&lt;4 &amp;&amp; ++num&gt;12)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</a:t>
            </a: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("true");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(num);</a:t>
            </a:r>
          </a:p>
        </p:txBody>
      </p:sp>
      <p:sp>
        <p:nvSpPr>
          <p:cNvPr id="63494" name="Text Box 6">
            <a:extLst>
              <a:ext uri="{FF2B5EF4-FFF2-40B4-BE49-F238E27FC236}">
                <a16:creationId xmlns:a16="http://schemas.microsoft.com/office/drawing/2014/main" id="{CCC8AFA6-674D-430A-AD9A-4DFAF32FA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090862"/>
            <a:ext cx="1905000" cy="206210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10</a:t>
            </a:r>
          </a:p>
          <a:p>
            <a:pPr>
              <a:spcBef>
                <a:spcPct val="50000"/>
              </a:spcBef>
              <a:buFontTx/>
              <a:buNone/>
            </a:pPr>
            <a:endParaRPr lang="en-US" altLang="en-US" dirty="0">
              <a:latin typeface="Tahoma" panose="020B0604030504040204" pitchFamily="34" charset="0"/>
            </a:endParaRPr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CA3DE362-37BA-4BCD-AA02-29E8CA70C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5132" y="3806933"/>
            <a:ext cx="1295400" cy="1066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27998F-7C5E-4E61-A9B1-09E3AC25F38A}"/>
              </a:ext>
            </a:extLst>
          </p:cNvPr>
          <p:cNvSpPr/>
          <p:nvPr/>
        </p:nvSpPr>
        <p:spPr>
          <a:xfrm>
            <a:off x="1800923" y="1333529"/>
            <a:ext cx="490467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00FF"/>
                </a:solidFill>
              </a:rPr>
              <a:t>AND short circuits when the 1</a:t>
            </a:r>
            <a:r>
              <a:rPr lang="en-US" altLang="en-US" baseline="30000" dirty="0">
                <a:solidFill>
                  <a:srgbClr val="0000FF"/>
                </a:solidFill>
              </a:rPr>
              <a:t>st</a:t>
            </a:r>
            <a:r>
              <a:rPr lang="en-US" altLang="en-US" dirty="0">
                <a:solidFill>
                  <a:srgbClr val="0000FF"/>
                </a:solidFill>
              </a:rPr>
              <a:t> expression is false.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28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81D2-434B-4A65-89A4-55A7DFFC86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84187"/>
            <a:ext cx="7772400" cy="1470025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Short Circuit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05DE80-0E77-40E5-9AB1-3DEBFAB48D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667000"/>
            <a:ext cx="9144000" cy="1752600"/>
          </a:xfrm>
        </p:spPr>
        <p:txBody>
          <a:bodyPr/>
          <a:lstStyle/>
          <a:p>
            <a:r>
              <a:rPr lang="en-US" altLang="en-US" sz="4400" dirty="0">
                <a:solidFill>
                  <a:srgbClr val="0000FF"/>
                </a:solidFill>
                <a:latin typeface="Abadi" panose="020B0604020104020204" pitchFamily="34" charset="0"/>
              </a:rPr>
              <a:t>OR short circuits on an initial </a:t>
            </a:r>
            <a:r>
              <a:rPr lang="en-US" altLang="en-US" sz="4400" dirty="0">
                <a:solidFill>
                  <a:srgbClr val="003300"/>
                </a:solidFill>
                <a:latin typeface="Abadi" panose="020B0604020104020204" pitchFamily="34" charset="0"/>
              </a:rPr>
              <a:t>true</a:t>
            </a:r>
            <a:endParaRPr lang="en-US" sz="4400" dirty="0">
              <a:solidFill>
                <a:srgbClr val="0000FF"/>
              </a:solidFill>
              <a:latin typeface="Abadi" panose="020B0604020104020204" pitchFamily="34" charset="0"/>
            </a:endParaRPr>
          </a:p>
          <a:p>
            <a:endParaRPr lang="en-US" sz="4400" dirty="0">
              <a:latin typeface="Abadi" panose="020B0604020104020204" pitchFamily="34" charset="0"/>
            </a:endParaRPr>
          </a:p>
          <a:p>
            <a:r>
              <a:rPr lang="en-US" altLang="en-US" sz="4400" dirty="0">
                <a:solidFill>
                  <a:srgbClr val="0000FF"/>
                </a:solidFill>
                <a:latin typeface="Abadi" panose="020B0604020104020204" pitchFamily="34" charset="0"/>
              </a:rPr>
              <a:t>AND short circuits on an initial </a:t>
            </a:r>
            <a:r>
              <a:rPr lang="en-US" altLang="en-US" sz="4400" dirty="0">
                <a:solidFill>
                  <a:srgbClr val="C00000"/>
                </a:solidFill>
                <a:latin typeface="Abadi" panose="020B0604020104020204" pitchFamily="34" charset="0"/>
              </a:rPr>
              <a:t>false</a:t>
            </a:r>
            <a:endParaRPr lang="en-US" sz="4400" dirty="0">
              <a:solidFill>
                <a:srgbClr val="0000FF"/>
              </a:solidFill>
              <a:latin typeface="Abadi" panose="020B0604020104020204" pitchFamily="34" charset="0"/>
            </a:endParaRPr>
          </a:p>
          <a:p>
            <a:endParaRPr lang="en-US" sz="4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643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WordArt 2">
            <a:extLst>
              <a:ext uri="{FF2B5EF4-FFF2-40B4-BE49-F238E27FC236}">
                <a16:creationId xmlns:a16="http://schemas.microsoft.com/office/drawing/2014/main" id="{47DCEB89-E9C2-440C-B96D-654DBCC0538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70866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Short Circuit Evaluation   &amp;&amp; and || or</a:t>
            </a:r>
          </a:p>
        </p:txBody>
      </p:sp>
      <p:sp>
        <p:nvSpPr>
          <p:cNvPr id="128004" name="Text Box 3">
            <a:extLst>
              <a:ext uri="{FF2B5EF4-FFF2-40B4-BE49-F238E27FC236}">
                <a16:creationId xmlns:a16="http://schemas.microsoft.com/office/drawing/2014/main" id="{6983107E-A0C1-489A-8635-38473946A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445" y="1752600"/>
            <a:ext cx="7574509" cy="40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What if there is no object?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int </a:t>
            </a:r>
            <a:r>
              <a:rPr lang="en-US" altLang="en-US" sz="2800" dirty="0" err="1">
                <a:latin typeface="Tahoma" panose="020B0604030504040204" pitchFamily="34" charset="0"/>
              </a:rPr>
              <a:t>countOdds</a:t>
            </a:r>
            <a:r>
              <a:rPr lang="en-US" altLang="en-US" sz="2800" dirty="0">
                <a:latin typeface="Tahoma" panose="020B0604030504040204" pitchFamily="34" charset="0"/>
              </a:rPr>
              <a:t>(String str)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if ( str == null || </a:t>
            </a:r>
            <a:r>
              <a:rPr lang="en-US" altLang="en-US" sz="2800" dirty="0" err="1">
                <a:latin typeface="Tahoma" panose="020B0604030504040204" pitchFamily="34" charset="0"/>
              </a:rPr>
              <a:t>str.length</a:t>
            </a:r>
            <a:r>
              <a:rPr lang="en-US" altLang="en-US" sz="2800" dirty="0">
                <a:latin typeface="Tahoma" panose="020B0604030504040204" pitchFamily="34" charset="0"/>
              </a:rPr>
              <a:t>() == 0)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  return 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return </a:t>
            </a:r>
            <a:r>
              <a:rPr lang="en-US" altLang="en-US" sz="2800" dirty="0" err="1">
                <a:latin typeface="Tahoma" panose="020B0604030504040204" pitchFamily="34" charset="0"/>
              </a:rPr>
              <a:t>str.substring</a:t>
            </a:r>
            <a:r>
              <a:rPr lang="en-US" altLang="en-US" sz="2800" dirty="0">
                <a:latin typeface="Tahoma" panose="020B0604030504040204" pitchFamily="34" charset="0"/>
              </a:rPr>
              <a:t>(1);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3555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WordArt 2">
            <a:extLst>
              <a:ext uri="{FF2B5EF4-FFF2-40B4-BE49-F238E27FC236}">
                <a16:creationId xmlns:a16="http://schemas.microsoft.com/office/drawing/2014/main" id="{47DCEB89-E9C2-440C-B96D-654DBCC0538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70866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Short Circuit Evaluation   &amp;&amp; and || or</a:t>
            </a:r>
          </a:p>
        </p:txBody>
      </p:sp>
      <p:sp>
        <p:nvSpPr>
          <p:cNvPr id="128004" name="Text Box 3">
            <a:extLst>
              <a:ext uri="{FF2B5EF4-FFF2-40B4-BE49-F238E27FC236}">
                <a16:creationId xmlns:a16="http://schemas.microsoft.com/office/drawing/2014/main" id="{6983107E-A0C1-489A-8635-38473946A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445" y="1752600"/>
            <a:ext cx="7574509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What if there is no object?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int </a:t>
            </a:r>
            <a:r>
              <a:rPr lang="en-US" altLang="en-US" sz="2800" dirty="0" err="1">
                <a:latin typeface="Tahoma" panose="020B0604030504040204" pitchFamily="34" charset="0"/>
              </a:rPr>
              <a:t>countOdds</a:t>
            </a:r>
            <a:r>
              <a:rPr lang="en-US" altLang="en-US" sz="2800" dirty="0">
                <a:latin typeface="Tahoma" panose="020B0604030504040204" pitchFamily="34" charset="0"/>
              </a:rPr>
              <a:t>(String str)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if (</a:t>
            </a:r>
            <a:r>
              <a:rPr lang="en-US" altLang="en-US" sz="2800" dirty="0" err="1">
                <a:solidFill>
                  <a:srgbClr val="FF0000"/>
                </a:solidFill>
                <a:latin typeface="Tahoma" panose="020B0604030504040204" pitchFamily="34" charset="0"/>
              </a:rPr>
              <a:t>str.length</a:t>
            </a:r>
            <a:r>
              <a:rPr lang="en-US" altLang="en-US" sz="2800" dirty="0">
                <a:solidFill>
                  <a:srgbClr val="FF0000"/>
                </a:solidFill>
                <a:latin typeface="Tahoma" panose="020B0604030504040204" pitchFamily="34" charset="0"/>
              </a:rPr>
              <a:t>() == 0 || str == null</a:t>
            </a:r>
            <a:r>
              <a:rPr lang="en-US" altLang="en-US" sz="2800" dirty="0">
                <a:latin typeface="Tahoma" panose="020B0604030504040204" pitchFamily="34" charset="0"/>
              </a:rPr>
              <a:t>)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  return 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return </a:t>
            </a:r>
            <a:r>
              <a:rPr lang="en-US" altLang="en-US" sz="2800" dirty="0" err="1">
                <a:latin typeface="Tahoma" panose="020B0604030504040204" pitchFamily="34" charset="0"/>
              </a:rPr>
              <a:t>str.substring</a:t>
            </a:r>
            <a:r>
              <a:rPr lang="en-US" altLang="en-US" sz="2800" dirty="0">
                <a:latin typeface="Tahoma" panose="020B0604030504040204" pitchFamily="34" charset="0"/>
              </a:rPr>
              <a:t>(1);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59240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WordArt 2">
            <a:extLst>
              <a:ext uri="{FF2B5EF4-FFF2-40B4-BE49-F238E27FC236}">
                <a16:creationId xmlns:a16="http://schemas.microsoft.com/office/drawing/2014/main" id="{47DCEB89-E9C2-440C-B96D-654DBCC0538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70866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Short Circuit Evaluation   &amp;&amp; and || or</a:t>
            </a:r>
          </a:p>
        </p:txBody>
      </p:sp>
      <p:sp>
        <p:nvSpPr>
          <p:cNvPr id="128004" name="Text Box 3">
            <a:extLst>
              <a:ext uri="{FF2B5EF4-FFF2-40B4-BE49-F238E27FC236}">
                <a16:creationId xmlns:a16="http://schemas.microsoft.com/office/drawing/2014/main" id="{6983107E-A0C1-489A-8635-38473946A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445" y="1752600"/>
            <a:ext cx="7213834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What if there is no object?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int </a:t>
            </a:r>
            <a:r>
              <a:rPr lang="en-US" altLang="en-US" sz="2800" dirty="0" err="1">
                <a:latin typeface="Tahoma" panose="020B0604030504040204" pitchFamily="34" charset="0"/>
              </a:rPr>
              <a:t>countOdds</a:t>
            </a:r>
            <a:r>
              <a:rPr lang="en-US" altLang="en-US" sz="2800" dirty="0">
                <a:latin typeface="Tahoma" panose="020B0604030504040204" pitchFamily="34" charset="0"/>
              </a:rPr>
              <a:t>(String str)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if ( str != null &amp;&amp; </a:t>
            </a:r>
            <a:r>
              <a:rPr lang="en-US" altLang="en-US" sz="2800" dirty="0" err="1">
                <a:latin typeface="Tahoma" panose="020B0604030504040204" pitchFamily="34" charset="0"/>
              </a:rPr>
              <a:t>str.length</a:t>
            </a:r>
            <a:r>
              <a:rPr lang="en-US" altLang="en-US" sz="2800" dirty="0">
                <a:latin typeface="Tahoma" panose="020B0604030504040204" pitchFamily="34" charset="0"/>
              </a:rPr>
              <a:t>() &gt; 0)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  return </a:t>
            </a:r>
            <a:r>
              <a:rPr lang="en-US" altLang="en-US" sz="2800" dirty="0" err="1">
                <a:latin typeface="Tahoma" panose="020B0604030504040204" pitchFamily="34" charset="0"/>
              </a:rPr>
              <a:t>str.substring</a:t>
            </a:r>
            <a:r>
              <a:rPr lang="en-US" altLang="en-US" sz="2800" dirty="0">
                <a:latin typeface="Tahoma" panose="020B0604030504040204" pitchFamily="34" charset="0"/>
              </a:rPr>
              <a:t>(1);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return 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14403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WordArt 2">
            <a:extLst>
              <a:ext uri="{FF2B5EF4-FFF2-40B4-BE49-F238E27FC236}">
                <a16:creationId xmlns:a16="http://schemas.microsoft.com/office/drawing/2014/main" id="{47DCEB89-E9C2-440C-B96D-654DBCC0538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70866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Short Circuit Evaluation   &amp;&amp; and || or</a:t>
            </a:r>
          </a:p>
        </p:txBody>
      </p:sp>
      <p:sp>
        <p:nvSpPr>
          <p:cNvPr id="128004" name="Text Box 3">
            <a:extLst>
              <a:ext uri="{FF2B5EF4-FFF2-40B4-BE49-F238E27FC236}">
                <a16:creationId xmlns:a16="http://schemas.microsoft.com/office/drawing/2014/main" id="{6983107E-A0C1-489A-8635-38473946A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" y="1384598"/>
            <a:ext cx="8098692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2800" dirty="0">
                <a:solidFill>
                  <a:srgbClr val="0000FF"/>
                </a:solidFill>
                <a:latin typeface="Tahoma" panose="020B0604030504040204" pitchFamily="34" charset="0"/>
              </a:rPr>
              <a:t>Even though &amp;&amp; has the higher precedence,</a:t>
            </a:r>
            <a:br>
              <a:rPr lang="en-US" altLang="en-US" sz="2800" dirty="0">
                <a:solidFill>
                  <a:srgbClr val="0000FF"/>
                </a:solidFill>
                <a:latin typeface="Tahoma" panose="020B0604030504040204" pitchFamily="34" charset="0"/>
              </a:rPr>
            </a:br>
            <a:r>
              <a:rPr lang="en-US" altLang="en-US" sz="2800" dirty="0">
                <a:solidFill>
                  <a:srgbClr val="0000FF"/>
                </a:solidFill>
                <a:latin typeface="Tahoma" panose="020B0604030504040204" pitchFamily="34" charset="0"/>
              </a:rPr>
              <a:t>first check whether the || short circuits.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int total=7, num=10;</a:t>
            </a:r>
            <a:br>
              <a:rPr lang="en-US" altLang="en-US" sz="2800" dirty="0">
                <a:latin typeface="Tahoma" panose="020B0604030504040204" pitchFamily="34" charset="0"/>
              </a:rPr>
            </a:br>
            <a:endParaRPr lang="en-US" altLang="en-US" sz="28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if ( total&gt;4 || ++num&gt;12 &amp;&amp; total&gt;0 )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</a:t>
            </a: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("true");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(num);</a:t>
            </a:r>
          </a:p>
        </p:txBody>
      </p:sp>
      <p:sp>
        <p:nvSpPr>
          <p:cNvPr id="95236" name="Text Box 4">
            <a:extLst>
              <a:ext uri="{FF2B5EF4-FFF2-40B4-BE49-F238E27FC236}">
                <a16:creationId xmlns:a16="http://schemas.microsoft.com/office/drawing/2014/main" id="{64610959-7A60-4D8E-9A80-57A112CF0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038600"/>
            <a:ext cx="1905000" cy="181133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true</a:t>
            </a:r>
            <a:br>
              <a:rPr lang="en-US" altLang="en-US" dirty="0">
                <a:latin typeface="Tahoma" panose="020B0604030504040204" pitchFamily="34" charset="0"/>
              </a:rPr>
            </a:br>
            <a:r>
              <a:rPr lang="en-US" altLang="en-US" dirty="0"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128006" name="Rectangle 5">
            <a:extLst>
              <a:ext uri="{FF2B5EF4-FFF2-40B4-BE49-F238E27FC236}">
                <a16:creationId xmlns:a16="http://schemas.microsoft.com/office/drawing/2014/main" id="{F15B4A0B-4A21-4CDA-A1A7-A7197D130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4902" y="6015990"/>
            <a:ext cx="436245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The &amp;&amp; never happens!</a:t>
            </a:r>
          </a:p>
        </p:txBody>
      </p:sp>
      <p:sp>
        <p:nvSpPr>
          <p:cNvPr id="54280" name="Rectangle 8">
            <a:extLst>
              <a:ext uri="{FF2B5EF4-FFF2-40B4-BE49-F238E27FC236}">
                <a16:creationId xmlns:a16="http://schemas.microsoft.com/office/drawing/2014/main" id="{102247C0-7B2B-4A62-8C47-CA0320551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2713" y="4719003"/>
            <a:ext cx="1295400" cy="1066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189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6" grpId="0" animBg="1"/>
      <p:bldP spid="5428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WordArt 2">
            <a:extLst>
              <a:ext uri="{FF2B5EF4-FFF2-40B4-BE49-F238E27FC236}">
                <a16:creationId xmlns:a16="http://schemas.microsoft.com/office/drawing/2014/main" id="{47DCEB89-E9C2-440C-B96D-654DBCC0538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70866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Short Circuit Evaluation   &amp;&amp; and || or</a:t>
            </a:r>
          </a:p>
        </p:txBody>
      </p:sp>
      <p:sp>
        <p:nvSpPr>
          <p:cNvPr id="128004" name="Text Box 3">
            <a:extLst>
              <a:ext uri="{FF2B5EF4-FFF2-40B4-BE49-F238E27FC236}">
                <a16:creationId xmlns:a16="http://schemas.microsoft.com/office/drawing/2014/main" id="{6983107E-A0C1-489A-8635-38473946A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" y="1384598"/>
            <a:ext cx="8098692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2800" dirty="0">
                <a:solidFill>
                  <a:srgbClr val="0000FF"/>
                </a:solidFill>
                <a:latin typeface="Tahoma" panose="020B0604030504040204" pitchFamily="34" charset="0"/>
              </a:rPr>
              <a:t>Even though &amp;&amp; has the higher precedence,</a:t>
            </a:r>
            <a:br>
              <a:rPr lang="en-US" altLang="en-US" sz="2800" dirty="0">
                <a:solidFill>
                  <a:srgbClr val="0000FF"/>
                </a:solidFill>
                <a:latin typeface="Tahoma" panose="020B0604030504040204" pitchFamily="34" charset="0"/>
              </a:rPr>
            </a:br>
            <a:r>
              <a:rPr lang="en-US" altLang="en-US" sz="2800" dirty="0">
                <a:solidFill>
                  <a:srgbClr val="0000FF"/>
                </a:solidFill>
                <a:latin typeface="Tahoma" panose="020B0604030504040204" pitchFamily="34" charset="0"/>
              </a:rPr>
              <a:t>first check whether the || short circuits.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int total=7, num=10;</a:t>
            </a:r>
            <a:br>
              <a:rPr lang="en-US" altLang="en-US" sz="2800" dirty="0">
                <a:latin typeface="Tahoma" panose="020B0604030504040204" pitchFamily="34" charset="0"/>
              </a:rPr>
            </a:br>
            <a:endParaRPr lang="en-US" altLang="en-US" sz="28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if ( total&lt;4 || ++num&gt;12 &amp;&amp; total&gt;0 )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 </a:t>
            </a: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("true");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(num);</a:t>
            </a:r>
          </a:p>
        </p:txBody>
      </p:sp>
      <p:sp>
        <p:nvSpPr>
          <p:cNvPr id="95236" name="Text Box 4">
            <a:extLst>
              <a:ext uri="{FF2B5EF4-FFF2-40B4-BE49-F238E27FC236}">
                <a16:creationId xmlns:a16="http://schemas.microsoft.com/office/drawing/2014/main" id="{64610959-7A60-4D8E-9A80-57A112CF0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038600"/>
            <a:ext cx="1905000" cy="206210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11</a:t>
            </a:r>
          </a:p>
          <a:p>
            <a:pPr>
              <a:spcBef>
                <a:spcPct val="50000"/>
              </a:spcBef>
              <a:buFontTx/>
              <a:buNone/>
            </a:pPr>
            <a:endParaRPr lang="en-US" altLang="en-US" dirty="0">
              <a:latin typeface="Tahoma" panose="020B0604030504040204" pitchFamily="34" charset="0"/>
            </a:endParaRPr>
          </a:p>
        </p:txBody>
      </p:sp>
      <p:sp>
        <p:nvSpPr>
          <p:cNvPr id="54280" name="Rectangle 8">
            <a:extLst>
              <a:ext uri="{FF2B5EF4-FFF2-40B4-BE49-F238E27FC236}">
                <a16:creationId xmlns:a16="http://schemas.microsoft.com/office/drawing/2014/main" id="{102247C0-7B2B-4A62-8C47-CA0320551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919" y="4688890"/>
            <a:ext cx="1295400" cy="1066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44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8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WordArt 2">
            <a:extLst>
              <a:ext uri="{FF2B5EF4-FFF2-40B4-BE49-F238E27FC236}">
                <a16:creationId xmlns:a16="http://schemas.microsoft.com/office/drawing/2014/main" id="{47DCEB89-E9C2-440C-B96D-654DBCC0538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70866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Short Circuit Evaluation   &amp;&amp; and || or</a:t>
            </a:r>
          </a:p>
        </p:txBody>
      </p:sp>
      <p:sp>
        <p:nvSpPr>
          <p:cNvPr id="128004" name="Text Box 3">
            <a:extLst>
              <a:ext uri="{FF2B5EF4-FFF2-40B4-BE49-F238E27FC236}">
                <a16:creationId xmlns:a16="http://schemas.microsoft.com/office/drawing/2014/main" id="{6983107E-A0C1-489A-8635-38473946A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1" y="1384598"/>
            <a:ext cx="8282940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2800" dirty="0">
                <a:solidFill>
                  <a:srgbClr val="0000FF"/>
                </a:solidFill>
                <a:latin typeface="Tahoma" panose="020B0604030504040204" pitchFamily="34" charset="0"/>
              </a:rPr>
              <a:t>Now the left side of the &amp;&amp; is evaluated, then the &amp;&amp;, then the ||.  Both the &amp;&amp; and the || might be short circuited!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int total=7, num=10;</a:t>
            </a:r>
            <a:br>
              <a:rPr lang="en-US" altLang="en-US" sz="2800" dirty="0">
                <a:latin typeface="Tahoma" panose="020B0604030504040204" pitchFamily="34" charset="0"/>
              </a:rPr>
            </a:br>
            <a:endParaRPr lang="en-US" altLang="en-US" sz="28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if (++num&gt;12 &amp;&amp; total&gt;0  || total&gt;4 )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</a:t>
            </a: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("true");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(num);</a:t>
            </a:r>
          </a:p>
        </p:txBody>
      </p:sp>
      <p:sp>
        <p:nvSpPr>
          <p:cNvPr id="95236" name="Text Box 4">
            <a:extLst>
              <a:ext uri="{FF2B5EF4-FFF2-40B4-BE49-F238E27FC236}">
                <a16:creationId xmlns:a16="http://schemas.microsoft.com/office/drawing/2014/main" id="{64610959-7A60-4D8E-9A80-57A112CF0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724400"/>
            <a:ext cx="1905000" cy="181133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true</a:t>
            </a:r>
            <a:br>
              <a:rPr lang="en-US" altLang="en-US" dirty="0">
                <a:latin typeface="Tahoma" panose="020B0604030504040204" pitchFamily="34" charset="0"/>
              </a:rPr>
            </a:br>
            <a:r>
              <a:rPr lang="en-US" altLang="en-US" dirty="0">
                <a:latin typeface="Tahoma" panose="020B0604030504040204" pitchFamily="34" charset="0"/>
              </a:rPr>
              <a:t>11</a:t>
            </a:r>
          </a:p>
        </p:txBody>
      </p:sp>
      <p:sp>
        <p:nvSpPr>
          <p:cNvPr id="54280" name="Rectangle 8">
            <a:extLst>
              <a:ext uri="{FF2B5EF4-FFF2-40B4-BE49-F238E27FC236}">
                <a16:creationId xmlns:a16="http://schemas.microsoft.com/office/drawing/2014/main" id="{102247C0-7B2B-4A62-8C47-CA0320551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377543"/>
            <a:ext cx="1295400" cy="1066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66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8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3">
            <a:extLst>
              <a:ext uri="{FF2B5EF4-FFF2-40B4-BE49-F238E27FC236}">
                <a16:creationId xmlns:a16="http://schemas.microsoft.com/office/drawing/2014/main" id="{433A5201-BAB9-4D8E-97A6-4D0A72CDE18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6563" name="WordArt 3">
            <a:extLst>
              <a:ext uri="{FF2B5EF4-FFF2-40B4-BE49-F238E27FC236}">
                <a16:creationId xmlns:a16="http://schemas.microsoft.com/office/drawing/2014/main" id="{A0A83D63-276C-42C9-8ED6-05052B0216C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685800"/>
            <a:ext cx="6934200" cy="487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Common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Boolean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Laws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Footer Placeholder 3">
            <a:extLst>
              <a:ext uri="{FF2B5EF4-FFF2-40B4-BE49-F238E27FC236}">
                <a16:creationId xmlns:a16="http://schemas.microsoft.com/office/drawing/2014/main" id="{9E637C51-4434-4AFA-A474-755D01D3C5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42B46FAB-EDD2-4DE1-8236-466727A03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725" y="7191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b="0"/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4639A9F0-3113-4E16-90E3-DB7EC3EB7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133600"/>
            <a:ext cx="845820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9900"/>
                </a:solidFill>
                <a:latin typeface="Tahoma" panose="020B0604030504040204" pitchFamily="34" charset="0"/>
              </a:rPr>
              <a:t>c &amp;&amp; </a:t>
            </a:r>
            <a:r>
              <a:rPr lang="en-US" altLang="en-US" sz="4000" dirty="0">
                <a:solidFill>
                  <a:srgbClr val="C00000"/>
                </a:solidFill>
                <a:latin typeface="Tahoma" panose="020B0604030504040204" pitchFamily="34" charset="0"/>
              </a:rPr>
              <a:t>(s || </a:t>
            </a:r>
            <a:r>
              <a:rPr lang="en-US" altLang="en-US" sz="4000" dirty="0" err="1">
                <a:solidFill>
                  <a:srgbClr val="C00000"/>
                </a:solidFill>
                <a:latin typeface="Tahoma" panose="020B0604030504040204" pitchFamily="34" charset="0"/>
              </a:rPr>
              <a:t>i</a:t>
            </a:r>
            <a:r>
              <a:rPr lang="en-US" altLang="en-US" sz="4000" dirty="0">
                <a:solidFill>
                  <a:srgbClr val="C00000"/>
                </a:solidFill>
                <a:latin typeface="Tahoma" panose="020B0604030504040204" pitchFamily="34" charset="0"/>
              </a:rPr>
              <a:t>) = </a:t>
            </a:r>
            <a:r>
              <a:rPr lang="en-US" altLang="en-US" sz="4000" dirty="0">
                <a:solidFill>
                  <a:srgbClr val="009900"/>
                </a:solidFill>
                <a:latin typeface="Tahoma" panose="020B0604030504040204" pitchFamily="34" charset="0"/>
              </a:rPr>
              <a:t>c&amp;&amp;</a:t>
            </a:r>
            <a:r>
              <a:rPr lang="en-US" altLang="en-US" sz="4000" dirty="0">
                <a:solidFill>
                  <a:srgbClr val="C00000"/>
                </a:solidFill>
                <a:latin typeface="Tahoma" panose="020B0604030504040204" pitchFamily="34" charset="0"/>
              </a:rPr>
              <a:t>s || </a:t>
            </a:r>
            <a:r>
              <a:rPr lang="en-US" altLang="en-US" sz="4000" dirty="0">
                <a:solidFill>
                  <a:srgbClr val="009900"/>
                </a:solidFill>
                <a:latin typeface="Tahoma" panose="020B0604030504040204" pitchFamily="34" charset="0"/>
              </a:rPr>
              <a:t>c&amp;&amp;</a:t>
            </a:r>
            <a:r>
              <a:rPr lang="en-US" altLang="en-US" sz="4000" dirty="0" err="1">
                <a:solidFill>
                  <a:srgbClr val="C00000"/>
                </a:solidFill>
                <a:latin typeface="Tahoma" panose="020B0604030504040204" pitchFamily="34" charset="0"/>
              </a:rPr>
              <a:t>i</a:t>
            </a:r>
            <a:endParaRPr lang="en-US" altLang="en-US" sz="40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40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99"/>
                </a:solidFill>
                <a:latin typeface="Tahoma" panose="020B0604030504040204" pitchFamily="34" charset="0"/>
              </a:rPr>
              <a:t>c || </a:t>
            </a:r>
            <a:r>
              <a:rPr lang="en-US" altLang="en-US" sz="4000" dirty="0">
                <a:solidFill>
                  <a:srgbClr val="C00000"/>
                </a:solidFill>
                <a:latin typeface="Tahoma" panose="020B0604030504040204" pitchFamily="34" charset="0"/>
              </a:rPr>
              <a:t>s &amp;&amp; </a:t>
            </a:r>
            <a:r>
              <a:rPr lang="en-US" altLang="en-US" sz="4000" dirty="0" err="1">
                <a:solidFill>
                  <a:srgbClr val="C00000"/>
                </a:solidFill>
                <a:latin typeface="Tahoma" panose="020B0604030504040204" pitchFamily="34" charset="0"/>
              </a:rPr>
              <a:t>i</a:t>
            </a:r>
            <a:r>
              <a:rPr lang="en-US" altLang="en-US" sz="4000" dirty="0">
                <a:solidFill>
                  <a:srgbClr val="C00000"/>
                </a:solidFill>
                <a:latin typeface="Tahoma" panose="020B0604030504040204" pitchFamily="34" charset="0"/>
              </a:rPr>
              <a:t> = (</a:t>
            </a:r>
            <a:r>
              <a:rPr lang="en-US" altLang="en-US" sz="4000" dirty="0">
                <a:solidFill>
                  <a:srgbClr val="000099"/>
                </a:solidFill>
                <a:latin typeface="Tahoma" panose="020B0604030504040204" pitchFamily="34" charset="0"/>
              </a:rPr>
              <a:t>c||</a:t>
            </a:r>
            <a:r>
              <a:rPr lang="en-US" altLang="en-US" sz="4000" dirty="0">
                <a:solidFill>
                  <a:srgbClr val="C00000"/>
                </a:solidFill>
                <a:latin typeface="Tahoma" panose="020B0604030504040204" pitchFamily="34" charset="0"/>
              </a:rPr>
              <a:t>s) &amp;&amp; (</a:t>
            </a:r>
            <a:r>
              <a:rPr lang="en-US" altLang="en-US" sz="4000" dirty="0">
                <a:solidFill>
                  <a:srgbClr val="000099"/>
                </a:solidFill>
                <a:latin typeface="Tahoma" panose="020B0604030504040204" pitchFamily="34" charset="0"/>
              </a:rPr>
              <a:t>c||</a:t>
            </a:r>
            <a:r>
              <a:rPr lang="en-US" altLang="en-US" sz="4000" dirty="0" err="1">
                <a:solidFill>
                  <a:srgbClr val="C00000"/>
                </a:solidFill>
                <a:latin typeface="Tahoma" panose="020B0604030504040204" pitchFamily="34" charset="0"/>
              </a:rPr>
              <a:t>i</a:t>
            </a:r>
            <a:r>
              <a:rPr lang="en-US" altLang="en-US" sz="4000" dirty="0">
                <a:solidFill>
                  <a:srgbClr val="C00000"/>
                </a:solidFill>
                <a:latin typeface="Tahoma" panose="020B0604030504040204" pitchFamily="34" charset="0"/>
              </a:rPr>
              <a:t>)</a:t>
            </a:r>
            <a:endParaRPr lang="en-US" altLang="en-US" sz="4000" dirty="0">
              <a:latin typeface="Tahoma" panose="020B0604030504040204" pitchFamily="34" charset="0"/>
            </a:endParaRPr>
          </a:p>
        </p:txBody>
      </p:sp>
      <p:sp>
        <p:nvSpPr>
          <p:cNvPr id="68613" name="WordArt 4">
            <a:extLst>
              <a:ext uri="{FF2B5EF4-FFF2-40B4-BE49-F238E27FC236}">
                <a16:creationId xmlns:a16="http://schemas.microsoft.com/office/drawing/2014/main" id="{CC994D47-7D4E-4B57-B95A-57549958FF3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457200"/>
            <a:ext cx="6934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Distributive Law</a:t>
            </a:r>
          </a:p>
        </p:txBody>
      </p:sp>
      <p:sp>
        <p:nvSpPr>
          <p:cNvPr id="68614" name="Rectangle 5">
            <a:extLst>
              <a:ext uri="{FF2B5EF4-FFF2-40B4-BE49-F238E27FC236}">
                <a16:creationId xmlns:a16="http://schemas.microsoft.com/office/drawing/2014/main" id="{0BAEFA6E-824F-4E58-AEA3-4448B8A6E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334000"/>
            <a:ext cx="7748588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This is used now and again by AP and UIL!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Rectangle 3">
            <a:extLst>
              <a:ext uri="{FF2B5EF4-FFF2-40B4-BE49-F238E27FC236}">
                <a16:creationId xmlns:a16="http://schemas.microsoft.com/office/drawing/2014/main" id="{00B5DD40-A649-4538-924A-2FA346392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066800"/>
            <a:ext cx="3810000" cy="3810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FCBF16-A4B2-4E63-832E-DE0A4DF17504}"/>
              </a:ext>
            </a:extLst>
          </p:cNvPr>
          <p:cNvSpPr txBox="1"/>
          <p:nvPr/>
        </p:nvSpPr>
        <p:spPr>
          <a:xfrm>
            <a:off x="1318701" y="1294823"/>
            <a:ext cx="6255239" cy="6508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 &amp;&amp; (B || C) == A&amp;&amp;B || A&amp;&amp;C</a:t>
            </a:r>
          </a:p>
        </p:txBody>
      </p:sp>
      <p:pic>
        <p:nvPicPr>
          <p:cNvPr id="6" name="Picture 2" descr="http://sub.allaboutcircuits.com/images/14032.png">
            <a:extLst>
              <a:ext uri="{FF2B5EF4-FFF2-40B4-BE49-F238E27FC236}">
                <a16:creationId xmlns:a16="http://schemas.microsoft.com/office/drawing/2014/main" id="{275978B1-48B1-410F-95B2-00D5112664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10" r="58333" b="51415"/>
          <a:stretch/>
        </p:blipFill>
        <p:spPr bwMode="auto">
          <a:xfrm>
            <a:off x="990600" y="2905587"/>
            <a:ext cx="30480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B54B8F2-5FB5-4BC2-927F-884914A3E479}"/>
              </a:ext>
            </a:extLst>
          </p:cNvPr>
          <p:cNvSpPr/>
          <p:nvPr/>
        </p:nvSpPr>
        <p:spPr>
          <a:xfrm>
            <a:off x="1795209" y="4961561"/>
            <a:ext cx="4943981" cy="12971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Boolean Algebra Notation:</a:t>
            </a:r>
          </a:p>
          <a:p>
            <a:pPr algn="ctr">
              <a:lnSpc>
                <a:spcPct val="150000"/>
              </a:lnSpc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A(B + C) = AB + 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F00E98-6F51-48DD-99B3-9C9C0A185D1B}"/>
              </a:ext>
            </a:extLst>
          </p:cNvPr>
          <p:cNvSpPr txBox="1"/>
          <p:nvPr/>
        </p:nvSpPr>
        <p:spPr>
          <a:xfrm>
            <a:off x="2520620" y="275505"/>
            <a:ext cx="3788217" cy="6508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dirty="0"/>
              <a:t>OR Distributive Law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1F2C4A3-C31B-4693-8617-646031E6FC8F}"/>
              </a:ext>
            </a:extLst>
          </p:cNvPr>
          <p:cNvGrpSpPr/>
          <p:nvPr/>
        </p:nvGrpSpPr>
        <p:grpSpPr>
          <a:xfrm>
            <a:off x="4724400" y="2714587"/>
            <a:ext cx="3200400" cy="2009813"/>
            <a:chOff x="4724400" y="2714587"/>
            <a:chExt cx="3200400" cy="2009813"/>
          </a:xfrm>
        </p:grpSpPr>
        <p:pic>
          <p:nvPicPr>
            <p:cNvPr id="70659" name="Picture 2" descr="http://sub.allaboutcircuits.com/images/14032.png">
              <a:extLst>
                <a:ext uri="{FF2B5EF4-FFF2-40B4-BE49-F238E27FC236}">
                  <a16:creationId xmlns:a16="http://schemas.microsoft.com/office/drawing/2014/main" id="{E9DD7DE6-8849-4655-94E5-41FBA1C353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971" r="58333"/>
            <a:stretch/>
          </p:blipFill>
          <p:spPr bwMode="auto">
            <a:xfrm>
              <a:off x="4724400" y="2714587"/>
              <a:ext cx="3048000" cy="2009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2F94C69-8E15-4E23-AE2D-79434FE9AF8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772400" y="3733799"/>
              <a:ext cx="1524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F4C0293-49AA-4828-B275-D8F1C808F2D4}"/>
              </a:ext>
            </a:extLst>
          </p:cNvPr>
          <p:cNvSpPr/>
          <p:nvPr/>
        </p:nvSpPr>
        <p:spPr bwMode="auto">
          <a:xfrm>
            <a:off x="1616529" y="1316491"/>
            <a:ext cx="1077685" cy="169409"/>
          </a:xfrm>
          <a:custGeom>
            <a:avLst/>
            <a:gdLst>
              <a:gd name="connsiteX0" fmla="*/ 0 w 1077685"/>
              <a:gd name="connsiteY0" fmla="*/ 104095 h 169409"/>
              <a:gd name="connsiteX1" fmla="*/ 146957 w 1077685"/>
              <a:gd name="connsiteY1" fmla="*/ 55109 h 169409"/>
              <a:gd name="connsiteX2" fmla="*/ 375557 w 1077685"/>
              <a:gd name="connsiteY2" fmla="*/ 6123 h 169409"/>
              <a:gd name="connsiteX3" fmla="*/ 620485 w 1077685"/>
              <a:gd name="connsiteY3" fmla="*/ 6123 h 169409"/>
              <a:gd name="connsiteX4" fmla="*/ 816428 w 1077685"/>
              <a:gd name="connsiteY4" fmla="*/ 55109 h 169409"/>
              <a:gd name="connsiteX5" fmla="*/ 1012371 w 1077685"/>
              <a:gd name="connsiteY5" fmla="*/ 136752 h 169409"/>
              <a:gd name="connsiteX6" fmla="*/ 1077685 w 1077685"/>
              <a:gd name="connsiteY6" fmla="*/ 169409 h 169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7685" h="169409">
                <a:moveTo>
                  <a:pt x="0" y="104095"/>
                </a:moveTo>
                <a:cubicBezTo>
                  <a:pt x="42182" y="87766"/>
                  <a:pt x="84364" y="71438"/>
                  <a:pt x="146957" y="55109"/>
                </a:cubicBezTo>
                <a:cubicBezTo>
                  <a:pt x="209550" y="38780"/>
                  <a:pt x="296636" y="14287"/>
                  <a:pt x="375557" y="6123"/>
                </a:cubicBezTo>
                <a:cubicBezTo>
                  <a:pt x="454478" y="-2041"/>
                  <a:pt x="547006" y="-2041"/>
                  <a:pt x="620485" y="6123"/>
                </a:cubicBezTo>
                <a:cubicBezTo>
                  <a:pt x="693964" y="14287"/>
                  <a:pt x="751114" y="33338"/>
                  <a:pt x="816428" y="55109"/>
                </a:cubicBezTo>
                <a:cubicBezTo>
                  <a:pt x="881742" y="76880"/>
                  <a:pt x="1012371" y="136752"/>
                  <a:pt x="1012371" y="136752"/>
                </a:cubicBezTo>
                <a:cubicBezTo>
                  <a:pt x="1055914" y="155802"/>
                  <a:pt x="1066799" y="162605"/>
                  <a:pt x="1077685" y="169409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DE13ED0-2E0A-4195-AE18-1EF5E3BD633C}"/>
              </a:ext>
            </a:extLst>
          </p:cNvPr>
          <p:cNvSpPr/>
          <p:nvPr/>
        </p:nvSpPr>
        <p:spPr bwMode="auto">
          <a:xfrm>
            <a:off x="1600200" y="1229428"/>
            <a:ext cx="1888671" cy="294572"/>
          </a:xfrm>
          <a:custGeom>
            <a:avLst/>
            <a:gdLst>
              <a:gd name="connsiteX0" fmla="*/ 0 w 1077685"/>
              <a:gd name="connsiteY0" fmla="*/ 104095 h 169409"/>
              <a:gd name="connsiteX1" fmla="*/ 146957 w 1077685"/>
              <a:gd name="connsiteY1" fmla="*/ 55109 h 169409"/>
              <a:gd name="connsiteX2" fmla="*/ 375557 w 1077685"/>
              <a:gd name="connsiteY2" fmla="*/ 6123 h 169409"/>
              <a:gd name="connsiteX3" fmla="*/ 620485 w 1077685"/>
              <a:gd name="connsiteY3" fmla="*/ 6123 h 169409"/>
              <a:gd name="connsiteX4" fmla="*/ 816428 w 1077685"/>
              <a:gd name="connsiteY4" fmla="*/ 55109 h 169409"/>
              <a:gd name="connsiteX5" fmla="*/ 1012371 w 1077685"/>
              <a:gd name="connsiteY5" fmla="*/ 136752 h 169409"/>
              <a:gd name="connsiteX6" fmla="*/ 1077685 w 1077685"/>
              <a:gd name="connsiteY6" fmla="*/ 169409 h 169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7685" h="169409">
                <a:moveTo>
                  <a:pt x="0" y="104095"/>
                </a:moveTo>
                <a:cubicBezTo>
                  <a:pt x="42182" y="87766"/>
                  <a:pt x="84364" y="71438"/>
                  <a:pt x="146957" y="55109"/>
                </a:cubicBezTo>
                <a:cubicBezTo>
                  <a:pt x="209550" y="38780"/>
                  <a:pt x="296636" y="14287"/>
                  <a:pt x="375557" y="6123"/>
                </a:cubicBezTo>
                <a:cubicBezTo>
                  <a:pt x="454478" y="-2041"/>
                  <a:pt x="547006" y="-2041"/>
                  <a:pt x="620485" y="6123"/>
                </a:cubicBezTo>
                <a:cubicBezTo>
                  <a:pt x="693964" y="14287"/>
                  <a:pt x="751114" y="33338"/>
                  <a:pt x="816428" y="55109"/>
                </a:cubicBezTo>
                <a:cubicBezTo>
                  <a:pt x="881742" y="76880"/>
                  <a:pt x="1012371" y="136752"/>
                  <a:pt x="1012371" y="136752"/>
                </a:cubicBezTo>
                <a:cubicBezTo>
                  <a:pt x="1055914" y="155802"/>
                  <a:pt x="1066799" y="162605"/>
                  <a:pt x="1077685" y="169409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Box 2">
            <a:extLst>
              <a:ext uri="{FF2B5EF4-FFF2-40B4-BE49-F238E27FC236}">
                <a16:creationId xmlns:a16="http://schemas.microsoft.com/office/drawing/2014/main" id="{9AF14E50-EED5-4504-9327-6DC6C6024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8600"/>
            <a:ext cx="9144000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x is positive  </a:t>
            </a:r>
            <a:r>
              <a:rPr lang="en-US" altLang="en-US" sz="2400" dirty="0">
                <a:solidFill>
                  <a:srgbClr val="0000FF"/>
                </a:solidFill>
                <a:latin typeface="Tahoma" panose="020B0604030504040204" pitchFamily="34" charset="0"/>
              </a:rPr>
              <a:t>&amp;&amp;  </a:t>
            </a:r>
            <a:r>
              <a:rPr lang="en-US" altLang="en-US" sz="2400" dirty="0">
                <a:latin typeface="Tahoma" panose="020B0604030504040204" pitchFamily="34" charset="0"/>
              </a:rPr>
              <a:t>(x&lt;30 </a:t>
            </a:r>
            <a:r>
              <a:rPr lang="en-US" altLang="en-US" sz="2400" dirty="0">
                <a:solidFill>
                  <a:srgbClr val="009900"/>
                </a:solidFill>
                <a:latin typeface="Tahoma" panose="020B0604030504040204" pitchFamily="34" charset="0"/>
              </a:rPr>
              <a:t>||</a:t>
            </a:r>
            <a:r>
              <a:rPr lang="en-US" altLang="en-US" sz="2400" dirty="0">
                <a:latin typeface="Tahoma" panose="020B0604030504040204" pitchFamily="34" charset="0"/>
              </a:rPr>
              <a:t> x is even)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   x % 2 == 0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(x is positive </a:t>
            </a:r>
            <a:r>
              <a:rPr lang="en-US" altLang="en-US" sz="2400" dirty="0">
                <a:solidFill>
                  <a:srgbClr val="0000FF"/>
                </a:solidFill>
                <a:latin typeface="Tahoma" panose="020B0604030504040204" pitchFamily="34" charset="0"/>
              </a:rPr>
              <a:t>&amp;&amp; </a:t>
            </a:r>
            <a:r>
              <a:rPr lang="en-US" altLang="en-US" sz="2400" dirty="0">
                <a:latin typeface="Tahoma" panose="020B0604030504040204" pitchFamily="34" charset="0"/>
              </a:rPr>
              <a:t>x&lt;30) </a:t>
            </a:r>
            <a:r>
              <a:rPr lang="en-US" altLang="en-US" sz="2400" dirty="0">
                <a:solidFill>
                  <a:srgbClr val="009900"/>
                </a:solidFill>
                <a:latin typeface="Tahoma" panose="020B0604030504040204" pitchFamily="34" charset="0"/>
              </a:rPr>
              <a:t>||</a:t>
            </a:r>
            <a:r>
              <a:rPr lang="en-US" altLang="en-US" sz="2400" dirty="0">
                <a:latin typeface="Tahoma" panose="020B0604030504040204" pitchFamily="34" charset="0"/>
              </a:rPr>
              <a:t> (x is positive </a:t>
            </a:r>
            <a:r>
              <a:rPr lang="en-US" altLang="en-US" sz="2400" dirty="0">
                <a:solidFill>
                  <a:srgbClr val="0000FF"/>
                </a:solidFill>
                <a:latin typeface="Tahoma" panose="020B0604030504040204" pitchFamily="34" charset="0"/>
              </a:rPr>
              <a:t>&amp;&amp; </a:t>
            </a:r>
            <a:r>
              <a:rPr lang="en-US" altLang="en-US" sz="2400" dirty="0">
                <a:latin typeface="Tahoma" panose="020B0604030504040204" pitchFamily="34" charset="0"/>
              </a:rPr>
              <a:t>x is even)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20BDD49-EC1E-4773-81B8-AC122063B819}"/>
              </a:ext>
            </a:extLst>
          </p:cNvPr>
          <p:cNvGrpSpPr/>
          <p:nvPr/>
        </p:nvGrpSpPr>
        <p:grpSpPr>
          <a:xfrm>
            <a:off x="1600200" y="1119769"/>
            <a:ext cx="4343399" cy="4219303"/>
            <a:chOff x="3657601" y="1066800"/>
            <a:chExt cx="2666999" cy="259080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A08AD255-04FB-44F6-AF6F-8E1AC314D591}"/>
                </a:ext>
              </a:extLst>
            </p:cNvPr>
            <p:cNvSpPr/>
            <p:nvPr/>
          </p:nvSpPr>
          <p:spPr bwMode="auto">
            <a:xfrm>
              <a:off x="4648200" y="1066800"/>
              <a:ext cx="1676400" cy="1676400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B677A40-7F3D-469A-BD79-CE720DFDECF5}"/>
                </a:ext>
              </a:extLst>
            </p:cNvPr>
            <p:cNvSpPr/>
            <p:nvPr/>
          </p:nvSpPr>
          <p:spPr bwMode="auto">
            <a:xfrm>
              <a:off x="4648200" y="1981200"/>
              <a:ext cx="1676400" cy="1676400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756CC3C-D48C-4942-AFB4-809701EB72CE}"/>
                </a:ext>
              </a:extLst>
            </p:cNvPr>
            <p:cNvSpPr/>
            <p:nvPr/>
          </p:nvSpPr>
          <p:spPr bwMode="auto">
            <a:xfrm>
              <a:off x="3657601" y="1524000"/>
              <a:ext cx="1676400" cy="1676400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182E6F8-97CB-4C0B-9250-5222902C38DE}"/>
              </a:ext>
            </a:extLst>
          </p:cNvPr>
          <p:cNvSpPr txBox="1"/>
          <p:nvPr/>
        </p:nvSpPr>
        <p:spPr>
          <a:xfrm>
            <a:off x="1981200" y="2898346"/>
            <a:ext cx="1135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&gt;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681FB7-8CEF-45C7-A186-2EAA191F3386}"/>
              </a:ext>
            </a:extLst>
          </p:cNvPr>
          <p:cNvSpPr txBox="1"/>
          <p:nvPr/>
        </p:nvSpPr>
        <p:spPr>
          <a:xfrm>
            <a:off x="4273627" y="1713424"/>
            <a:ext cx="13644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&lt; 30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0FB32CD-CBF1-443D-9FA9-19EF88000482}"/>
                  </a:ext>
                </a:extLst>
              </p14:cNvPr>
              <p14:cNvContentPartPr/>
              <p14:nvPr/>
            </p14:nvContentPartPr>
            <p14:xfrm>
              <a:off x="3241800" y="2017800"/>
              <a:ext cx="1047600" cy="2473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0FB32CD-CBF1-443D-9FA9-19EF880004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5960" y="1954440"/>
                <a:ext cx="1078920" cy="260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2C3CA8F-898D-4866-A5C6-33BE48206BB9}"/>
                  </a:ext>
                </a:extLst>
              </p14:cNvPr>
              <p14:cNvContentPartPr/>
              <p14:nvPr/>
            </p14:nvContentPartPr>
            <p14:xfrm>
              <a:off x="3251880" y="2913120"/>
              <a:ext cx="986040" cy="1509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2C3CA8F-898D-4866-A5C6-33BE48206B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36040" y="2849760"/>
                <a:ext cx="1017360" cy="163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7058EBD-90EA-455F-8E49-F98F555FA7D4}"/>
                  </a:ext>
                </a:extLst>
              </p14:cNvPr>
              <p14:cNvContentPartPr/>
              <p14:nvPr/>
            </p14:nvContentPartPr>
            <p14:xfrm>
              <a:off x="404280" y="1230480"/>
              <a:ext cx="5395320" cy="52056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7058EBD-90EA-455F-8E49-F98F555FA7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4920" y="1221120"/>
                <a:ext cx="5414040" cy="522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13729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Rectangle 3">
            <a:extLst>
              <a:ext uri="{FF2B5EF4-FFF2-40B4-BE49-F238E27FC236}">
                <a16:creationId xmlns:a16="http://schemas.microsoft.com/office/drawing/2014/main" id="{00B5DD40-A649-4538-924A-2FA346392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066800"/>
            <a:ext cx="3810000" cy="3810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FCBF16-A4B2-4E63-832E-DE0A4DF17504}"/>
              </a:ext>
            </a:extLst>
          </p:cNvPr>
          <p:cNvSpPr txBox="1"/>
          <p:nvPr/>
        </p:nvSpPr>
        <p:spPr>
          <a:xfrm>
            <a:off x="1042986" y="1294823"/>
            <a:ext cx="6806672" cy="6508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 || (B &amp;&amp; C) == (A||B) &amp;&amp; (A||C)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54B8F2-5FB5-4BC2-927F-884914A3E479}"/>
              </a:ext>
            </a:extLst>
          </p:cNvPr>
          <p:cNvSpPr/>
          <p:nvPr/>
        </p:nvSpPr>
        <p:spPr>
          <a:xfrm>
            <a:off x="1795209" y="4961561"/>
            <a:ext cx="4943981" cy="12971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Boolean Algebra Notation:</a:t>
            </a:r>
          </a:p>
          <a:p>
            <a:pPr algn="ctr">
              <a:lnSpc>
                <a:spcPct val="150000"/>
              </a:lnSpc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 + BC = (A + B)(A + C)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F00E98-6F51-48DD-99B3-9C9C0A185D1B}"/>
              </a:ext>
            </a:extLst>
          </p:cNvPr>
          <p:cNvSpPr txBox="1"/>
          <p:nvPr/>
        </p:nvSpPr>
        <p:spPr>
          <a:xfrm>
            <a:off x="2391579" y="275505"/>
            <a:ext cx="4046301" cy="6508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dirty="0"/>
              <a:t>AND Distributive Law</a:t>
            </a:r>
          </a:p>
        </p:txBody>
      </p:sp>
      <p:pic>
        <p:nvPicPr>
          <p:cNvPr id="166914" name="Picture 2" descr="f-alpha.net: Experiment 11 - Distributive Law">
            <a:extLst>
              <a:ext uri="{FF2B5EF4-FFF2-40B4-BE49-F238E27FC236}">
                <a16:creationId xmlns:a16="http://schemas.microsoft.com/office/drawing/2014/main" id="{E691E516-0B9F-4733-8B19-3ECE176D78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99" r="59083"/>
          <a:stretch/>
        </p:blipFill>
        <p:spPr bwMode="auto">
          <a:xfrm>
            <a:off x="377612" y="2314141"/>
            <a:ext cx="3432388" cy="2494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f-alpha.net: Experiment 11 - Distributive Law">
            <a:extLst>
              <a:ext uri="{FF2B5EF4-FFF2-40B4-BE49-F238E27FC236}">
                <a16:creationId xmlns:a16="http://schemas.microsoft.com/office/drawing/2014/main" id="{171D1E66-71A7-4FE6-B725-FCE8F7654C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85" t="9599" r="6399"/>
          <a:stretch/>
        </p:blipFill>
        <p:spPr bwMode="auto">
          <a:xfrm>
            <a:off x="4948592" y="2314141"/>
            <a:ext cx="3432388" cy="2494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8494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Box 2">
            <a:extLst>
              <a:ext uri="{FF2B5EF4-FFF2-40B4-BE49-F238E27FC236}">
                <a16:creationId xmlns:a16="http://schemas.microsoft.com/office/drawing/2014/main" id="{9AF14E50-EED5-4504-9327-6DC6C6024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8600"/>
            <a:ext cx="9144000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x is positive </a:t>
            </a:r>
            <a:r>
              <a:rPr lang="en-US" altLang="en-US" sz="2400" dirty="0">
                <a:solidFill>
                  <a:srgbClr val="009900"/>
                </a:solidFill>
                <a:latin typeface="Tahoma" panose="020B0604030504040204" pitchFamily="34" charset="0"/>
              </a:rPr>
              <a:t>||</a:t>
            </a:r>
            <a:r>
              <a:rPr lang="en-US" altLang="en-US" sz="2400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2400" dirty="0">
                <a:latin typeface="Tahoma" panose="020B0604030504040204" pitchFamily="34" charset="0"/>
              </a:rPr>
              <a:t>(x&lt;30 </a:t>
            </a:r>
            <a:r>
              <a:rPr lang="en-US" altLang="en-US" sz="2400" dirty="0">
                <a:solidFill>
                  <a:srgbClr val="0000FF"/>
                </a:solidFill>
                <a:latin typeface="Tahoma" panose="020B0604030504040204" pitchFamily="34" charset="0"/>
              </a:rPr>
              <a:t>&amp;&amp;</a:t>
            </a:r>
            <a:r>
              <a:rPr lang="en-US" altLang="en-US" sz="2400" dirty="0">
                <a:latin typeface="Tahoma" panose="020B0604030504040204" pitchFamily="34" charset="0"/>
              </a:rPr>
              <a:t> x is even)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   x % 2 == 0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(x is positive </a:t>
            </a:r>
            <a:r>
              <a:rPr lang="en-US" altLang="en-US" sz="2400" dirty="0">
                <a:solidFill>
                  <a:srgbClr val="009900"/>
                </a:solidFill>
                <a:latin typeface="Tahoma" panose="020B0604030504040204" pitchFamily="34" charset="0"/>
              </a:rPr>
              <a:t>||</a:t>
            </a:r>
            <a:r>
              <a:rPr lang="en-US" altLang="en-US" sz="2400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2400" dirty="0">
                <a:latin typeface="Tahoma" panose="020B0604030504040204" pitchFamily="34" charset="0"/>
              </a:rPr>
              <a:t>x&lt;30) </a:t>
            </a:r>
            <a:r>
              <a:rPr lang="en-US" altLang="en-US" sz="2400" dirty="0">
                <a:solidFill>
                  <a:srgbClr val="0000FF"/>
                </a:solidFill>
                <a:latin typeface="Tahoma" panose="020B0604030504040204" pitchFamily="34" charset="0"/>
              </a:rPr>
              <a:t>&amp;&amp;</a:t>
            </a:r>
            <a:r>
              <a:rPr lang="en-US" altLang="en-US" sz="2400" dirty="0">
                <a:latin typeface="Tahoma" panose="020B0604030504040204" pitchFamily="34" charset="0"/>
              </a:rPr>
              <a:t> (x is positive </a:t>
            </a:r>
            <a:r>
              <a:rPr lang="en-US" altLang="en-US" sz="2400" dirty="0">
                <a:solidFill>
                  <a:srgbClr val="009900"/>
                </a:solidFill>
                <a:latin typeface="Tahoma" panose="020B0604030504040204" pitchFamily="34" charset="0"/>
              </a:rPr>
              <a:t>||</a:t>
            </a:r>
            <a:r>
              <a:rPr lang="en-US" altLang="en-US" sz="2400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2400" dirty="0">
                <a:latin typeface="Tahoma" panose="020B0604030504040204" pitchFamily="34" charset="0"/>
              </a:rPr>
              <a:t>x is even)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20BDD49-EC1E-4773-81B8-AC122063B819}"/>
              </a:ext>
            </a:extLst>
          </p:cNvPr>
          <p:cNvGrpSpPr/>
          <p:nvPr/>
        </p:nvGrpSpPr>
        <p:grpSpPr>
          <a:xfrm>
            <a:off x="1600200" y="1119769"/>
            <a:ext cx="4343399" cy="4219303"/>
            <a:chOff x="3657601" y="1066800"/>
            <a:chExt cx="2666999" cy="259080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A08AD255-04FB-44F6-AF6F-8E1AC314D591}"/>
                </a:ext>
              </a:extLst>
            </p:cNvPr>
            <p:cNvSpPr/>
            <p:nvPr/>
          </p:nvSpPr>
          <p:spPr bwMode="auto">
            <a:xfrm>
              <a:off x="4648200" y="1066800"/>
              <a:ext cx="1676400" cy="1676400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B677A40-7F3D-469A-BD79-CE720DFDECF5}"/>
                </a:ext>
              </a:extLst>
            </p:cNvPr>
            <p:cNvSpPr/>
            <p:nvPr/>
          </p:nvSpPr>
          <p:spPr bwMode="auto">
            <a:xfrm>
              <a:off x="4648200" y="1981200"/>
              <a:ext cx="1676400" cy="1676400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756CC3C-D48C-4942-AFB4-809701EB72CE}"/>
                </a:ext>
              </a:extLst>
            </p:cNvPr>
            <p:cNvSpPr/>
            <p:nvPr/>
          </p:nvSpPr>
          <p:spPr bwMode="auto">
            <a:xfrm>
              <a:off x="3657601" y="1524000"/>
              <a:ext cx="1676400" cy="1676400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182E6F8-97CB-4C0B-9250-5222902C38DE}"/>
              </a:ext>
            </a:extLst>
          </p:cNvPr>
          <p:cNvSpPr txBox="1"/>
          <p:nvPr/>
        </p:nvSpPr>
        <p:spPr>
          <a:xfrm>
            <a:off x="1981200" y="2898346"/>
            <a:ext cx="1135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&gt;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681FB7-8CEF-45C7-A186-2EAA191F3386}"/>
              </a:ext>
            </a:extLst>
          </p:cNvPr>
          <p:cNvSpPr txBox="1"/>
          <p:nvPr/>
        </p:nvSpPr>
        <p:spPr>
          <a:xfrm>
            <a:off x="4273627" y="1713424"/>
            <a:ext cx="13644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&lt; 30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8007CB1-D807-4BE7-B585-0C60B61DCE4B}"/>
                  </a:ext>
                </a:extLst>
              </p14:cNvPr>
              <p14:cNvContentPartPr/>
              <p14:nvPr/>
            </p14:nvContentPartPr>
            <p14:xfrm>
              <a:off x="3306240" y="2054160"/>
              <a:ext cx="1003320" cy="2307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8007CB1-D807-4BE7-B585-0C60B61DCE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96880" y="2044800"/>
                <a:ext cx="1022040" cy="232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21286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1">
            <a:extLst>
              <a:ext uri="{FF2B5EF4-FFF2-40B4-BE49-F238E27FC236}">
                <a16:creationId xmlns:a16="http://schemas.microsoft.com/office/drawing/2014/main" id="{FFBB26BB-5B1F-4F82-B807-86CF334037A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1683" name="TextBox 2">
            <a:extLst>
              <a:ext uri="{FF2B5EF4-FFF2-40B4-BE49-F238E27FC236}">
                <a16:creationId xmlns:a16="http://schemas.microsoft.com/office/drawing/2014/main" id="{9AF14E50-EED5-4504-9327-6DC6C6024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90600"/>
            <a:ext cx="86868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FF0000"/>
                </a:solidFill>
                <a:latin typeface="Tahoma" panose="020B0604030504040204" pitchFamily="34" charset="0"/>
              </a:rPr>
              <a:t>x&gt;3  || </a:t>
            </a:r>
            <a:r>
              <a:rPr lang="en-US" altLang="en-US" sz="2800">
                <a:latin typeface="Tahoma" panose="020B0604030504040204" pitchFamily="34" charset="0"/>
              </a:rPr>
              <a:t>(x&lt;3 </a:t>
            </a:r>
            <a:r>
              <a:rPr lang="en-US" altLang="en-US" sz="2800">
                <a:solidFill>
                  <a:srgbClr val="009900"/>
                </a:solidFill>
                <a:latin typeface="Tahoma" panose="020B0604030504040204" pitchFamily="34" charset="0"/>
              </a:rPr>
              <a:t>&amp;&amp;</a:t>
            </a:r>
            <a:r>
              <a:rPr lang="en-US" altLang="en-US" sz="2800">
                <a:latin typeface="Tahoma" panose="020B0604030504040204" pitchFamily="34" charset="0"/>
              </a:rPr>
              <a:t> x is even)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(</a:t>
            </a:r>
            <a:r>
              <a:rPr lang="en-US" altLang="en-US" sz="2800">
                <a:solidFill>
                  <a:srgbClr val="FF0000"/>
                </a:solidFill>
                <a:latin typeface="Tahoma" panose="020B0604030504040204" pitchFamily="34" charset="0"/>
              </a:rPr>
              <a:t>x&gt;3 || </a:t>
            </a:r>
            <a:r>
              <a:rPr lang="en-US" altLang="en-US" sz="2800">
                <a:latin typeface="Tahoma" panose="020B0604030504040204" pitchFamily="34" charset="0"/>
              </a:rPr>
              <a:t>x&lt;3) </a:t>
            </a:r>
            <a:r>
              <a:rPr lang="en-US" altLang="en-US" sz="2800">
                <a:solidFill>
                  <a:srgbClr val="009900"/>
                </a:solidFill>
                <a:latin typeface="Tahoma" panose="020B0604030504040204" pitchFamily="34" charset="0"/>
              </a:rPr>
              <a:t>&amp;&amp;</a:t>
            </a:r>
            <a:r>
              <a:rPr lang="en-US" altLang="en-US" sz="2800">
                <a:latin typeface="Tahoma" panose="020B0604030504040204" pitchFamily="34" charset="0"/>
              </a:rPr>
              <a:t> (</a:t>
            </a:r>
            <a:r>
              <a:rPr lang="en-US" altLang="en-US" sz="2800">
                <a:solidFill>
                  <a:srgbClr val="FF0000"/>
                </a:solidFill>
                <a:latin typeface="Tahoma" panose="020B0604030504040204" pitchFamily="34" charset="0"/>
              </a:rPr>
              <a:t>x&gt;3 || </a:t>
            </a:r>
            <a:r>
              <a:rPr lang="en-US" altLang="en-US" sz="2800">
                <a:latin typeface="Tahoma" panose="020B0604030504040204" pitchFamily="34" charset="0"/>
              </a:rPr>
              <a:t>x is even)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Footer Placeholder 3">
            <a:extLst>
              <a:ext uri="{FF2B5EF4-FFF2-40B4-BE49-F238E27FC236}">
                <a16:creationId xmlns:a16="http://schemas.microsoft.com/office/drawing/2014/main" id="{482736DD-B081-47E1-8E69-71074848F1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2707" name="WordArt 2" descr="Narrow vertical">
            <a:extLst>
              <a:ext uri="{FF2B5EF4-FFF2-40B4-BE49-F238E27FC236}">
                <a16:creationId xmlns:a16="http://schemas.microsoft.com/office/drawing/2014/main" id="{A3231AAB-DCE7-428D-B047-B72542958E8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04800" y="152400"/>
            <a:ext cx="86868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Equivalent Boolean Expressions Example 1</a:t>
            </a:r>
          </a:p>
        </p:txBody>
      </p:sp>
      <p:sp>
        <p:nvSpPr>
          <p:cNvPr id="72708" name="Text Box 3">
            <a:extLst>
              <a:ext uri="{FF2B5EF4-FFF2-40B4-BE49-F238E27FC236}">
                <a16:creationId xmlns:a16="http://schemas.microsoft.com/office/drawing/2014/main" id="{01BFDCC5-3539-4A36-BADA-FF1DAB486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905000"/>
            <a:ext cx="7696200" cy="2374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boolean c=</a:t>
            </a:r>
            <a:r>
              <a:rPr lang="en-US" altLang="en-US" sz="2800" dirty="0" err="1">
                <a:latin typeface="Tahoma" panose="020B0604030504040204" pitchFamily="34" charset="0"/>
              </a:rPr>
              <a:t>true,s</a:t>
            </a:r>
            <a:r>
              <a:rPr lang="en-US" altLang="en-US" sz="2800" dirty="0">
                <a:latin typeface="Tahoma" panose="020B0604030504040204" pitchFamily="34" charset="0"/>
              </a:rPr>
              <a:t>=</a:t>
            </a:r>
            <a:r>
              <a:rPr lang="en-US" altLang="en-US" sz="2800" dirty="0" err="1">
                <a:latin typeface="Tahoma" panose="020B0604030504040204" pitchFamily="34" charset="0"/>
              </a:rPr>
              <a:t>true,i</a:t>
            </a:r>
            <a:r>
              <a:rPr lang="en-US" altLang="en-US" sz="2800" dirty="0">
                <a:latin typeface="Tahoma" panose="020B0604030504040204" pitchFamily="34" charset="0"/>
              </a:rPr>
              <a:t>=</a:t>
            </a:r>
            <a:r>
              <a:rPr lang="en-US" altLang="en-US" sz="2800" dirty="0" err="1">
                <a:latin typeface="Tahoma" panose="020B0604030504040204" pitchFamily="34" charset="0"/>
              </a:rPr>
              <a:t>false,ans</a:t>
            </a:r>
            <a:r>
              <a:rPr lang="en-US" altLang="en-US" sz="2800" dirty="0">
                <a:latin typeface="Tahoma" panose="020B0604030504040204" pitchFamily="34" charset="0"/>
              </a:rPr>
              <a:t>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ans</a:t>
            </a:r>
            <a:r>
              <a:rPr lang="en-US" altLang="en-US" sz="2800" dirty="0">
                <a:latin typeface="Tahoma" panose="020B0604030504040204" pitchFamily="34" charset="0"/>
              </a:rPr>
              <a:t> = </a:t>
            </a:r>
            <a:r>
              <a:rPr lang="en-US" altLang="en-US" sz="2800" dirty="0">
                <a:solidFill>
                  <a:srgbClr val="FF6600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800" dirty="0">
                <a:latin typeface="Tahoma" panose="020B0604030504040204" pitchFamily="34" charset="0"/>
              </a:rPr>
              <a:t> </a:t>
            </a:r>
            <a:r>
              <a:rPr lang="en-US" altLang="en-US" sz="2800" dirty="0">
                <a:solidFill>
                  <a:srgbClr val="0000FF"/>
                </a:solidFill>
                <a:latin typeface="Tahoma" panose="020B0604030504040204" pitchFamily="34" charset="0"/>
              </a:rPr>
              <a:t>( </a:t>
            </a:r>
            <a:r>
              <a:rPr lang="en-US" altLang="en-US" sz="2800" dirty="0">
                <a:latin typeface="Tahoma" panose="020B0604030504040204" pitchFamily="34" charset="0"/>
              </a:rPr>
              <a:t>c &amp;&amp; (s || </a:t>
            </a:r>
            <a:r>
              <a:rPr lang="en-US" altLang="en-US" sz="2800" dirty="0" err="1">
                <a:latin typeface="Tahoma" panose="020B0604030504040204" pitchFamily="34" charset="0"/>
              </a:rPr>
              <a:t>i</a:t>
            </a:r>
            <a:r>
              <a:rPr lang="en-US" altLang="en-US" sz="2800" dirty="0">
                <a:latin typeface="Tahoma" panose="020B0604030504040204" pitchFamily="34" charset="0"/>
              </a:rPr>
              <a:t>) </a:t>
            </a:r>
            <a:r>
              <a:rPr lang="en-US" altLang="en-US" sz="2800" dirty="0">
                <a:solidFill>
                  <a:srgbClr val="0000FF"/>
                </a:solidFill>
                <a:latin typeface="Tahoma" panose="020B0604030504040204" pitchFamily="34" charset="0"/>
              </a:rPr>
              <a:t>)</a:t>
            </a:r>
            <a:r>
              <a:rPr lang="en-US" altLang="en-US" sz="2800" dirty="0">
                <a:latin typeface="Tahoma" panose="020B0604030504040204" pitchFamily="34" charset="0"/>
              </a:rPr>
              <a:t> </a:t>
            </a:r>
            <a:r>
              <a:rPr lang="en-US" altLang="en-US" sz="2800" dirty="0">
                <a:solidFill>
                  <a:srgbClr val="0000FF"/>
                </a:solidFill>
                <a:latin typeface="Tahoma" panose="020B0604030504040204" pitchFamily="34" charset="0"/>
              </a:rPr>
              <a:t>==</a:t>
            </a:r>
            <a:br>
              <a:rPr lang="en-US" altLang="en-US" sz="2800" dirty="0">
                <a:latin typeface="Tahoma" panose="020B0604030504040204" pitchFamily="34" charset="0"/>
              </a:rPr>
            </a:br>
            <a:r>
              <a:rPr lang="en-US" altLang="en-US" sz="2800" dirty="0">
                <a:latin typeface="Tahoma" panose="020B0604030504040204" pitchFamily="34" charset="0"/>
              </a:rPr>
              <a:t>             </a:t>
            </a:r>
            <a:r>
              <a:rPr lang="en-US" altLang="en-US" sz="2800" dirty="0">
                <a:solidFill>
                  <a:srgbClr val="0000FF"/>
                </a:solidFill>
                <a:latin typeface="Tahoma" panose="020B0604030504040204" pitchFamily="34" charset="0"/>
              </a:rPr>
              <a:t>( </a:t>
            </a:r>
            <a:r>
              <a:rPr lang="en-US" altLang="en-US" sz="2800" dirty="0">
                <a:latin typeface="Tahoma" panose="020B0604030504040204" pitchFamily="34" charset="0"/>
              </a:rPr>
              <a:t>(c &amp;&amp; s) || (c &amp;&amp; </a:t>
            </a:r>
            <a:r>
              <a:rPr lang="en-US" altLang="en-US" sz="2800" dirty="0" err="1">
                <a:latin typeface="Tahoma" panose="020B0604030504040204" pitchFamily="34" charset="0"/>
              </a:rPr>
              <a:t>i</a:t>
            </a:r>
            <a:r>
              <a:rPr lang="en-US" altLang="en-US" sz="2800" dirty="0">
                <a:latin typeface="Tahoma" panose="020B0604030504040204" pitchFamily="34" charset="0"/>
              </a:rPr>
              <a:t>) </a:t>
            </a:r>
            <a:r>
              <a:rPr lang="en-US" altLang="en-US" sz="2800" dirty="0">
                <a:solidFill>
                  <a:srgbClr val="0000FF"/>
                </a:solidFill>
                <a:latin typeface="Tahoma" panose="020B0604030504040204" pitchFamily="34" charset="0"/>
              </a:rPr>
              <a:t>)</a:t>
            </a:r>
            <a:r>
              <a:rPr lang="en-US" altLang="en-US" sz="2800" dirty="0">
                <a:latin typeface="Tahoma" panose="020B0604030504040204" pitchFamily="34" charset="0"/>
              </a:rPr>
              <a:t>   </a:t>
            </a:r>
            <a:r>
              <a:rPr lang="en-US" altLang="en-US" sz="2800" dirty="0">
                <a:solidFill>
                  <a:srgbClr val="FF6600"/>
                </a:solidFill>
                <a:latin typeface="Tahoma" panose="020B0604030504040204" pitchFamily="34" charset="0"/>
              </a:rPr>
              <a:t>)</a:t>
            </a:r>
            <a:r>
              <a:rPr lang="en-US" altLang="en-US" sz="2800" dirty="0">
                <a:latin typeface="Tahoma" panose="020B0604030504040204" pitchFamily="34" charset="0"/>
              </a:rPr>
              <a:t>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System.out.println</a:t>
            </a:r>
            <a:r>
              <a:rPr lang="en-US" altLang="en-US" sz="2800" dirty="0">
                <a:latin typeface="Tahoma" panose="020B0604030504040204" pitchFamily="34" charset="0"/>
              </a:rPr>
              <a:t>(</a:t>
            </a:r>
            <a:r>
              <a:rPr lang="en-US" altLang="en-US" sz="2800" dirty="0" err="1">
                <a:latin typeface="Tahoma" panose="020B0604030504040204" pitchFamily="34" charset="0"/>
              </a:rPr>
              <a:t>ans</a:t>
            </a:r>
            <a:r>
              <a:rPr lang="en-US" altLang="en-US" sz="2800" dirty="0">
                <a:latin typeface="Tahoma" panose="020B0604030504040204" pitchFamily="34" charset="0"/>
              </a:rPr>
              <a:t>);</a:t>
            </a:r>
          </a:p>
        </p:txBody>
      </p:sp>
      <p:sp>
        <p:nvSpPr>
          <p:cNvPr id="72709" name="Text Box 4">
            <a:extLst>
              <a:ext uri="{FF2B5EF4-FFF2-40B4-BE49-F238E27FC236}">
                <a16:creationId xmlns:a16="http://schemas.microsoft.com/office/drawing/2014/main" id="{60073466-F5E7-489D-8DBD-F48F2B71A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601896"/>
            <a:ext cx="1905000" cy="132397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true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Footer Placeholder 3">
            <a:extLst>
              <a:ext uri="{FF2B5EF4-FFF2-40B4-BE49-F238E27FC236}">
                <a16:creationId xmlns:a16="http://schemas.microsoft.com/office/drawing/2014/main" id="{33597E3F-50B2-487B-B4DC-B2695B2D386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4756" name="Text Box 3">
            <a:extLst>
              <a:ext uri="{FF2B5EF4-FFF2-40B4-BE49-F238E27FC236}">
                <a16:creationId xmlns:a16="http://schemas.microsoft.com/office/drawing/2014/main" id="{A79329B7-33F7-4808-B65E-0D2AD2181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600200"/>
            <a:ext cx="7696200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int a=5, b=9, c=3;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boolean </a:t>
            </a:r>
            <a:r>
              <a:rPr lang="en-US" altLang="en-US" sz="2800" dirty="0" err="1">
                <a:latin typeface="Tahoma" panose="020B0604030504040204" pitchFamily="34" charset="0"/>
              </a:rPr>
              <a:t>ans</a:t>
            </a:r>
            <a:r>
              <a:rPr lang="en-US" altLang="en-US" sz="2800" dirty="0">
                <a:latin typeface="Tahoma" panose="020B060403050404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ans</a:t>
            </a:r>
            <a:r>
              <a:rPr lang="en-US" altLang="en-US" sz="2800" dirty="0">
                <a:latin typeface="Tahoma" panose="020B0604030504040204" pitchFamily="34" charset="0"/>
              </a:rPr>
              <a:t> = </a:t>
            </a:r>
            <a:r>
              <a:rPr lang="en-US" altLang="en-US" sz="2800" dirty="0">
                <a:solidFill>
                  <a:srgbClr val="0000FF"/>
                </a:solidFill>
                <a:latin typeface="Tahoma" panose="020B0604030504040204" pitchFamily="34" charset="0"/>
              </a:rPr>
              <a:t>( </a:t>
            </a:r>
            <a:r>
              <a:rPr lang="en-US" altLang="en-US" sz="2800" dirty="0">
                <a:latin typeface="Tahoma" panose="020B0604030504040204" pitchFamily="34" charset="0"/>
              </a:rPr>
              <a:t>a&gt;b &amp;&amp; (a&lt;b &amp;&amp; a&gt;c)</a:t>
            </a:r>
            <a:r>
              <a:rPr lang="en-US" altLang="en-US" sz="2800" dirty="0">
                <a:solidFill>
                  <a:srgbClr val="0000FF"/>
                </a:solidFill>
                <a:latin typeface="Tahoma" panose="020B0604030504040204" pitchFamily="34" charset="0"/>
              </a:rPr>
              <a:t>) == </a:t>
            </a:r>
            <a:br>
              <a:rPr lang="en-US" altLang="en-US" sz="2800" dirty="0">
                <a:solidFill>
                  <a:srgbClr val="0000FF"/>
                </a:solidFill>
                <a:latin typeface="Tahoma" panose="020B0604030504040204" pitchFamily="34" charset="0"/>
              </a:rPr>
            </a:br>
            <a:r>
              <a:rPr lang="en-US" altLang="en-US" sz="2800" dirty="0">
                <a:solidFill>
                  <a:srgbClr val="0000FF"/>
                </a:solidFill>
                <a:latin typeface="Tahoma" panose="020B0604030504040204" pitchFamily="34" charset="0"/>
              </a:rPr>
              <a:t>           (</a:t>
            </a:r>
            <a:r>
              <a:rPr lang="en-US" altLang="en-US" sz="2800" dirty="0">
                <a:latin typeface="Tahoma" panose="020B0604030504040204" pitchFamily="34" charset="0"/>
              </a:rPr>
              <a:t>(a&gt;b &amp;&amp; a&lt;b) || (a&gt;b &amp;&amp; a&gt;c)</a:t>
            </a:r>
            <a:r>
              <a:rPr lang="en-US" altLang="en-US" sz="2800" dirty="0">
                <a:solidFill>
                  <a:srgbClr val="0000FF"/>
                </a:solidFill>
                <a:latin typeface="Tahoma" panose="020B0604030504040204" pitchFamily="34" charset="0"/>
              </a:rPr>
              <a:t>)</a:t>
            </a:r>
            <a:r>
              <a:rPr lang="en-US" altLang="en-US" sz="2800" dirty="0">
                <a:latin typeface="Tahoma" panose="020B060403050404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System.out.println</a:t>
            </a:r>
            <a:r>
              <a:rPr lang="en-US" altLang="en-US" sz="2800" dirty="0">
                <a:latin typeface="Tahoma" panose="020B0604030504040204" pitchFamily="34" charset="0"/>
              </a:rPr>
              <a:t>(</a:t>
            </a:r>
            <a:r>
              <a:rPr lang="en-US" altLang="en-US" sz="2800" dirty="0" err="1">
                <a:latin typeface="Tahoma" panose="020B0604030504040204" pitchFamily="34" charset="0"/>
              </a:rPr>
              <a:t>ans</a:t>
            </a:r>
            <a:r>
              <a:rPr lang="en-US" altLang="en-US" sz="2800" dirty="0">
                <a:latin typeface="Tahoma" panose="020B0604030504040204" pitchFamily="34" charset="0"/>
              </a:rPr>
              <a:t>);</a:t>
            </a:r>
          </a:p>
        </p:txBody>
      </p:sp>
      <p:sp>
        <p:nvSpPr>
          <p:cNvPr id="74757" name="Text Box 4">
            <a:extLst>
              <a:ext uri="{FF2B5EF4-FFF2-40B4-BE49-F238E27FC236}">
                <a16:creationId xmlns:a16="http://schemas.microsoft.com/office/drawing/2014/main" id="{7D710CF2-250D-47CF-AAC2-FA550BC56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953000"/>
            <a:ext cx="1905000" cy="132397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true</a:t>
            </a:r>
          </a:p>
        </p:txBody>
      </p:sp>
      <p:sp>
        <p:nvSpPr>
          <p:cNvPr id="6" name="WordArt 2" descr="Narrow vertical">
            <a:extLst>
              <a:ext uri="{FF2B5EF4-FFF2-40B4-BE49-F238E27FC236}">
                <a16:creationId xmlns:a16="http://schemas.microsoft.com/office/drawing/2014/main" id="{9D5927C8-92F5-4F3A-9757-667B0145C84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1000" y="-7937"/>
            <a:ext cx="86868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Equivalent Boolean Expressions Example 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WordArt 4" descr="Narrow vertical">
            <a:extLst>
              <a:ext uri="{FF2B5EF4-FFF2-40B4-BE49-F238E27FC236}">
                <a16:creationId xmlns:a16="http://schemas.microsoft.com/office/drawing/2014/main" id="{7DCC834B-9E31-4707-BA24-3E154B9C9B8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8580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Truth Table Example 1</a:t>
            </a:r>
          </a:p>
        </p:txBody>
      </p:sp>
      <p:graphicFrame>
        <p:nvGraphicFramePr>
          <p:cNvPr id="88171" name="Group 107">
            <a:extLst>
              <a:ext uri="{FF2B5EF4-FFF2-40B4-BE49-F238E27FC236}">
                <a16:creationId xmlns:a16="http://schemas.microsoft.com/office/drawing/2014/main" id="{066B1A7A-AE10-4DAA-8E76-5EFF0E315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682968"/>
              </p:ext>
            </p:extLst>
          </p:nvPr>
        </p:nvGraphicFramePr>
        <p:xfrm>
          <a:off x="190500" y="1584960"/>
          <a:ext cx="8763000" cy="4663440"/>
        </p:xfrm>
        <a:graphic>
          <a:graphicData uri="http://schemas.openxmlformats.org/drawingml/2006/table">
            <a:tbl>
              <a:tblPr/>
              <a:tblGrid>
                <a:gridCol w="848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3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8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2156">
                  <a:extLst>
                    <a:ext uri="{9D8B030D-6E8A-4147-A177-3AD203B41FA5}">
                      <a16:colId xmlns:a16="http://schemas.microsoft.com/office/drawing/2014/main" val="125682928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54336113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</a:rPr>
                        <a:t>b || 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rgbClr val="0000FF"/>
                          </a:solidFill>
                          <a:latin typeface="Tahoma" panose="020B0604030504040204" pitchFamily="34" charset="0"/>
                        </a:rPr>
                        <a:t>a</a:t>
                      </a:r>
                      <a:r>
                        <a:rPr lang="en-US" altLang="en-US" sz="2800" b="1" dirty="0">
                          <a:latin typeface="Tahoma" panose="020B0604030504040204" pitchFamily="34" charset="0"/>
                        </a:rPr>
                        <a:t> &amp;&amp; </a:t>
                      </a:r>
                      <a:r>
                        <a:rPr lang="en-US" altLang="en-US" sz="2800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</a:rPr>
                        <a:t>(b || c) 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45179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58199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75301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33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323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WordArt 4" descr="Narrow vertical">
            <a:extLst>
              <a:ext uri="{FF2B5EF4-FFF2-40B4-BE49-F238E27FC236}">
                <a16:creationId xmlns:a16="http://schemas.microsoft.com/office/drawing/2014/main" id="{7DCC834B-9E31-4707-BA24-3E154B9C9B8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8580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Truth Table Example 1</a:t>
            </a:r>
          </a:p>
        </p:txBody>
      </p:sp>
      <p:graphicFrame>
        <p:nvGraphicFramePr>
          <p:cNvPr id="88171" name="Group 107">
            <a:extLst>
              <a:ext uri="{FF2B5EF4-FFF2-40B4-BE49-F238E27FC236}">
                <a16:creationId xmlns:a16="http://schemas.microsoft.com/office/drawing/2014/main" id="{066B1A7A-AE10-4DAA-8E76-5EFF0E315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455760"/>
              </p:ext>
            </p:extLst>
          </p:nvPr>
        </p:nvGraphicFramePr>
        <p:xfrm>
          <a:off x="0" y="1584960"/>
          <a:ext cx="8953500" cy="4663440"/>
        </p:xfrm>
        <a:graphic>
          <a:graphicData uri="http://schemas.openxmlformats.org/drawingml/2006/table">
            <a:tbl>
              <a:tblPr/>
              <a:tblGrid>
                <a:gridCol w="745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0487">
                  <a:extLst>
                    <a:ext uri="{9D8B030D-6E8A-4147-A177-3AD203B41FA5}">
                      <a16:colId xmlns:a16="http://schemas.microsoft.com/office/drawing/2014/main" val="1256829283"/>
                    </a:ext>
                  </a:extLst>
                </a:gridCol>
                <a:gridCol w="1479274">
                  <a:extLst>
                    <a:ext uri="{9D8B030D-6E8A-4147-A177-3AD203B41FA5}">
                      <a16:colId xmlns:a16="http://schemas.microsoft.com/office/drawing/2014/main" val="1961461358"/>
                    </a:ext>
                  </a:extLst>
                </a:gridCol>
                <a:gridCol w="3931754">
                  <a:extLst>
                    <a:ext uri="{9D8B030D-6E8A-4147-A177-3AD203B41FA5}">
                      <a16:colId xmlns:a16="http://schemas.microsoft.com/office/drawing/2014/main" val="454336113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rgbClr val="0000FF"/>
                          </a:solidFill>
                          <a:latin typeface="Tahoma" panose="020B0604030504040204" pitchFamily="34" charset="0"/>
                        </a:rPr>
                        <a:t>a &amp;&amp; b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800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</a:rPr>
                        <a:t>a &amp;&amp; 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rgbClr val="0000FF"/>
                          </a:solidFill>
                          <a:latin typeface="Tahoma" panose="020B0604030504040204" pitchFamily="34" charset="0"/>
                        </a:rPr>
                        <a:t>(a &amp;&amp; b) </a:t>
                      </a:r>
                      <a:r>
                        <a:rPr lang="en-US" altLang="en-US" sz="2800" b="1" dirty="0">
                          <a:latin typeface="Tahoma" panose="020B0604030504040204" pitchFamily="34" charset="0"/>
                        </a:rPr>
                        <a:t>|| </a:t>
                      </a:r>
                      <a:r>
                        <a:rPr lang="en-US" altLang="en-US" sz="2800" b="1" dirty="0">
                          <a:solidFill>
                            <a:srgbClr val="7030A0"/>
                          </a:solidFill>
                          <a:latin typeface="Tahoma" panose="020B0604030504040204" pitchFamily="34" charset="0"/>
                        </a:rPr>
                        <a:t>(a &amp;&amp; c)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45179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58199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75301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33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4257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WordArt 4" descr="Narrow vertical">
            <a:extLst>
              <a:ext uri="{FF2B5EF4-FFF2-40B4-BE49-F238E27FC236}">
                <a16:creationId xmlns:a16="http://schemas.microsoft.com/office/drawing/2014/main" id="{7DCC834B-9E31-4707-BA24-3E154B9C9B8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8580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Truth Table Example 1</a:t>
            </a:r>
          </a:p>
        </p:txBody>
      </p:sp>
      <p:graphicFrame>
        <p:nvGraphicFramePr>
          <p:cNvPr id="88171" name="Group 107">
            <a:extLst>
              <a:ext uri="{FF2B5EF4-FFF2-40B4-BE49-F238E27FC236}">
                <a16:creationId xmlns:a16="http://schemas.microsoft.com/office/drawing/2014/main" id="{066B1A7A-AE10-4DAA-8E76-5EFF0E315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645257"/>
              </p:ext>
            </p:extLst>
          </p:nvPr>
        </p:nvGraphicFramePr>
        <p:xfrm>
          <a:off x="190500" y="1584960"/>
          <a:ext cx="8648700" cy="466344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7889">
                  <a:extLst>
                    <a:ext uri="{9D8B030D-6E8A-4147-A177-3AD203B41FA5}">
                      <a16:colId xmlns:a16="http://schemas.microsoft.com/office/drawing/2014/main" val="1256829283"/>
                    </a:ext>
                  </a:extLst>
                </a:gridCol>
                <a:gridCol w="4233311">
                  <a:extLst>
                    <a:ext uri="{9D8B030D-6E8A-4147-A177-3AD203B41FA5}">
                      <a16:colId xmlns:a16="http://schemas.microsoft.com/office/drawing/2014/main" val="454336113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a &amp;&amp; (b || c) 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rgbClr val="C00000"/>
                          </a:solidFill>
                          <a:latin typeface="Tahoma" panose="020B0604030504040204" pitchFamily="34" charset="0"/>
                        </a:rPr>
                        <a:t>==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(a &amp;&amp; b) || (a &amp;&amp; c)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45179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58199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75301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33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0820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WordArt 4" descr="Narrow vertical">
            <a:extLst>
              <a:ext uri="{FF2B5EF4-FFF2-40B4-BE49-F238E27FC236}">
                <a16:creationId xmlns:a16="http://schemas.microsoft.com/office/drawing/2014/main" id="{7DCC834B-9E31-4707-BA24-3E154B9C9B8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8580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Truth Table Example 1</a:t>
            </a:r>
          </a:p>
        </p:txBody>
      </p:sp>
      <p:graphicFrame>
        <p:nvGraphicFramePr>
          <p:cNvPr id="88171" name="Group 107">
            <a:extLst>
              <a:ext uri="{FF2B5EF4-FFF2-40B4-BE49-F238E27FC236}">
                <a16:creationId xmlns:a16="http://schemas.microsoft.com/office/drawing/2014/main" id="{066B1A7A-AE10-4DAA-8E76-5EFF0E315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347522"/>
              </p:ext>
            </p:extLst>
          </p:nvPr>
        </p:nvGraphicFramePr>
        <p:xfrm>
          <a:off x="190500" y="1584960"/>
          <a:ext cx="8648700" cy="466344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7889">
                  <a:extLst>
                    <a:ext uri="{9D8B030D-6E8A-4147-A177-3AD203B41FA5}">
                      <a16:colId xmlns:a16="http://schemas.microsoft.com/office/drawing/2014/main" val="1256829283"/>
                    </a:ext>
                  </a:extLst>
                </a:gridCol>
                <a:gridCol w="4233311">
                  <a:extLst>
                    <a:ext uri="{9D8B030D-6E8A-4147-A177-3AD203B41FA5}">
                      <a16:colId xmlns:a16="http://schemas.microsoft.com/office/drawing/2014/main" val="454336113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a &amp;&amp; (b || c) 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rgbClr val="C00000"/>
                          </a:solidFill>
                          <a:latin typeface="Tahoma" panose="020B0604030504040204" pitchFamily="34" charset="0"/>
                        </a:rPr>
                        <a:t>==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800" b="1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(a &amp;&amp; b) || (a &amp;&amp; c)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45179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58199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75301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933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91200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Footer Placeholder 3">
            <a:extLst>
              <a:ext uri="{FF2B5EF4-FFF2-40B4-BE49-F238E27FC236}">
                <a16:creationId xmlns:a16="http://schemas.microsoft.com/office/drawing/2014/main" id="{8AF0CEAD-827E-4C83-920F-3B5D4CED3F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02315374-004E-44A8-B019-5CC6FD3A0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2738" y="2057400"/>
            <a:ext cx="5638800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rgbClr val="005400"/>
                </a:solidFill>
                <a:latin typeface="Tahoma" panose="020B0604030504040204" pitchFamily="34" charset="0"/>
              </a:rPr>
              <a:t>!(c||s) == !c &amp;&amp; !s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rgbClr val="005400"/>
                </a:solidFill>
                <a:latin typeface="Tahoma" panose="020B0604030504040204" pitchFamily="34" charset="0"/>
              </a:rPr>
              <a:t>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rgbClr val="005400"/>
                </a:solidFill>
                <a:latin typeface="Tahoma" panose="020B0604030504040204" pitchFamily="34" charset="0"/>
              </a:rPr>
              <a:t>!(c&amp;&amp;s)</a:t>
            </a:r>
            <a:r>
              <a:rPr lang="en-US" altLang="en-US" sz="2000">
                <a:solidFill>
                  <a:srgbClr val="0054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4400">
                <a:solidFill>
                  <a:srgbClr val="005400"/>
                </a:solidFill>
                <a:latin typeface="Tahoma" panose="020B0604030504040204" pitchFamily="34" charset="0"/>
              </a:rPr>
              <a:t>== !c || !s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rgbClr val="005400"/>
                </a:solidFill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91140" name="WordArt 3">
            <a:extLst>
              <a:ext uri="{FF2B5EF4-FFF2-40B4-BE49-F238E27FC236}">
                <a16:creationId xmlns:a16="http://schemas.microsoft.com/office/drawing/2014/main" id="{89E90DA0-9294-4089-B081-21942BB539A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457200"/>
            <a:ext cx="6934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54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DeMorgan's Law</a:t>
            </a:r>
          </a:p>
        </p:txBody>
      </p:sp>
      <p:sp>
        <p:nvSpPr>
          <p:cNvPr id="91141" name="Rectangle 10">
            <a:extLst>
              <a:ext uri="{FF2B5EF4-FFF2-40B4-BE49-F238E27FC236}">
                <a16:creationId xmlns:a16="http://schemas.microsoft.com/office/drawing/2014/main" id="{6DC404A9-08A6-4ABD-867C-7B2ED182F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105400"/>
            <a:ext cx="6365875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This is always used by AP and UIL!</a:t>
            </a:r>
          </a:p>
        </p:txBody>
      </p:sp>
    </p:spTree>
    <p:extLst>
      <p:ext uri="{BB962C8B-B14F-4D97-AF65-F5344CB8AC3E}">
        <p14:creationId xmlns:p14="http://schemas.microsoft.com/office/powerpoint/2010/main" val="21990707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Picture 4">
            <a:extLst>
              <a:ext uri="{FF2B5EF4-FFF2-40B4-BE49-F238E27FC236}">
                <a16:creationId xmlns:a16="http://schemas.microsoft.com/office/drawing/2014/main" id="{76D44B61-047B-47C1-9814-3138EA3CB642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02438"/>
          </a:xfrm>
        </p:spPr>
      </p:pic>
    </p:spTree>
    <p:extLst>
      <p:ext uri="{BB962C8B-B14F-4D97-AF65-F5344CB8AC3E}">
        <p14:creationId xmlns:p14="http://schemas.microsoft.com/office/powerpoint/2010/main" val="41953744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6" name="Picture 4">
            <a:extLst>
              <a:ext uri="{FF2B5EF4-FFF2-40B4-BE49-F238E27FC236}">
                <a16:creationId xmlns:a16="http://schemas.microsoft.com/office/drawing/2014/main" id="{C328AF9F-A812-4153-9095-0DFB3BB08219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672263"/>
          </a:xfrm>
        </p:spPr>
      </p:pic>
    </p:spTree>
    <p:extLst>
      <p:ext uri="{BB962C8B-B14F-4D97-AF65-F5344CB8AC3E}">
        <p14:creationId xmlns:p14="http://schemas.microsoft.com/office/powerpoint/2010/main" val="30512715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Footer Placeholder 1">
            <a:extLst>
              <a:ext uri="{FF2B5EF4-FFF2-40B4-BE49-F238E27FC236}">
                <a16:creationId xmlns:a16="http://schemas.microsoft.com/office/drawing/2014/main" id="{0F09721A-0C36-4C85-BD20-8676733BF08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AC8040A-A9F8-4EC7-BAEB-4B14AE8B1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43000"/>
            <a:ext cx="8636000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en-US" sz="2800" dirty="0" err="1">
                <a:latin typeface="Tahoma" panose="020B0604030504040204" pitchFamily="34" charset="0"/>
              </a:rPr>
              <a:t>DeMorgan’s</a:t>
            </a:r>
            <a:r>
              <a:rPr lang="en-US" altLang="en-US" sz="2800" dirty="0">
                <a:latin typeface="Tahoma" panose="020B0604030504040204" pitchFamily="34" charset="0"/>
              </a:rPr>
              <a:t> Law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US" sz="2800" dirty="0">
                <a:solidFill>
                  <a:srgbClr val="C00000"/>
                </a:solidFill>
                <a:latin typeface="Tahoma" panose="020B0604030504040204" pitchFamily="34" charset="0"/>
              </a:rPr>
              <a:t> </a:t>
            </a:r>
            <a:endParaRPr lang="en-US" altLang="en-US" sz="2800" dirty="0">
              <a:latin typeface="Tahoma" panose="020B0604030504040204" pitchFamily="34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US" sz="2800" dirty="0">
                <a:solidFill>
                  <a:srgbClr val="009900"/>
                </a:solidFill>
                <a:latin typeface="Tahoma" panose="020B0604030504040204" pitchFamily="34" charset="0"/>
              </a:rPr>
              <a:t>!</a:t>
            </a:r>
            <a:r>
              <a:rPr lang="en-US" altLang="en-US" sz="2800" dirty="0">
                <a:latin typeface="Tahoma" panose="020B0604030504040204" pitchFamily="34" charset="0"/>
              </a:rPr>
              <a:t>(x&gt;5 </a:t>
            </a:r>
            <a:r>
              <a:rPr lang="en-US" altLang="en-US" sz="2800" dirty="0">
                <a:solidFill>
                  <a:srgbClr val="7030A0"/>
                </a:solidFill>
                <a:latin typeface="Tahoma" panose="020B0604030504040204" pitchFamily="34" charset="0"/>
              </a:rPr>
              <a:t>||</a:t>
            </a:r>
            <a:r>
              <a:rPr lang="en-US" altLang="en-US" sz="2800" dirty="0">
                <a:latin typeface="Tahoma" panose="020B0604030504040204" pitchFamily="34" charset="0"/>
              </a:rPr>
              <a:t> x is even) == </a:t>
            </a:r>
            <a:r>
              <a:rPr lang="en-US" altLang="en-US" sz="2800" dirty="0">
                <a:solidFill>
                  <a:srgbClr val="009900"/>
                </a:solidFill>
                <a:latin typeface="Tahoma" panose="020B0604030504040204" pitchFamily="34" charset="0"/>
              </a:rPr>
              <a:t>!</a:t>
            </a:r>
            <a:r>
              <a:rPr lang="en-US" altLang="en-US" sz="2800" dirty="0">
                <a:latin typeface="Tahoma" panose="020B0604030504040204" pitchFamily="34" charset="0"/>
              </a:rPr>
              <a:t>(x&gt;5) </a:t>
            </a:r>
            <a:r>
              <a:rPr lang="en-US" altLang="en-US" sz="2800" dirty="0">
                <a:solidFill>
                  <a:srgbClr val="0070C0"/>
                </a:solidFill>
                <a:latin typeface="Tahoma" panose="020B0604030504040204" pitchFamily="34" charset="0"/>
              </a:rPr>
              <a:t>&amp;&amp;</a:t>
            </a:r>
            <a:r>
              <a:rPr lang="en-US" altLang="en-US" sz="2800" dirty="0">
                <a:latin typeface="Tahoma" panose="020B0604030504040204" pitchFamily="34" charset="0"/>
              </a:rPr>
              <a:t> </a:t>
            </a:r>
            <a:r>
              <a:rPr lang="en-US" altLang="en-US" sz="2800" dirty="0">
                <a:solidFill>
                  <a:srgbClr val="009900"/>
                </a:solidFill>
                <a:latin typeface="Tahoma" panose="020B0604030504040204" pitchFamily="34" charset="0"/>
              </a:rPr>
              <a:t>!</a:t>
            </a:r>
            <a:r>
              <a:rPr lang="en-US" altLang="en-US" sz="2800" dirty="0">
                <a:latin typeface="Tahoma" panose="020B0604030504040204" pitchFamily="34" charset="0"/>
              </a:rPr>
              <a:t>(x is even)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US" sz="2800" dirty="0">
                <a:latin typeface="Tahoma" panose="020B0604030504040204" pitchFamily="34" charset="0"/>
              </a:rPr>
              <a:t>                            ==  x&lt;=5 </a:t>
            </a:r>
            <a:r>
              <a:rPr lang="en-US" altLang="en-US" sz="2800" dirty="0">
                <a:solidFill>
                  <a:srgbClr val="0070C0"/>
                </a:solidFill>
                <a:latin typeface="Tahoma" panose="020B0604030504040204" pitchFamily="34" charset="0"/>
              </a:rPr>
              <a:t>&amp;&amp;</a:t>
            </a:r>
            <a:r>
              <a:rPr lang="en-US" altLang="en-US" sz="2800" dirty="0">
                <a:latin typeface="Tahoma" panose="020B0604030504040204" pitchFamily="34" charset="0"/>
              </a:rPr>
              <a:t>  x is odd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endParaRPr lang="en-US" altLang="en-US" sz="2800" dirty="0">
              <a:solidFill>
                <a:srgbClr val="C00000"/>
              </a:solidFill>
              <a:latin typeface="Tahoma" panose="020B0604030504040204" pitchFamily="34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US" sz="2800" dirty="0">
                <a:solidFill>
                  <a:srgbClr val="009900"/>
                </a:solidFill>
                <a:latin typeface="Tahoma" panose="020B0604030504040204" pitchFamily="34" charset="0"/>
              </a:rPr>
              <a:t>!</a:t>
            </a:r>
            <a:r>
              <a:rPr lang="en-US" altLang="en-US" sz="2800" dirty="0">
                <a:latin typeface="Tahoma" panose="020B0604030504040204" pitchFamily="34" charset="0"/>
              </a:rPr>
              <a:t>(x&gt;5</a:t>
            </a:r>
            <a:r>
              <a:rPr lang="en-US" altLang="en-US" sz="2800" dirty="0">
                <a:solidFill>
                  <a:srgbClr val="C0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2800" dirty="0">
                <a:solidFill>
                  <a:srgbClr val="0070C0"/>
                </a:solidFill>
                <a:latin typeface="Tahoma" panose="020B0604030504040204" pitchFamily="34" charset="0"/>
              </a:rPr>
              <a:t>&amp;&amp;</a:t>
            </a:r>
            <a:r>
              <a:rPr lang="en-US" altLang="en-US" sz="2800" dirty="0">
                <a:solidFill>
                  <a:srgbClr val="C0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2800" dirty="0">
                <a:latin typeface="Tahoma" panose="020B0604030504040204" pitchFamily="34" charset="0"/>
              </a:rPr>
              <a:t>x is even) == </a:t>
            </a:r>
            <a:r>
              <a:rPr lang="en-US" altLang="en-US" sz="2800" dirty="0">
                <a:solidFill>
                  <a:srgbClr val="009900"/>
                </a:solidFill>
                <a:latin typeface="Tahoma" panose="020B0604030504040204" pitchFamily="34" charset="0"/>
              </a:rPr>
              <a:t>!</a:t>
            </a:r>
            <a:r>
              <a:rPr lang="en-US" altLang="en-US" sz="2800" dirty="0">
                <a:latin typeface="Tahoma" panose="020B0604030504040204" pitchFamily="34" charset="0"/>
              </a:rPr>
              <a:t>(x&gt;5) </a:t>
            </a:r>
            <a:r>
              <a:rPr lang="en-US" altLang="en-US" sz="2800" dirty="0">
                <a:solidFill>
                  <a:srgbClr val="7030A0"/>
                </a:solidFill>
                <a:latin typeface="Tahoma" panose="020B0604030504040204" pitchFamily="34" charset="0"/>
              </a:rPr>
              <a:t>||</a:t>
            </a:r>
            <a:r>
              <a:rPr lang="en-US" altLang="en-US" sz="2800" dirty="0">
                <a:solidFill>
                  <a:srgbClr val="C0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2800" dirty="0">
                <a:solidFill>
                  <a:srgbClr val="009900"/>
                </a:solidFill>
                <a:latin typeface="Tahoma" panose="020B0604030504040204" pitchFamily="34" charset="0"/>
              </a:rPr>
              <a:t>!</a:t>
            </a:r>
            <a:r>
              <a:rPr lang="en-US" altLang="en-US" sz="2800" dirty="0">
                <a:latin typeface="Tahoma" panose="020B0604030504040204" pitchFamily="34" charset="0"/>
              </a:rPr>
              <a:t>(x is even)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US" sz="2800" dirty="0">
                <a:solidFill>
                  <a:srgbClr val="C00000"/>
                </a:solidFill>
                <a:latin typeface="Tahoma" panose="020B0604030504040204" pitchFamily="34" charset="0"/>
              </a:rPr>
              <a:t>                             </a:t>
            </a:r>
            <a:r>
              <a:rPr lang="en-US" altLang="en-US" sz="2800" dirty="0">
                <a:latin typeface="Tahoma" panose="020B0604030504040204" pitchFamily="34" charset="0"/>
              </a:rPr>
              <a:t>==</a:t>
            </a:r>
            <a:r>
              <a:rPr lang="en-US" altLang="en-US" sz="2800" dirty="0">
                <a:solidFill>
                  <a:srgbClr val="C0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</a:rPr>
              <a:t>x&lt;=5 </a:t>
            </a:r>
            <a:r>
              <a:rPr lang="en-US" altLang="en-US" sz="2800" dirty="0">
                <a:solidFill>
                  <a:srgbClr val="7030A0"/>
                </a:solidFill>
                <a:latin typeface="Tahoma" panose="020B0604030504040204" pitchFamily="34" charset="0"/>
              </a:rPr>
              <a:t>||</a:t>
            </a:r>
            <a:r>
              <a:rPr lang="en-US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</a:rPr>
              <a:t>  x is odd</a:t>
            </a:r>
            <a:endParaRPr lang="en-US" altLang="en-US" sz="2800" dirty="0">
              <a:latin typeface="Tahoma" panose="020B0604030504040204" pitchFamily="34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endParaRPr lang="en-US" altLang="en-US" sz="2800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0456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Footer Placeholder 3">
            <a:extLst>
              <a:ext uri="{FF2B5EF4-FFF2-40B4-BE49-F238E27FC236}">
                <a16:creationId xmlns:a16="http://schemas.microsoft.com/office/drawing/2014/main" id="{8A59E8AB-FB5E-4576-826A-7055F604D70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7043" name="WordArt 2">
            <a:extLst>
              <a:ext uri="{FF2B5EF4-FFF2-40B4-BE49-F238E27FC236}">
                <a16:creationId xmlns:a16="http://schemas.microsoft.com/office/drawing/2014/main" id="{DDADAEBD-0FF3-4248-B061-9D1E21B095E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1295400"/>
            <a:ext cx="6934200" cy="3657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333399"/>
                  </a:solidFill>
                  <a:round/>
                  <a:headEnd type="none" w="sm" len="sm"/>
                  <a:tailEnd type="none" w="sm" len="sm"/>
                </a:ln>
                <a:solidFill>
                  <a:srgbClr val="00FF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Start work</a:t>
            </a:r>
          </a:p>
          <a:p>
            <a:pPr algn="ctr"/>
            <a:r>
              <a:rPr lang="en-US" sz="3600" kern="10">
                <a:ln w="9525">
                  <a:solidFill>
                    <a:srgbClr val="333399"/>
                  </a:solidFill>
                  <a:round/>
                  <a:headEnd type="none" w="sm" len="sm"/>
                  <a:tailEnd type="none" w="sm" len="sm"/>
                </a:ln>
                <a:solidFill>
                  <a:srgbClr val="00FF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on Lab 10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Footer Placeholder 3">
            <a:extLst>
              <a:ext uri="{FF2B5EF4-FFF2-40B4-BE49-F238E27FC236}">
                <a16:creationId xmlns:a16="http://schemas.microsoft.com/office/drawing/2014/main" id="{5A49A64B-C995-4E67-9926-07496F1387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6803" name="WordArt 4">
            <a:extLst>
              <a:ext uri="{FF2B5EF4-FFF2-40B4-BE49-F238E27FC236}">
                <a16:creationId xmlns:a16="http://schemas.microsoft.com/office/drawing/2014/main" id="{9B116493-1551-444D-BCB2-5F5240C4FCA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0" y="1295400"/>
            <a:ext cx="8229600" cy="3657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  distributivelaw.java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Footer Placeholder 3">
            <a:extLst>
              <a:ext uri="{FF2B5EF4-FFF2-40B4-BE49-F238E27FC236}">
                <a16:creationId xmlns:a16="http://schemas.microsoft.com/office/drawing/2014/main" id="{D1AE4C23-55E3-4B7B-ADD2-D5C4627301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7C8FE15D-1CD0-42D0-A432-3FD3A61AD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725" y="7191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b="0"/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602AA44D-0D73-4855-9E56-026FE706B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1905000"/>
            <a:ext cx="7123112" cy="294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en-US" dirty="0">
                <a:solidFill>
                  <a:schemeClr val="bg2">
                    <a:lumMod val="50000"/>
                  </a:schemeClr>
                </a:solidFill>
                <a:latin typeface="Tahoma" panose="020B0604030504040204" pitchFamily="34" charset="0"/>
              </a:rPr>
              <a:t>C </a:t>
            </a:r>
            <a:r>
              <a:rPr lang="ar-SA" altLang="en-US" dirty="0">
                <a:solidFill>
                  <a:schemeClr val="bg2">
                    <a:lumMod val="50000"/>
                  </a:schemeClr>
                </a:solidFill>
                <a:latin typeface="Tahoma" panose="020B0604030504040204" pitchFamily="34" charset="0"/>
              </a:rPr>
              <a:t>۸</a:t>
            </a:r>
            <a:r>
              <a:rPr lang="en-US" altLang="en-US" dirty="0">
                <a:solidFill>
                  <a:schemeClr val="bg2">
                    <a:lumMod val="50000"/>
                  </a:schemeClr>
                </a:solidFill>
                <a:latin typeface="Tahoma" panose="020B0604030504040204" pitchFamily="34" charset="0"/>
              </a:rPr>
              <a:t> (C </a:t>
            </a:r>
            <a:r>
              <a:rPr lang="ar-SA" altLang="en-US" dirty="0">
                <a:solidFill>
                  <a:schemeClr val="bg2">
                    <a:lumMod val="50000"/>
                  </a:schemeClr>
                </a:solidFill>
                <a:latin typeface="Tahoma" panose="020B0604030504040204" pitchFamily="34" charset="0"/>
              </a:rPr>
              <a:t>۷</a:t>
            </a:r>
            <a:r>
              <a:rPr lang="en-US" altLang="en-US" dirty="0">
                <a:solidFill>
                  <a:schemeClr val="bg2">
                    <a:lumMod val="50000"/>
                  </a:schemeClr>
                </a:solidFill>
                <a:latin typeface="Tahoma" panose="020B0604030504040204" pitchFamily="34" charset="0"/>
              </a:rPr>
              <a:t> S) = C</a:t>
            </a:r>
            <a:endParaRPr lang="en-US" altLang="en-US" dirty="0">
              <a:latin typeface="Tahoma" panose="020B0604030504040204" pitchFamily="34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US" dirty="0">
                <a:solidFill>
                  <a:srgbClr val="009900"/>
                </a:solidFill>
                <a:latin typeface="Tahoma" panose="020B0604030504040204" pitchFamily="34" charset="0"/>
              </a:rPr>
              <a:t>c&amp;&amp;(c||s)  =  c&amp;&amp;c || c&amp;&amp;s  =  c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endParaRPr lang="en-US" altLang="en-US" dirty="0">
              <a:latin typeface="Tahoma" panose="020B060403050404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en-US" dirty="0">
                <a:solidFill>
                  <a:schemeClr val="bg2">
                    <a:lumMod val="50000"/>
                  </a:schemeClr>
                </a:solidFill>
                <a:latin typeface="Tahoma" panose="020B0604030504040204" pitchFamily="34" charset="0"/>
              </a:rPr>
              <a:t>C </a:t>
            </a:r>
            <a:r>
              <a:rPr lang="ar-SA" altLang="en-US" dirty="0">
                <a:solidFill>
                  <a:schemeClr val="bg2">
                    <a:lumMod val="50000"/>
                  </a:schemeClr>
                </a:solidFill>
                <a:latin typeface="Tahoma" panose="020B0604030504040204" pitchFamily="34" charset="0"/>
              </a:rPr>
              <a:t>۷</a:t>
            </a:r>
            <a:r>
              <a:rPr lang="en-US" altLang="en-US" dirty="0">
                <a:solidFill>
                  <a:schemeClr val="bg2">
                    <a:lumMod val="50000"/>
                  </a:schemeClr>
                </a:solidFill>
                <a:latin typeface="Tahoma" panose="020B0604030504040204" pitchFamily="34" charset="0"/>
              </a:rPr>
              <a:t> (C </a:t>
            </a:r>
            <a:r>
              <a:rPr lang="ar-SA" altLang="en-US" dirty="0">
                <a:solidFill>
                  <a:schemeClr val="bg2">
                    <a:lumMod val="50000"/>
                  </a:schemeClr>
                </a:solidFill>
                <a:latin typeface="Tahoma" panose="020B0604030504040204" pitchFamily="34" charset="0"/>
              </a:rPr>
              <a:t>۸</a:t>
            </a:r>
            <a:r>
              <a:rPr lang="en-US" altLang="en-US" dirty="0">
                <a:solidFill>
                  <a:schemeClr val="bg2">
                    <a:lumMod val="50000"/>
                  </a:schemeClr>
                </a:solidFill>
                <a:latin typeface="Tahoma" panose="020B0604030504040204" pitchFamily="34" charset="0"/>
              </a:rPr>
              <a:t> S) = C</a:t>
            </a:r>
            <a:endParaRPr lang="en-US" altLang="en-US" dirty="0">
              <a:latin typeface="Tahoma" panose="020B0604030504040204" pitchFamily="34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US" dirty="0">
                <a:solidFill>
                  <a:srgbClr val="009900"/>
                </a:solidFill>
                <a:latin typeface="Tahoma" panose="020B0604030504040204" pitchFamily="34" charset="0"/>
              </a:rPr>
              <a:t>c||(c&amp;&amp;s) = c||c  &amp;&amp;  c||s  =  c</a:t>
            </a:r>
          </a:p>
        </p:txBody>
      </p:sp>
      <p:sp>
        <p:nvSpPr>
          <p:cNvPr id="78853" name="WordArt 16">
            <a:extLst>
              <a:ext uri="{FF2B5EF4-FFF2-40B4-BE49-F238E27FC236}">
                <a16:creationId xmlns:a16="http://schemas.microsoft.com/office/drawing/2014/main" id="{4BBD9CB0-4FE8-4922-A3B6-77D4D781348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457200"/>
            <a:ext cx="6934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Absorption Law</a:t>
            </a:r>
          </a:p>
        </p:txBody>
      </p:sp>
      <p:sp>
        <p:nvSpPr>
          <p:cNvPr id="78854" name="Rectangle 19">
            <a:extLst>
              <a:ext uri="{FF2B5EF4-FFF2-40B4-BE49-F238E27FC236}">
                <a16:creationId xmlns:a16="http://schemas.microsoft.com/office/drawing/2014/main" id="{64AC03FC-B325-4A01-B231-4EA8AC265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410200"/>
            <a:ext cx="7748588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This is used now and again by AP and UIL!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Footer Placeholder 3">
            <a:extLst>
              <a:ext uri="{FF2B5EF4-FFF2-40B4-BE49-F238E27FC236}">
                <a16:creationId xmlns:a16="http://schemas.microsoft.com/office/drawing/2014/main" id="{AA72B168-DF14-4BDE-91A8-6934FDE22E9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0899" name="WordArt 4" descr="Narrow vertical">
            <a:extLst>
              <a:ext uri="{FF2B5EF4-FFF2-40B4-BE49-F238E27FC236}">
                <a16:creationId xmlns:a16="http://schemas.microsoft.com/office/drawing/2014/main" id="{7DCC834B-9E31-4707-BA24-3E154B9C9B8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8580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Boolean Example 2</a:t>
            </a:r>
          </a:p>
        </p:txBody>
      </p:sp>
      <p:sp>
        <p:nvSpPr>
          <p:cNvPr id="80900" name="Text Box 34">
            <a:extLst>
              <a:ext uri="{FF2B5EF4-FFF2-40B4-BE49-F238E27FC236}">
                <a16:creationId xmlns:a16="http://schemas.microsoft.com/office/drawing/2014/main" id="{E8063B95-D1AA-447F-86A9-3B9EBE61E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905000"/>
            <a:ext cx="76962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boolean c = true;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boolean s = false;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boolean i = c || (c&amp;&amp;s);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System.out.println(i);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80901" name="Text Box 35">
            <a:extLst>
              <a:ext uri="{FF2B5EF4-FFF2-40B4-BE49-F238E27FC236}">
                <a16:creationId xmlns:a16="http://schemas.microsoft.com/office/drawing/2014/main" id="{684C040C-F76C-4A17-8357-45C9B38AD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343400"/>
            <a:ext cx="1905000" cy="132397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true</a:t>
            </a:r>
          </a:p>
        </p:txBody>
      </p:sp>
      <p:graphicFrame>
        <p:nvGraphicFramePr>
          <p:cNvPr id="88171" name="Group 107">
            <a:extLst>
              <a:ext uri="{FF2B5EF4-FFF2-40B4-BE49-F238E27FC236}">
                <a16:creationId xmlns:a16="http://schemas.microsoft.com/office/drawing/2014/main" id="{066B1A7A-AE10-4DAA-8E76-5EFF0E315984}"/>
              </a:ext>
            </a:extLst>
          </p:cNvPr>
          <p:cNvGraphicFramePr>
            <a:graphicFrameLocks noGrp="1"/>
          </p:cNvGraphicFramePr>
          <p:nvPr/>
        </p:nvGraphicFramePr>
        <p:xfrm>
          <a:off x="5867400" y="2057400"/>
          <a:ext cx="2514600" cy="25908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Footer Placeholder 3">
            <a:extLst>
              <a:ext uri="{FF2B5EF4-FFF2-40B4-BE49-F238E27FC236}">
                <a16:creationId xmlns:a16="http://schemas.microsoft.com/office/drawing/2014/main" id="{4BC7CD86-1092-4D65-ABD1-F8896AFD61B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2947" name="WordArt 2" descr="Narrow vertical">
            <a:extLst>
              <a:ext uri="{FF2B5EF4-FFF2-40B4-BE49-F238E27FC236}">
                <a16:creationId xmlns:a16="http://schemas.microsoft.com/office/drawing/2014/main" id="{828B08D9-9D97-437F-A3DB-86056D8A1FC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381000"/>
            <a:ext cx="68580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Boolean Example 3</a:t>
            </a:r>
          </a:p>
        </p:txBody>
      </p:sp>
      <p:sp>
        <p:nvSpPr>
          <p:cNvPr id="82948" name="Text Box 3">
            <a:extLst>
              <a:ext uri="{FF2B5EF4-FFF2-40B4-BE49-F238E27FC236}">
                <a16:creationId xmlns:a16="http://schemas.microsoft.com/office/drawing/2014/main" id="{AF247CEA-37E6-42A7-B00B-6535CF67C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905000"/>
            <a:ext cx="76962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boolean c = false;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boolean s = true;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boolean i = c &amp;&amp; (c||s);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System.out.println(i);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82949" name="Text Box 4">
            <a:extLst>
              <a:ext uri="{FF2B5EF4-FFF2-40B4-BE49-F238E27FC236}">
                <a16:creationId xmlns:a16="http://schemas.microsoft.com/office/drawing/2014/main" id="{CEBA39E3-595D-4BA5-8470-44CA70CA8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191000"/>
            <a:ext cx="1905000" cy="132397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false</a:t>
            </a:r>
          </a:p>
        </p:txBody>
      </p:sp>
      <p:graphicFrame>
        <p:nvGraphicFramePr>
          <p:cNvPr id="94284" name="Group 76">
            <a:extLst>
              <a:ext uri="{FF2B5EF4-FFF2-40B4-BE49-F238E27FC236}">
                <a16:creationId xmlns:a16="http://schemas.microsoft.com/office/drawing/2014/main" id="{854128CC-0235-45E4-AA07-A39CC0C22FFD}"/>
              </a:ext>
            </a:extLst>
          </p:cNvPr>
          <p:cNvGraphicFramePr>
            <a:graphicFrameLocks noGrp="1"/>
          </p:cNvGraphicFramePr>
          <p:nvPr/>
        </p:nvGraphicFramePr>
        <p:xfrm>
          <a:off x="5867400" y="2057400"/>
          <a:ext cx="2514600" cy="25908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Footer Placeholder 3">
            <a:extLst>
              <a:ext uri="{FF2B5EF4-FFF2-40B4-BE49-F238E27FC236}">
                <a16:creationId xmlns:a16="http://schemas.microsoft.com/office/drawing/2014/main" id="{781F8F56-B1E8-48B4-BFDA-97481F083CA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4995" name="WordArt 2">
            <a:extLst>
              <a:ext uri="{FF2B5EF4-FFF2-40B4-BE49-F238E27FC236}">
                <a16:creationId xmlns:a16="http://schemas.microsoft.com/office/drawing/2014/main" id="{24A4E043-A906-4DAE-BC58-398AE22B347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0" y="1295400"/>
            <a:ext cx="8229600" cy="3657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  absorptionlaw.java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Footer Placeholder 3">
            <a:extLst>
              <a:ext uri="{FF2B5EF4-FFF2-40B4-BE49-F238E27FC236}">
                <a16:creationId xmlns:a16="http://schemas.microsoft.com/office/drawing/2014/main" id="{3D327EAD-1B5F-4378-B5C1-AFCEAD44065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9091" name="WordArt 2">
            <a:extLst>
              <a:ext uri="{FF2B5EF4-FFF2-40B4-BE49-F238E27FC236}">
                <a16:creationId xmlns:a16="http://schemas.microsoft.com/office/drawing/2014/main" id="{8E2BE6DF-B769-4D80-861C-3F8B98DAA4C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685800"/>
            <a:ext cx="6934200" cy="487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More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Boolean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Laws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Footer Placeholder 3">
            <a:extLst>
              <a:ext uri="{FF2B5EF4-FFF2-40B4-BE49-F238E27FC236}">
                <a16:creationId xmlns:a16="http://schemas.microsoft.com/office/drawing/2014/main" id="{8AF0CEAD-827E-4C83-920F-3B5D4CED3F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02315374-004E-44A8-B019-5CC6FD3A0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2738" y="2057400"/>
            <a:ext cx="5638800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rgbClr val="005400"/>
                </a:solidFill>
                <a:latin typeface="Tahoma" panose="020B0604030504040204" pitchFamily="34" charset="0"/>
              </a:rPr>
              <a:t>!(c||s) == !c &amp;&amp; !s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rgbClr val="005400"/>
                </a:solidFill>
                <a:latin typeface="Tahoma" panose="020B0604030504040204" pitchFamily="34" charset="0"/>
              </a:rPr>
              <a:t>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rgbClr val="005400"/>
                </a:solidFill>
                <a:latin typeface="Tahoma" panose="020B0604030504040204" pitchFamily="34" charset="0"/>
              </a:rPr>
              <a:t>!(c&amp;&amp;s)</a:t>
            </a:r>
            <a:r>
              <a:rPr lang="en-US" altLang="en-US" sz="2000">
                <a:solidFill>
                  <a:srgbClr val="0054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4400">
                <a:solidFill>
                  <a:srgbClr val="005400"/>
                </a:solidFill>
                <a:latin typeface="Tahoma" panose="020B0604030504040204" pitchFamily="34" charset="0"/>
              </a:rPr>
              <a:t>== !c || !s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rgbClr val="005400"/>
                </a:solidFill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91140" name="WordArt 3">
            <a:extLst>
              <a:ext uri="{FF2B5EF4-FFF2-40B4-BE49-F238E27FC236}">
                <a16:creationId xmlns:a16="http://schemas.microsoft.com/office/drawing/2014/main" id="{89E90DA0-9294-4089-B081-21942BB539A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457200"/>
            <a:ext cx="6934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54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DeMorgan's Law</a:t>
            </a:r>
          </a:p>
        </p:txBody>
      </p:sp>
      <p:sp>
        <p:nvSpPr>
          <p:cNvPr id="91141" name="Rectangle 10">
            <a:extLst>
              <a:ext uri="{FF2B5EF4-FFF2-40B4-BE49-F238E27FC236}">
                <a16:creationId xmlns:a16="http://schemas.microsoft.com/office/drawing/2014/main" id="{6DC404A9-08A6-4ABD-867C-7B2ED182F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105400"/>
            <a:ext cx="6365875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This is always used by AP and UIL!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Picture 4">
            <a:extLst>
              <a:ext uri="{FF2B5EF4-FFF2-40B4-BE49-F238E27FC236}">
                <a16:creationId xmlns:a16="http://schemas.microsoft.com/office/drawing/2014/main" id="{76D44B61-047B-47C1-9814-3138EA3CB642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02438"/>
          </a:xfr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6" name="Picture 4">
            <a:extLst>
              <a:ext uri="{FF2B5EF4-FFF2-40B4-BE49-F238E27FC236}">
                <a16:creationId xmlns:a16="http://schemas.microsoft.com/office/drawing/2014/main" id="{C328AF9F-A812-4153-9095-0DFB3BB08219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672263"/>
          </a:xfr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Footer Placeholder 1">
            <a:extLst>
              <a:ext uri="{FF2B5EF4-FFF2-40B4-BE49-F238E27FC236}">
                <a16:creationId xmlns:a16="http://schemas.microsoft.com/office/drawing/2014/main" id="{0F09721A-0C36-4C85-BD20-8676733BF08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AC8040A-A9F8-4EC7-BAEB-4B14AE8B1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43000"/>
            <a:ext cx="8636000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en-US" sz="2800" dirty="0" err="1">
                <a:latin typeface="Tahoma" panose="020B0604030504040204" pitchFamily="34" charset="0"/>
              </a:rPr>
              <a:t>DeMorgan’s</a:t>
            </a:r>
            <a:r>
              <a:rPr lang="en-US" altLang="en-US" sz="2800" dirty="0">
                <a:latin typeface="Tahoma" panose="020B0604030504040204" pitchFamily="34" charset="0"/>
              </a:rPr>
              <a:t> Law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US" sz="2800" dirty="0">
                <a:solidFill>
                  <a:srgbClr val="C00000"/>
                </a:solidFill>
                <a:latin typeface="Tahoma" panose="020B0604030504040204" pitchFamily="34" charset="0"/>
              </a:rPr>
              <a:t> </a:t>
            </a:r>
            <a:endParaRPr lang="en-US" altLang="en-US" sz="2800" dirty="0">
              <a:latin typeface="Tahoma" panose="020B0604030504040204" pitchFamily="34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US" sz="2800" dirty="0">
                <a:solidFill>
                  <a:srgbClr val="009900"/>
                </a:solidFill>
                <a:latin typeface="Tahoma" panose="020B0604030504040204" pitchFamily="34" charset="0"/>
              </a:rPr>
              <a:t>!</a:t>
            </a:r>
            <a:r>
              <a:rPr lang="en-US" altLang="en-US" sz="2800" dirty="0">
                <a:latin typeface="Tahoma" panose="020B0604030504040204" pitchFamily="34" charset="0"/>
              </a:rPr>
              <a:t>(x&gt;5 </a:t>
            </a:r>
            <a:r>
              <a:rPr lang="en-US" altLang="en-US" sz="2800" dirty="0">
                <a:solidFill>
                  <a:srgbClr val="7030A0"/>
                </a:solidFill>
                <a:latin typeface="Tahoma" panose="020B0604030504040204" pitchFamily="34" charset="0"/>
              </a:rPr>
              <a:t>||</a:t>
            </a:r>
            <a:r>
              <a:rPr lang="en-US" altLang="en-US" sz="2800" dirty="0">
                <a:latin typeface="Tahoma" panose="020B0604030504040204" pitchFamily="34" charset="0"/>
              </a:rPr>
              <a:t> x is even) == </a:t>
            </a:r>
            <a:r>
              <a:rPr lang="en-US" altLang="en-US" sz="2800" dirty="0">
                <a:solidFill>
                  <a:srgbClr val="009900"/>
                </a:solidFill>
                <a:latin typeface="Tahoma" panose="020B0604030504040204" pitchFamily="34" charset="0"/>
              </a:rPr>
              <a:t>!</a:t>
            </a:r>
            <a:r>
              <a:rPr lang="en-US" altLang="en-US" sz="2800" dirty="0">
                <a:latin typeface="Tahoma" panose="020B0604030504040204" pitchFamily="34" charset="0"/>
              </a:rPr>
              <a:t>(x&gt;5) </a:t>
            </a:r>
            <a:r>
              <a:rPr lang="en-US" altLang="en-US" sz="2800" dirty="0">
                <a:solidFill>
                  <a:srgbClr val="0070C0"/>
                </a:solidFill>
                <a:latin typeface="Tahoma" panose="020B0604030504040204" pitchFamily="34" charset="0"/>
              </a:rPr>
              <a:t>&amp;&amp;</a:t>
            </a:r>
            <a:r>
              <a:rPr lang="en-US" altLang="en-US" sz="2800" dirty="0">
                <a:latin typeface="Tahoma" panose="020B0604030504040204" pitchFamily="34" charset="0"/>
              </a:rPr>
              <a:t> </a:t>
            </a:r>
            <a:r>
              <a:rPr lang="en-US" altLang="en-US" sz="2800" dirty="0">
                <a:solidFill>
                  <a:srgbClr val="009900"/>
                </a:solidFill>
                <a:latin typeface="Tahoma" panose="020B0604030504040204" pitchFamily="34" charset="0"/>
              </a:rPr>
              <a:t>!</a:t>
            </a:r>
            <a:r>
              <a:rPr lang="en-US" altLang="en-US" sz="2800" dirty="0">
                <a:latin typeface="Tahoma" panose="020B0604030504040204" pitchFamily="34" charset="0"/>
              </a:rPr>
              <a:t>(x is even)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US" sz="2800" dirty="0">
                <a:latin typeface="Tahoma" panose="020B0604030504040204" pitchFamily="34" charset="0"/>
              </a:rPr>
              <a:t>                            ==  x&lt;=5 </a:t>
            </a:r>
            <a:r>
              <a:rPr lang="en-US" altLang="en-US" sz="2800" dirty="0">
                <a:solidFill>
                  <a:srgbClr val="0070C0"/>
                </a:solidFill>
                <a:latin typeface="Tahoma" panose="020B0604030504040204" pitchFamily="34" charset="0"/>
              </a:rPr>
              <a:t>&amp;&amp;</a:t>
            </a:r>
            <a:r>
              <a:rPr lang="en-US" altLang="en-US" sz="2800" dirty="0">
                <a:latin typeface="Tahoma" panose="020B0604030504040204" pitchFamily="34" charset="0"/>
              </a:rPr>
              <a:t>  x is odd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endParaRPr lang="en-US" altLang="en-US" sz="2800" dirty="0">
              <a:solidFill>
                <a:srgbClr val="C00000"/>
              </a:solidFill>
              <a:latin typeface="Tahoma" panose="020B0604030504040204" pitchFamily="34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US" sz="2800" dirty="0">
                <a:solidFill>
                  <a:srgbClr val="009900"/>
                </a:solidFill>
                <a:latin typeface="Tahoma" panose="020B0604030504040204" pitchFamily="34" charset="0"/>
              </a:rPr>
              <a:t>!</a:t>
            </a:r>
            <a:r>
              <a:rPr lang="en-US" altLang="en-US" sz="2800" dirty="0">
                <a:latin typeface="Tahoma" panose="020B0604030504040204" pitchFamily="34" charset="0"/>
              </a:rPr>
              <a:t>(x&gt;5</a:t>
            </a:r>
            <a:r>
              <a:rPr lang="en-US" altLang="en-US" sz="2800" dirty="0">
                <a:solidFill>
                  <a:srgbClr val="C0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2800" dirty="0">
                <a:solidFill>
                  <a:srgbClr val="0070C0"/>
                </a:solidFill>
                <a:latin typeface="Tahoma" panose="020B0604030504040204" pitchFamily="34" charset="0"/>
              </a:rPr>
              <a:t>&amp;&amp;</a:t>
            </a:r>
            <a:r>
              <a:rPr lang="en-US" altLang="en-US" sz="2800" dirty="0">
                <a:solidFill>
                  <a:srgbClr val="C0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2800" dirty="0">
                <a:latin typeface="Tahoma" panose="020B0604030504040204" pitchFamily="34" charset="0"/>
              </a:rPr>
              <a:t>x is even) == </a:t>
            </a:r>
            <a:r>
              <a:rPr lang="en-US" altLang="en-US" sz="2800" dirty="0">
                <a:solidFill>
                  <a:srgbClr val="009900"/>
                </a:solidFill>
                <a:latin typeface="Tahoma" panose="020B0604030504040204" pitchFamily="34" charset="0"/>
              </a:rPr>
              <a:t>!</a:t>
            </a:r>
            <a:r>
              <a:rPr lang="en-US" altLang="en-US" sz="2800" dirty="0">
                <a:latin typeface="Tahoma" panose="020B0604030504040204" pitchFamily="34" charset="0"/>
              </a:rPr>
              <a:t>(x&gt;5) </a:t>
            </a:r>
            <a:r>
              <a:rPr lang="en-US" altLang="en-US" sz="2800" dirty="0">
                <a:solidFill>
                  <a:srgbClr val="7030A0"/>
                </a:solidFill>
                <a:latin typeface="Tahoma" panose="020B0604030504040204" pitchFamily="34" charset="0"/>
              </a:rPr>
              <a:t>||</a:t>
            </a:r>
            <a:r>
              <a:rPr lang="en-US" altLang="en-US" sz="2800" dirty="0">
                <a:solidFill>
                  <a:srgbClr val="C0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2800" dirty="0">
                <a:solidFill>
                  <a:srgbClr val="009900"/>
                </a:solidFill>
                <a:latin typeface="Tahoma" panose="020B0604030504040204" pitchFamily="34" charset="0"/>
              </a:rPr>
              <a:t>!</a:t>
            </a:r>
            <a:r>
              <a:rPr lang="en-US" altLang="en-US" sz="2800" dirty="0">
                <a:latin typeface="Tahoma" panose="020B0604030504040204" pitchFamily="34" charset="0"/>
              </a:rPr>
              <a:t>(x is even)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US" sz="2800" dirty="0">
                <a:solidFill>
                  <a:srgbClr val="C00000"/>
                </a:solidFill>
                <a:latin typeface="Tahoma" panose="020B0604030504040204" pitchFamily="34" charset="0"/>
              </a:rPr>
              <a:t>                             </a:t>
            </a:r>
            <a:r>
              <a:rPr lang="en-US" altLang="en-US" sz="2800" dirty="0">
                <a:latin typeface="Tahoma" panose="020B0604030504040204" pitchFamily="34" charset="0"/>
              </a:rPr>
              <a:t>==</a:t>
            </a:r>
            <a:r>
              <a:rPr lang="en-US" altLang="en-US" sz="2800" dirty="0">
                <a:solidFill>
                  <a:srgbClr val="C0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</a:rPr>
              <a:t>x&lt;=5 </a:t>
            </a:r>
            <a:r>
              <a:rPr lang="en-US" altLang="en-US" sz="2800" dirty="0">
                <a:solidFill>
                  <a:srgbClr val="7030A0"/>
                </a:solidFill>
                <a:latin typeface="Tahoma" panose="020B0604030504040204" pitchFamily="34" charset="0"/>
              </a:rPr>
              <a:t>||</a:t>
            </a:r>
            <a:r>
              <a:rPr lang="en-US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</a:rPr>
              <a:t>  x is odd</a:t>
            </a:r>
            <a:endParaRPr lang="en-US" altLang="en-US" sz="2800" dirty="0">
              <a:latin typeface="Tahoma" panose="020B0604030504040204" pitchFamily="34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endParaRPr lang="en-US" altLang="en-US" sz="2800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4" name="Picture 2" descr="http://sub.allaboutcircuits.com/images/04299.png">
            <a:extLst>
              <a:ext uri="{FF2B5EF4-FFF2-40B4-BE49-F238E27FC236}">
                <a16:creationId xmlns:a16="http://schemas.microsoft.com/office/drawing/2014/main" id="{290358E0-1F06-45B4-A20E-7E114AD12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350" y="1420813"/>
            <a:ext cx="4229100" cy="482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5" name="Rectangle 2">
            <a:extLst>
              <a:ext uri="{FF2B5EF4-FFF2-40B4-BE49-F238E27FC236}">
                <a16:creationId xmlns:a16="http://schemas.microsoft.com/office/drawing/2014/main" id="{31469ED8-5A7A-4EC4-B7CA-CF1F03507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33400"/>
            <a:ext cx="31654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DeMorgan’s Law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543960-4998-4BF9-90A4-51795998D7FC}"/>
              </a:ext>
            </a:extLst>
          </p:cNvPr>
          <p:cNvSpPr txBox="1"/>
          <p:nvPr/>
        </p:nvSpPr>
        <p:spPr>
          <a:xfrm>
            <a:off x="1058539" y="304800"/>
            <a:ext cx="6510115" cy="61863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3600" dirty="0"/>
              <a:t>!(  a &lt;= b || !(a*b &lt;= 0)  )</a:t>
            </a:r>
          </a:p>
          <a:p>
            <a:pPr algn="ctr" eaLnBrk="1" hangingPunct="1">
              <a:defRPr/>
            </a:pPr>
            <a:endParaRPr lang="en-US" sz="3600" dirty="0"/>
          </a:p>
          <a:p>
            <a:pPr algn="ctr" eaLnBrk="1" hangingPunct="1">
              <a:defRPr/>
            </a:pPr>
            <a:r>
              <a:rPr lang="en-US" sz="3600" dirty="0"/>
              <a:t>is the same as</a:t>
            </a:r>
          </a:p>
          <a:p>
            <a:pPr algn="ctr" eaLnBrk="1" hangingPunct="1">
              <a:defRPr/>
            </a:pPr>
            <a:endParaRPr lang="en-US" sz="3600" dirty="0"/>
          </a:p>
          <a:p>
            <a:pPr marL="514350" indent="-514350" eaLnBrk="1" hangingPunct="1">
              <a:buFontTx/>
              <a:buAutoNum type="alphaUcPeriod"/>
              <a:defRPr/>
            </a:pPr>
            <a:r>
              <a:rPr lang="en-US" sz="3600" dirty="0"/>
              <a:t>   a &gt; b </a:t>
            </a:r>
            <a:r>
              <a:rPr lang="en-US" sz="1050" dirty="0"/>
              <a:t>       </a:t>
            </a:r>
            <a:r>
              <a:rPr lang="en-US" sz="3600" dirty="0"/>
              <a:t> ||</a:t>
            </a:r>
            <a:r>
              <a:rPr lang="en-US" dirty="0"/>
              <a:t> </a:t>
            </a:r>
            <a:r>
              <a:rPr lang="en-US" sz="3600" dirty="0"/>
              <a:t>  a*b &gt; 0</a:t>
            </a:r>
          </a:p>
          <a:p>
            <a:pPr marL="514350" indent="-514350" eaLnBrk="1" hangingPunct="1">
              <a:buFontTx/>
              <a:buAutoNum type="alphaUcPeriod"/>
              <a:defRPr/>
            </a:pPr>
            <a:r>
              <a:rPr lang="en-US" sz="3600" dirty="0"/>
              <a:t>   a &gt; b   </a:t>
            </a:r>
            <a:r>
              <a:rPr lang="en-US" sz="1050" dirty="0"/>
              <a:t> </a:t>
            </a:r>
            <a:r>
              <a:rPr lang="en-US" sz="3600" dirty="0"/>
              <a:t> ||   a*b &lt;= 0</a:t>
            </a:r>
          </a:p>
          <a:p>
            <a:pPr marL="514350" indent="-514350" eaLnBrk="1" hangingPunct="1">
              <a:buFontTx/>
              <a:buAutoNum type="alphaUcPeriod"/>
              <a:defRPr/>
            </a:pPr>
            <a:r>
              <a:rPr lang="en-US" sz="3600" dirty="0"/>
              <a:t>   a &lt;= b</a:t>
            </a:r>
            <a:r>
              <a:rPr lang="en-US" sz="1600" dirty="0"/>
              <a:t> </a:t>
            </a:r>
            <a:r>
              <a:rPr lang="en-US" sz="500" dirty="0"/>
              <a:t> </a:t>
            </a:r>
            <a:r>
              <a:rPr lang="en-US" sz="3600" dirty="0"/>
              <a:t> ||   a*b &gt; 0</a:t>
            </a:r>
            <a:br>
              <a:rPr lang="en-US" sz="3600" dirty="0"/>
            </a:br>
            <a:endParaRPr lang="en-US" sz="3600" dirty="0"/>
          </a:p>
          <a:p>
            <a:pPr marL="514350" indent="-514350" eaLnBrk="1" hangingPunct="1">
              <a:buFontTx/>
              <a:buAutoNum type="alphaUcPeriod"/>
              <a:defRPr/>
            </a:pPr>
            <a:r>
              <a:rPr lang="en-US" sz="3600" dirty="0"/>
              <a:t>   a &gt; b    &amp;&amp;  a*b &gt; 0</a:t>
            </a:r>
          </a:p>
          <a:p>
            <a:pPr marL="514350" indent="-514350" eaLnBrk="1" hangingPunct="1">
              <a:buFontTx/>
              <a:buAutoNum type="alphaUcPeriod"/>
              <a:defRPr/>
            </a:pPr>
            <a:r>
              <a:rPr lang="en-US" sz="3600" dirty="0"/>
              <a:t>   a &gt; b    &amp;&amp;  a*b &lt;= 0</a:t>
            </a:r>
          </a:p>
          <a:p>
            <a:pPr marL="514350" indent="-514350" eaLnBrk="1" hangingPunct="1">
              <a:buFontTx/>
              <a:buAutoNum type="alphaUcPeriod"/>
              <a:defRPr/>
            </a:pPr>
            <a:r>
              <a:rPr lang="en-US" sz="3600" dirty="0"/>
              <a:t>   a &lt;= b </a:t>
            </a:r>
            <a:r>
              <a:rPr lang="en-US" sz="1800" dirty="0"/>
              <a:t> </a:t>
            </a:r>
            <a:r>
              <a:rPr lang="en-US" sz="3600" dirty="0"/>
              <a:t>&amp;&amp;  a*b &gt; 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543960-4998-4BF9-90A4-51795998D7FC}"/>
              </a:ext>
            </a:extLst>
          </p:cNvPr>
          <p:cNvSpPr txBox="1"/>
          <p:nvPr/>
        </p:nvSpPr>
        <p:spPr>
          <a:xfrm>
            <a:off x="881407" y="304800"/>
            <a:ext cx="6864380" cy="61863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3600" dirty="0">
                <a:solidFill>
                  <a:srgbClr val="C00000"/>
                </a:solidFill>
              </a:rPr>
              <a:t>!(</a:t>
            </a:r>
            <a:r>
              <a:rPr lang="en-US" sz="3600" dirty="0"/>
              <a:t>  a &lt;= b || !(a*b &lt;= 0)  </a:t>
            </a:r>
            <a:r>
              <a:rPr lang="en-US" sz="3600" dirty="0">
                <a:solidFill>
                  <a:srgbClr val="C00000"/>
                </a:solidFill>
              </a:rPr>
              <a:t>)</a:t>
            </a:r>
          </a:p>
          <a:p>
            <a:pPr algn="ctr" eaLnBrk="1" hangingPunct="1">
              <a:defRPr/>
            </a:pPr>
            <a:r>
              <a:rPr lang="en-US" sz="3600" dirty="0">
                <a:solidFill>
                  <a:srgbClr val="C00000"/>
                </a:solidFill>
              </a:rPr>
              <a:t>!</a:t>
            </a:r>
            <a:r>
              <a:rPr lang="en-US" sz="3600" dirty="0"/>
              <a:t>(a &lt;= b) &amp;&amp; </a:t>
            </a:r>
            <a:r>
              <a:rPr lang="en-US" sz="3600" dirty="0">
                <a:solidFill>
                  <a:srgbClr val="C00000"/>
                </a:solidFill>
              </a:rPr>
              <a:t>!</a:t>
            </a:r>
            <a:r>
              <a:rPr lang="en-US" sz="3600" dirty="0"/>
              <a:t>!(a*b &lt;= 0)</a:t>
            </a:r>
          </a:p>
          <a:p>
            <a:pPr algn="ctr" eaLnBrk="1" hangingPunct="1">
              <a:defRPr/>
            </a:pPr>
            <a:r>
              <a:rPr lang="en-US" sz="3600" dirty="0"/>
              <a:t>a &gt; b &amp;&amp; a*b &lt;= 0</a:t>
            </a:r>
          </a:p>
          <a:p>
            <a:pPr algn="ctr" eaLnBrk="1" hangingPunct="1">
              <a:defRPr/>
            </a:pPr>
            <a:endParaRPr lang="en-US" sz="3600" dirty="0"/>
          </a:p>
          <a:p>
            <a:pPr marL="514350" indent="-514350" eaLnBrk="1" hangingPunct="1">
              <a:buFontTx/>
              <a:buAutoNum type="alphaUcPeriod"/>
              <a:defRPr/>
            </a:pPr>
            <a:r>
              <a:rPr lang="en-US" sz="3600" dirty="0"/>
              <a:t>   a &gt; b </a:t>
            </a:r>
            <a:r>
              <a:rPr lang="en-US" sz="1050" dirty="0"/>
              <a:t>       </a:t>
            </a:r>
            <a:r>
              <a:rPr lang="en-US" sz="3600" dirty="0"/>
              <a:t> ||</a:t>
            </a:r>
            <a:r>
              <a:rPr lang="en-US" dirty="0"/>
              <a:t> </a:t>
            </a:r>
            <a:r>
              <a:rPr lang="en-US" sz="3600" dirty="0"/>
              <a:t>  a*b &gt; 0</a:t>
            </a:r>
          </a:p>
          <a:p>
            <a:pPr marL="514350" indent="-514350" eaLnBrk="1" hangingPunct="1">
              <a:buFontTx/>
              <a:buAutoNum type="alphaUcPeriod"/>
              <a:defRPr/>
            </a:pPr>
            <a:r>
              <a:rPr lang="en-US" sz="3600" dirty="0"/>
              <a:t>   a &gt; b   </a:t>
            </a:r>
            <a:r>
              <a:rPr lang="en-US" sz="1050" dirty="0"/>
              <a:t> </a:t>
            </a:r>
            <a:r>
              <a:rPr lang="en-US" sz="3600" dirty="0"/>
              <a:t> ||   a*b &lt;= 0</a:t>
            </a:r>
          </a:p>
          <a:p>
            <a:pPr marL="514350" indent="-514350" eaLnBrk="1" hangingPunct="1">
              <a:buFontTx/>
              <a:buAutoNum type="alphaUcPeriod"/>
              <a:defRPr/>
            </a:pPr>
            <a:r>
              <a:rPr lang="en-US" sz="3600" dirty="0"/>
              <a:t>   a &lt;= b</a:t>
            </a:r>
            <a:r>
              <a:rPr lang="en-US" sz="1600" dirty="0"/>
              <a:t> </a:t>
            </a:r>
            <a:r>
              <a:rPr lang="en-US" sz="500" dirty="0"/>
              <a:t> </a:t>
            </a:r>
            <a:r>
              <a:rPr lang="en-US" sz="3600" dirty="0"/>
              <a:t> ||   a*b &gt; 0</a:t>
            </a:r>
            <a:br>
              <a:rPr lang="en-US" sz="3600" dirty="0"/>
            </a:br>
            <a:endParaRPr lang="en-US" sz="3600" dirty="0"/>
          </a:p>
          <a:p>
            <a:pPr marL="514350" indent="-514350" eaLnBrk="1" hangingPunct="1">
              <a:buFontTx/>
              <a:buAutoNum type="alphaUcPeriod"/>
              <a:defRPr/>
            </a:pPr>
            <a:r>
              <a:rPr lang="en-US" sz="3600" dirty="0"/>
              <a:t>   a &gt; b    &amp;&amp;  a*b &gt; 0</a:t>
            </a:r>
          </a:p>
          <a:p>
            <a:pPr marL="514350" indent="-514350" eaLnBrk="1" hangingPunct="1">
              <a:buFontTx/>
              <a:buAutoNum type="alphaUcPeriod"/>
              <a:defRPr/>
            </a:pPr>
            <a:r>
              <a:rPr lang="en-US" sz="3600" dirty="0"/>
              <a:t>   a &gt; b    &amp;&amp;  a*b &lt;= 0</a:t>
            </a:r>
          </a:p>
          <a:p>
            <a:pPr marL="514350" indent="-514350" eaLnBrk="1" hangingPunct="1">
              <a:buFontTx/>
              <a:buAutoNum type="alphaUcPeriod"/>
              <a:defRPr/>
            </a:pPr>
            <a:r>
              <a:rPr lang="en-US" sz="3600" dirty="0"/>
              <a:t>   a &lt;= b </a:t>
            </a:r>
            <a:r>
              <a:rPr lang="en-US" sz="1800" dirty="0"/>
              <a:t> </a:t>
            </a:r>
            <a:r>
              <a:rPr lang="en-US" sz="3600" dirty="0"/>
              <a:t>&amp;&amp;  a*b &gt; 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120BAF-5761-428B-B70B-D46D28E63F3E}"/>
              </a:ext>
            </a:extLst>
          </p:cNvPr>
          <p:cNvSpPr/>
          <p:nvPr/>
        </p:nvSpPr>
        <p:spPr>
          <a:xfrm>
            <a:off x="1667368" y="5221069"/>
            <a:ext cx="55716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00FF"/>
                </a:solidFill>
              </a:rPr>
              <a:t> a &gt; b    &amp;&amp;  a*b &lt;= 0</a:t>
            </a:r>
          </a:p>
        </p:txBody>
      </p:sp>
    </p:spTree>
    <p:extLst>
      <p:ext uri="{BB962C8B-B14F-4D97-AF65-F5344CB8AC3E}">
        <p14:creationId xmlns:p14="http://schemas.microsoft.com/office/powerpoint/2010/main" val="41271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oter Placeholder 3">
            <a:extLst>
              <a:ext uri="{FF2B5EF4-FFF2-40B4-BE49-F238E27FC236}">
                <a16:creationId xmlns:a16="http://schemas.microsoft.com/office/drawing/2014/main" id="{66E40E7A-3212-476E-AAAE-0CBF8E7F4C3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8307" name="WordArt 2">
            <a:extLst>
              <a:ext uri="{FF2B5EF4-FFF2-40B4-BE49-F238E27FC236}">
                <a16:creationId xmlns:a16="http://schemas.microsoft.com/office/drawing/2014/main" id="{F4ECC9E0-EC8E-428B-AD7A-D8BAC8148D2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752600" y="381000"/>
            <a:ext cx="4876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AND</a:t>
            </a:r>
          </a:p>
        </p:txBody>
      </p:sp>
      <p:graphicFrame>
        <p:nvGraphicFramePr>
          <p:cNvPr id="111703" name="Group 87">
            <a:extLst>
              <a:ext uri="{FF2B5EF4-FFF2-40B4-BE49-F238E27FC236}">
                <a16:creationId xmlns:a16="http://schemas.microsoft.com/office/drawing/2014/main" id="{7953CBAF-F628-4DED-A188-46C92E85EC8A}"/>
              </a:ext>
            </a:extLst>
          </p:cNvPr>
          <p:cNvGraphicFramePr>
            <a:graphicFrameLocks noGrp="1"/>
          </p:cNvGraphicFramePr>
          <p:nvPr/>
        </p:nvGraphicFramePr>
        <p:xfrm>
          <a:off x="6019800" y="2209800"/>
          <a:ext cx="2514600" cy="25908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8334" name="Rectangle 45">
            <a:extLst>
              <a:ext uri="{FF2B5EF4-FFF2-40B4-BE49-F238E27FC236}">
                <a16:creationId xmlns:a16="http://schemas.microsoft.com/office/drawing/2014/main" id="{A0BA5D5A-321B-4B59-9858-0C72646DE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057400"/>
            <a:ext cx="4629150" cy="319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>
                <a:latin typeface="Tahoma" panose="020B0604030504040204" pitchFamily="34" charset="0"/>
              </a:rPr>
              <a:t> </a:t>
            </a:r>
            <a:r>
              <a:rPr lang="en-US" altLang="en-US" sz="2400">
                <a:latin typeface="Tahoma" panose="020B0604030504040204" pitchFamily="34" charset="0"/>
              </a:rPr>
              <a:t>&amp;&amp;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   all conditions must be true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 </a:t>
            </a:r>
            <a:r>
              <a:rPr lang="en-US" altLang="en-US" sz="2400">
                <a:solidFill>
                  <a:srgbClr val="660066"/>
                </a:solidFill>
                <a:latin typeface="Tahoma" panose="020B0604030504040204" pitchFamily="34" charset="0"/>
              </a:rPr>
              <a:t>if (c==true &amp;&amp; s==true)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660066"/>
                </a:solidFill>
                <a:latin typeface="Tahoma" panose="020B0604030504040204" pitchFamily="34" charset="0"/>
              </a:rPr>
              <a:t> {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6600CC"/>
                </a:solidFill>
                <a:latin typeface="Tahoma" panose="020B0604030504040204" pitchFamily="34" charset="0"/>
              </a:rPr>
              <a:t>    do something 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6600CC"/>
                </a:solidFill>
                <a:latin typeface="Tahoma" panose="020B0604030504040204" pitchFamily="34" charset="0"/>
              </a:rPr>
              <a:t>    do something 2;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660066"/>
                </a:solidFill>
                <a:latin typeface="Tahoma" panose="020B0604030504040204" pitchFamily="34" charset="0"/>
              </a:rPr>
              <a:t> }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3">
            <a:extLst>
              <a:ext uri="{FF2B5EF4-FFF2-40B4-BE49-F238E27FC236}">
                <a16:creationId xmlns:a16="http://schemas.microsoft.com/office/drawing/2014/main" id="{3CEEFB0B-9484-4816-BAA7-0BBAA17A3B6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0355" name="WordArt 2" descr="Narrow vertical">
            <a:extLst>
              <a:ext uri="{FF2B5EF4-FFF2-40B4-BE49-F238E27FC236}">
                <a16:creationId xmlns:a16="http://schemas.microsoft.com/office/drawing/2014/main" id="{B56C818A-2C3F-410A-9FF5-6A1C9EDAE80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8580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Boolean Example 4</a:t>
            </a:r>
          </a:p>
        </p:txBody>
      </p:sp>
      <p:sp>
        <p:nvSpPr>
          <p:cNvPr id="100356" name="Text Box 3">
            <a:extLst>
              <a:ext uri="{FF2B5EF4-FFF2-40B4-BE49-F238E27FC236}">
                <a16:creationId xmlns:a16="http://schemas.microsoft.com/office/drawing/2014/main" id="{72116EAE-4BE8-49C7-9418-945CEC26E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905000"/>
            <a:ext cx="76962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boolean c = true;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boolean s = true;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boolean i = !(c&amp;&amp;s);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System.out.println(i);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100357" name="Text Box 4">
            <a:extLst>
              <a:ext uri="{FF2B5EF4-FFF2-40B4-BE49-F238E27FC236}">
                <a16:creationId xmlns:a16="http://schemas.microsoft.com/office/drawing/2014/main" id="{EB3333CD-9AB8-4D5A-BCA8-971A3AE5F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343400"/>
            <a:ext cx="1905000" cy="132397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false</a:t>
            </a:r>
          </a:p>
        </p:txBody>
      </p:sp>
      <p:graphicFrame>
        <p:nvGraphicFramePr>
          <p:cNvPr id="109643" name="Group 75">
            <a:extLst>
              <a:ext uri="{FF2B5EF4-FFF2-40B4-BE49-F238E27FC236}">
                <a16:creationId xmlns:a16="http://schemas.microsoft.com/office/drawing/2014/main" id="{10D6611C-34A6-4421-818F-EF78704003C1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1981200"/>
          <a:ext cx="2514600" cy="25908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Footer Placeholder 3">
            <a:extLst>
              <a:ext uri="{FF2B5EF4-FFF2-40B4-BE49-F238E27FC236}">
                <a16:creationId xmlns:a16="http://schemas.microsoft.com/office/drawing/2014/main" id="{594CBC4D-645F-48EC-9019-28139FF02CD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3427" name="WordArt 2" descr="Narrow vertical">
            <a:extLst>
              <a:ext uri="{FF2B5EF4-FFF2-40B4-BE49-F238E27FC236}">
                <a16:creationId xmlns:a16="http://schemas.microsoft.com/office/drawing/2014/main" id="{9370D80E-F4B3-40E6-BB87-91CA5F9B4CA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6858000" cy="9906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Boolean Example 5</a:t>
            </a:r>
          </a:p>
        </p:txBody>
      </p:sp>
      <p:sp>
        <p:nvSpPr>
          <p:cNvPr id="103428" name="Text Box 3">
            <a:extLst>
              <a:ext uri="{FF2B5EF4-FFF2-40B4-BE49-F238E27FC236}">
                <a16:creationId xmlns:a16="http://schemas.microsoft.com/office/drawing/2014/main" id="{B508AABA-5156-42EE-B0E6-5DD875D45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905000"/>
            <a:ext cx="76962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boolean c = false;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boolean s = true;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boolean i = !(c||s);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System.out.println(i);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103429" name="Text Box 4">
            <a:extLst>
              <a:ext uri="{FF2B5EF4-FFF2-40B4-BE49-F238E27FC236}">
                <a16:creationId xmlns:a16="http://schemas.microsoft.com/office/drawing/2014/main" id="{D8B8DD41-EAD1-4B5E-B8F7-A339706BF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343400"/>
            <a:ext cx="1905000" cy="132397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false</a:t>
            </a:r>
          </a:p>
        </p:txBody>
      </p:sp>
      <p:graphicFrame>
        <p:nvGraphicFramePr>
          <p:cNvPr id="110667" name="Group 75">
            <a:extLst>
              <a:ext uri="{FF2B5EF4-FFF2-40B4-BE49-F238E27FC236}">
                <a16:creationId xmlns:a16="http://schemas.microsoft.com/office/drawing/2014/main" id="{B730809A-E45B-4251-AAD6-736F9F93B0FB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1905000"/>
          <a:ext cx="2514600" cy="25908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Footer Placeholder 3">
            <a:extLst>
              <a:ext uri="{FF2B5EF4-FFF2-40B4-BE49-F238E27FC236}">
                <a16:creationId xmlns:a16="http://schemas.microsoft.com/office/drawing/2014/main" id="{ECCDCF63-39E0-482B-A6F6-657C9AB0E3E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7523" name="WordArt 2">
            <a:extLst>
              <a:ext uri="{FF2B5EF4-FFF2-40B4-BE49-F238E27FC236}">
                <a16:creationId xmlns:a16="http://schemas.microsoft.com/office/drawing/2014/main" id="{3F0DAE89-5647-45AA-8FA8-026CD1476D7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0" y="1295400"/>
            <a:ext cx="8229600" cy="3657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  demorganslaw.java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Footer Placeholder 3">
            <a:extLst>
              <a:ext uri="{FF2B5EF4-FFF2-40B4-BE49-F238E27FC236}">
                <a16:creationId xmlns:a16="http://schemas.microsoft.com/office/drawing/2014/main" id="{B91534E0-ACA0-4786-9249-B14D9B8A21E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9571" name="WordArt 1114" descr="Narrow vertical">
            <a:extLst>
              <a:ext uri="{FF2B5EF4-FFF2-40B4-BE49-F238E27FC236}">
                <a16:creationId xmlns:a16="http://schemas.microsoft.com/office/drawing/2014/main" id="{7D8FDFB8-651B-469A-B4DE-48F2B98AE2C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228600"/>
            <a:ext cx="6858000" cy="7620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Boolean Example 6</a:t>
            </a:r>
          </a:p>
        </p:txBody>
      </p:sp>
      <p:sp>
        <p:nvSpPr>
          <p:cNvPr id="109572" name="Text Box 1115">
            <a:extLst>
              <a:ext uri="{FF2B5EF4-FFF2-40B4-BE49-F238E27FC236}">
                <a16:creationId xmlns:a16="http://schemas.microsoft.com/office/drawing/2014/main" id="{AFD699AF-F1AC-480C-B2B1-BAA684725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143000"/>
            <a:ext cx="7113588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Which statement is represented by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truth table at right?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A.	i  = !(c&amp;&amp;s)&amp;&amp;(c||s);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B.	i  = c||s&amp;&amp;s;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C.	i  = c&amp;&amp;s;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D. 	i  != c&amp;&amp;s;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43100" name="WordArt 1116">
            <a:extLst>
              <a:ext uri="{FF2B5EF4-FFF2-40B4-BE49-F238E27FC236}">
                <a16:creationId xmlns:a16="http://schemas.microsoft.com/office/drawing/2014/main" id="{83E0E4A1-D8CC-4F19-94B5-E09D66D53E8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114800" y="4724400"/>
            <a:ext cx="1676400" cy="1295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</a:t>
            </a:r>
          </a:p>
        </p:txBody>
      </p:sp>
      <p:graphicFrame>
        <p:nvGraphicFramePr>
          <p:cNvPr id="43171" name="Group 1187">
            <a:extLst>
              <a:ext uri="{FF2B5EF4-FFF2-40B4-BE49-F238E27FC236}">
                <a16:creationId xmlns:a16="http://schemas.microsoft.com/office/drawing/2014/main" id="{B361E1C2-D4B0-4A44-A699-86C29D13382D}"/>
              </a:ext>
            </a:extLst>
          </p:cNvPr>
          <p:cNvGraphicFramePr>
            <a:graphicFrameLocks noGrp="1"/>
          </p:cNvGraphicFramePr>
          <p:nvPr/>
        </p:nvGraphicFramePr>
        <p:xfrm>
          <a:off x="6324600" y="2209800"/>
          <a:ext cx="2514600" cy="25908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Footer Placeholder 3">
            <a:extLst>
              <a:ext uri="{FF2B5EF4-FFF2-40B4-BE49-F238E27FC236}">
                <a16:creationId xmlns:a16="http://schemas.microsoft.com/office/drawing/2014/main" id="{AD05A8A0-3F71-47ED-B47D-07D1113729B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1619" name="Text Box 2051">
            <a:extLst>
              <a:ext uri="{FF2B5EF4-FFF2-40B4-BE49-F238E27FC236}">
                <a16:creationId xmlns:a16="http://schemas.microsoft.com/office/drawing/2014/main" id="{360DA2DC-B857-451D-9871-98B863FC0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143000"/>
            <a:ext cx="7113588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Which statement is represented by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truth table at right?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A.	</a:t>
            </a:r>
            <a:r>
              <a:rPr lang="en-US" altLang="en-US" sz="2800" dirty="0" err="1">
                <a:latin typeface="Tahoma" panose="020B0604030504040204" pitchFamily="34" charset="0"/>
              </a:rPr>
              <a:t>i</a:t>
            </a:r>
            <a:r>
              <a:rPr lang="en-US" altLang="en-US" sz="2800" dirty="0">
                <a:latin typeface="Tahoma" panose="020B0604030504040204" pitchFamily="34" charset="0"/>
              </a:rPr>
              <a:t>  = !(c&amp;&amp;s) &amp;&amp; c||s;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B.	</a:t>
            </a:r>
            <a:r>
              <a:rPr lang="en-US" altLang="en-US" sz="2800" dirty="0" err="1">
                <a:latin typeface="Tahoma" panose="020B0604030504040204" pitchFamily="34" charset="0"/>
              </a:rPr>
              <a:t>i</a:t>
            </a:r>
            <a:r>
              <a:rPr lang="en-US" altLang="en-US" sz="2800" dirty="0">
                <a:latin typeface="Tahoma" panose="020B0604030504040204" pitchFamily="34" charset="0"/>
              </a:rPr>
              <a:t>  = c || s &amp;&amp; 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C.	</a:t>
            </a:r>
            <a:r>
              <a:rPr lang="en-US" altLang="en-US" sz="2800" dirty="0" err="1">
                <a:latin typeface="Tahoma" panose="020B0604030504040204" pitchFamily="34" charset="0"/>
              </a:rPr>
              <a:t>i</a:t>
            </a:r>
            <a:r>
              <a:rPr lang="en-US" altLang="en-US" sz="2800" dirty="0">
                <a:latin typeface="Tahoma" panose="020B0604030504040204" pitchFamily="34" charset="0"/>
              </a:rPr>
              <a:t>  = c &amp;&amp; s;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D. 	</a:t>
            </a:r>
            <a:r>
              <a:rPr lang="en-US" altLang="en-US" sz="2800" dirty="0" err="1">
                <a:latin typeface="Tahoma" panose="020B0604030504040204" pitchFamily="34" charset="0"/>
              </a:rPr>
              <a:t>i</a:t>
            </a:r>
            <a:r>
              <a:rPr lang="en-US" altLang="en-US" sz="2800" dirty="0">
                <a:latin typeface="Tahoma" panose="020B0604030504040204" pitchFamily="34" charset="0"/>
              </a:rPr>
              <a:t>  = !(c&amp;&amp;s) &amp;&amp; (c||s);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</p:txBody>
      </p:sp>
      <p:sp>
        <p:nvSpPr>
          <p:cNvPr id="46085" name="WordArt 2053">
            <a:extLst>
              <a:ext uri="{FF2B5EF4-FFF2-40B4-BE49-F238E27FC236}">
                <a16:creationId xmlns:a16="http://schemas.microsoft.com/office/drawing/2014/main" id="{E187DAFD-18A7-40B2-880B-0A5008B151C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495800" y="4800600"/>
            <a:ext cx="1524000" cy="1295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</a:t>
            </a:r>
          </a:p>
        </p:txBody>
      </p:sp>
      <p:sp>
        <p:nvSpPr>
          <p:cNvPr id="111621" name="WordArt 2054" descr="Narrow vertical">
            <a:extLst>
              <a:ext uri="{FF2B5EF4-FFF2-40B4-BE49-F238E27FC236}">
                <a16:creationId xmlns:a16="http://schemas.microsoft.com/office/drawing/2014/main" id="{6C16DC34-03CB-4ACB-BCD9-431895A7D04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152400"/>
            <a:ext cx="6858000" cy="7620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Boolean Example 7</a:t>
            </a:r>
          </a:p>
        </p:txBody>
      </p:sp>
      <p:graphicFrame>
        <p:nvGraphicFramePr>
          <p:cNvPr id="46158" name="Group 2126">
            <a:extLst>
              <a:ext uri="{FF2B5EF4-FFF2-40B4-BE49-F238E27FC236}">
                <a16:creationId xmlns:a16="http://schemas.microsoft.com/office/drawing/2014/main" id="{6C6DEFB1-23A9-401B-A32A-F98E77CAA2A6}"/>
              </a:ext>
            </a:extLst>
          </p:cNvPr>
          <p:cNvGraphicFramePr>
            <a:graphicFrameLocks noGrp="1"/>
          </p:cNvGraphicFramePr>
          <p:nvPr/>
        </p:nvGraphicFramePr>
        <p:xfrm>
          <a:off x="6324600" y="2209800"/>
          <a:ext cx="2514600" cy="25908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Picture 4">
            <a:extLst>
              <a:ext uri="{FF2B5EF4-FFF2-40B4-BE49-F238E27FC236}">
                <a16:creationId xmlns:a16="http://schemas.microsoft.com/office/drawing/2014/main" id="{54238A86-8AAD-4FF6-9860-689533933129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0"/>
            <a:ext cx="8915400" cy="6680200"/>
          </a:xfr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8" name="Picture 4">
            <a:extLst>
              <a:ext uri="{FF2B5EF4-FFF2-40B4-BE49-F238E27FC236}">
                <a16:creationId xmlns:a16="http://schemas.microsoft.com/office/drawing/2014/main" id="{F86CECE1-BC1B-48E1-A768-499ABB483B44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66675"/>
            <a:ext cx="8915400" cy="6562725"/>
          </a:xfr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04E1-5E43-4834-B12E-81C2C461C3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112642" name="WordArt 2">
            <a:extLst>
              <a:ext uri="{FF2B5EF4-FFF2-40B4-BE49-F238E27FC236}">
                <a16:creationId xmlns:a16="http://schemas.microsoft.com/office/drawing/2014/main" id="{8DCF06B4-AA95-45F6-8305-863089CAE92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685800"/>
            <a:ext cx="6934200" cy="487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Random</a:t>
            </a:r>
          </a:p>
          <a:p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Numbers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D774F006-A440-4E78-901D-604907E580E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113666" name="WordArt 2">
            <a:extLst>
              <a:ext uri="{FF2B5EF4-FFF2-40B4-BE49-F238E27FC236}">
                <a16:creationId xmlns:a16="http://schemas.microsoft.com/office/drawing/2014/main" id="{66B16505-328A-4D52-A187-EC7190F397C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70866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Math.random()</a:t>
            </a:r>
          </a:p>
        </p:txBody>
      </p:sp>
      <p:sp>
        <p:nvSpPr>
          <p:cNvPr id="113667" name="Text Box 3">
            <a:extLst>
              <a:ext uri="{FF2B5EF4-FFF2-40B4-BE49-F238E27FC236}">
                <a16:creationId xmlns:a16="http://schemas.microsoft.com/office/drawing/2014/main" id="{258F214A-5BE3-4162-9B27-DFE22C48D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447800"/>
            <a:ext cx="723900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/>
              <a:t>double decOne;</a:t>
            </a:r>
          </a:p>
          <a:p>
            <a:pPr algn="l"/>
            <a:r>
              <a:rPr lang="en-US" altLang="en-US"/>
              <a:t>decOne = Math.random() * 10;</a:t>
            </a:r>
          </a:p>
          <a:p>
            <a:pPr algn="l"/>
            <a:r>
              <a:rPr lang="en-US" altLang="en-US"/>
              <a:t>int intOne;</a:t>
            </a:r>
          </a:p>
          <a:p>
            <a:pPr algn="l"/>
            <a:r>
              <a:rPr lang="en-US" altLang="en-US"/>
              <a:t>intOne = (int)(Math.random() * 10);</a:t>
            </a:r>
          </a:p>
          <a:p>
            <a:pPr algn="l"/>
            <a:endParaRPr lang="en-US" altLang="en-US"/>
          </a:p>
          <a:p>
            <a:pPr algn="l"/>
            <a:r>
              <a:rPr lang="en-US" altLang="en-US"/>
              <a:t>System.out.println(decOne);</a:t>
            </a:r>
          </a:p>
          <a:p>
            <a:pPr algn="l"/>
            <a:r>
              <a:rPr lang="en-US" altLang="en-US"/>
              <a:t>System.out.println(intOne);   	</a:t>
            </a:r>
          </a:p>
        </p:txBody>
      </p:sp>
      <p:sp>
        <p:nvSpPr>
          <p:cNvPr id="113668" name="Text Box 4">
            <a:extLst>
              <a:ext uri="{FF2B5EF4-FFF2-40B4-BE49-F238E27FC236}">
                <a16:creationId xmlns:a16="http://schemas.microsoft.com/office/drawing/2014/main" id="{F717BD2A-7E57-4D83-9055-9FF5450AC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724400"/>
            <a:ext cx="3810000" cy="144621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sz="3200" u="sng">
                <a:solidFill>
                  <a:srgbClr val="FF0000"/>
                </a:solidFill>
              </a:rPr>
              <a:t>OUTPUT</a:t>
            </a:r>
          </a:p>
          <a:p>
            <a:pPr algn="l"/>
            <a:r>
              <a:rPr lang="en-US" altLang="en-US"/>
              <a:t>8.44193167660682</a:t>
            </a:r>
          </a:p>
          <a:p>
            <a:pPr algn="l"/>
            <a:r>
              <a:rPr lang="en-US" altLang="en-US"/>
              <a:t>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B26B8757-CAD2-4E16-8F40-510DB91A65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8405475C-C7CB-4ECF-BEBC-F26E5A22D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2963863"/>
            <a:ext cx="6765925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/>
            <a:r>
              <a:rPr lang="en-US" altLang="en-US" sz="3200"/>
              <a:t>Random </a:t>
            </a:r>
            <a:r>
              <a:rPr lang="en-US" altLang="en-US" sz="3200">
                <a:solidFill>
                  <a:srgbClr val="FF3300"/>
                </a:solidFill>
              </a:rPr>
              <a:t>rand</a:t>
            </a:r>
            <a:r>
              <a:rPr lang="en-US" altLang="en-US" sz="3200"/>
              <a:t> = </a:t>
            </a:r>
            <a:r>
              <a:rPr lang="en-US" altLang="en-US" sz="3200">
                <a:solidFill>
                  <a:srgbClr val="0000FF"/>
                </a:solidFill>
              </a:rPr>
              <a:t>new Random()</a:t>
            </a:r>
            <a:r>
              <a:rPr lang="en-US" altLang="en-US" sz="3200"/>
              <a:t>; </a:t>
            </a:r>
          </a:p>
        </p:txBody>
      </p:sp>
      <p:sp>
        <p:nvSpPr>
          <p:cNvPr id="115715" name="Text Box 3">
            <a:extLst>
              <a:ext uri="{FF2B5EF4-FFF2-40B4-BE49-F238E27FC236}">
                <a16:creationId xmlns:a16="http://schemas.microsoft.com/office/drawing/2014/main" id="{3904CB3F-451D-47D1-9F01-22425CD5D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2925" y="209550"/>
            <a:ext cx="18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altLang="en-US"/>
          </a:p>
        </p:txBody>
      </p:sp>
      <p:sp>
        <p:nvSpPr>
          <p:cNvPr id="115716" name="WordArt 4">
            <a:extLst>
              <a:ext uri="{FF2B5EF4-FFF2-40B4-BE49-F238E27FC236}">
                <a16:creationId xmlns:a16="http://schemas.microsoft.com/office/drawing/2014/main" id="{5AED9CBE-D1F0-4BDF-A525-AC5E34E9771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533400"/>
            <a:ext cx="75438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Random Instantiation</a:t>
            </a:r>
          </a:p>
        </p:txBody>
      </p:sp>
      <p:sp>
        <p:nvSpPr>
          <p:cNvPr id="115717" name="Line 5">
            <a:extLst>
              <a:ext uri="{FF2B5EF4-FFF2-40B4-BE49-F238E27FC236}">
                <a16:creationId xmlns:a16="http://schemas.microsoft.com/office/drawing/2014/main" id="{23462AD7-664E-42F9-83D6-CD472B3880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20875" y="2354263"/>
            <a:ext cx="1295400" cy="6858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718" name="Text Box 6">
            <a:extLst>
              <a:ext uri="{FF2B5EF4-FFF2-40B4-BE49-F238E27FC236}">
                <a16:creationId xmlns:a16="http://schemas.microsoft.com/office/drawing/2014/main" id="{138D5C42-06DF-450F-A4FA-106029E05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828800"/>
            <a:ext cx="38909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3200">
                <a:solidFill>
                  <a:srgbClr val="FF3300"/>
                </a:solidFill>
              </a:rPr>
              <a:t>reference variable</a:t>
            </a:r>
          </a:p>
        </p:txBody>
      </p:sp>
      <p:sp>
        <p:nvSpPr>
          <p:cNvPr id="115719" name="Line 7">
            <a:extLst>
              <a:ext uri="{FF2B5EF4-FFF2-40B4-BE49-F238E27FC236}">
                <a16:creationId xmlns:a16="http://schemas.microsoft.com/office/drawing/2014/main" id="{03B9B89D-ED32-40A9-8DFE-26B64006FB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3505200"/>
            <a:ext cx="533400" cy="83820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720" name="Text Box 8">
            <a:extLst>
              <a:ext uri="{FF2B5EF4-FFF2-40B4-BE49-F238E27FC236}">
                <a16:creationId xmlns:a16="http://schemas.microsoft.com/office/drawing/2014/main" id="{A9636AEC-27C3-49CB-9F61-EFC27A0AB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343400"/>
            <a:ext cx="41814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3200">
                <a:solidFill>
                  <a:srgbClr val="0000FF"/>
                </a:solidFill>
              </a:rPr>
              <a:t>object instantiation</a:t>
            </a:r>
          </a:p>
        </p:txBody>
      </p:sp>
      <p:sp>
        <p:nvSpPr>
          <p:cNvPr id="115721" name="Rectangle 9">
            <a:extLst>
              <a:ext uri="{FF2B5EF4-FFF2-40B4-BE49-F238E27FC236}">
                <a16:creationId xmlns:a16="http://schemas.microsoft.com/office/drawing/2014/main" id="{C0AA0895-7762-42DC-B7ED-EB18A2BAE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410200"/>
            <a:ext cx="7583488" cy="531813"/>
          </a:xfrm>
          <a:prstGeom prst="rect">
            <a:avLst/>
          </a:prstGeom>
          <a:noFill/>
          <a:ln w="12700">
            <a:solidFill>
              <a:srgbClr val="008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>
                <a:solidFill>
                  <a:srgbClr val="009900"/>
                </a:solidFill>
              </a:rPr>
              <a:t>Always make Random vars instance vars!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2EEFEA9E-3B4D-4FE3-9BD1-4D48BB8A5F3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graphicFrame>
        <p:nvGraphicFramePr>
          <p:cNvPr id="120875" name="Group 43">
            <a:extLst>
              <a:ext uri="{FF2B5EF4-FFF2-40B4-BE49-F238E27FC236}">
                <a16:creationId xmlns:a16="http://schemas.microsoft.com/office/drawing/2014/main" id="{BAFF1B17-08BA-4BCC-BC45-2778ED5E2531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914400"/>
          <a:ext cx="8077200" cy="3379789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344500821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36904127"/>
                    </a:ext>
                  </a:extLst>
                </a:gridCol>
              </a:tblGrid>
              <a:tr h="1412875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ahoma" panose="020B0604030504040204" pitchFamily="34" charset="0"/>
                        </a:rPr>
                        <a:t>Random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ahoma" panose="020B0604030504040204" pitchFamily="34" charset="0"/>
                        </a:rPr>
                        <a:t>frequently used methods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48889"/>
                  </a:ext>
                </a:extLst>
              </a:tr>
              <a:tr h="6556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0099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F4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0099"/>
                          </a:solidFill>
                          <a:effectLst/>
                          <a:latin typeface="Tahoma" panose="020B0604030504040204" pitchFamily="34" charset="0"/>
                        </a:rPr>
                        <a:t>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F4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584422"/>
                  </a:ext>
                </a:extLst>
              </a:tr>
              <a:tr h="4492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nextInt(x)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returns a random int 0 to x(exclusive)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161286"/>
                  </a:ext>
                </a:extLst>
              </a:tr>
              <a:tr h="4302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nextInt()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returns a random int MIN to MAX(exclusive)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370671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nextDouble()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</a:rPr>
                        <a:t>returns a random int 0.0 to 1.0(exclusive)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262818"/>
                  </a:ext>
                </a:extLst>
              </a:tr>
            </a:tbl>
          </a:graphicData>
        </a:graphic>
      </p:graphicFrame>
      <p:sp>
        <p:nvSpPr>
          <p:cNvPr id="120868" name="Text Box 36">
            <a:extLst>
              <a:ext uri="{FF2B5EF4-FFF2-40B4-BE49-F238E27FC236}">
                <a16:creationId xmlns:a16="http://schemas.microsoft.com/office/drawing/2014/main" id="{F9E07467-1C38-47F4-A985-0E4604AB4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029200"/>
            <a:ext cx="51054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>
                <a:solidFill>
                  <a:schemeClr val="accent2"/>
                </a:solidFill>
              </a:rPr>
              <a:t>import  java.util.Random;</a:t>
            </a:r>
            <a:endParaRPr lang="en-US" altLang="en-US" sz="32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3F4367E-679B-4C3D-B6A6-9D91B644D7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114690" name="WordArt 2">
            <a:extLst>
              <a:ext uri="{FF2B5EF4-FFF2-40B4-BE49-F238E27FC236}">
                <a16:creationId xmlns:a16="http://schemas.microsoft.com/office/drawing/2014/main" id="{84DFD642-2552-40D4-BB8B-392AC10A0AC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381000"/>
            <a:ext cx="70866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Random</a:t>
            </a:r>
          </a:p>
        </p:txBody>
      </p:sp>
      <p:sp>
        <p:nvSpPr>
          <p:cNvPr id="114691" name="Text Box 3">
            <a:extLst>
              <a:ext uri="{FF2B5EF4-FFF2-40B4-BE49-F238E27FC236}">
                <a16:creationId xmlns:a16="http://schemas.microsoft.com/office/drawing/2014/main" id="{3E06C463-E781-4EB4-AF13-AACEE1614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71600"/>
            <a:ext cx="845820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/>
              <a:t>Random rand = new Random();</a:t>
            </a:r>
          </a:p>
          <a:p>
            <a:pPr algn="l"/>
            <a:r>
              <a:rPr lang="en-US" altLang="en-US"/>
              <a:t>int intOne = rand.nextInt(10);		</a:t>
            </a:r>
            <a:r>
              <a:rPr lang="en-US" altLang="en-US">
                <a:solidFill>
                  <a:srgbClr val="009900"/>
                </a:solidFill>
              </a:rPr>
              <a:t>//0-9</a:t>
            </a:r>
          </a:p>
          <a:p>
            <a:pPr algn="l"/>
            <a:r>
              <a:rPr lang="en-US" altLang="en-US"/>
              <a:t>System.out.println(intOne);</a:t>
            </a:r>
          </a:p>
          <a:p>
            <a:pPr algn="l"/>
            <a:r>
              <a:rPr lang="en-US" altLang="en-US"/>
              <a:t>intOne = rand.nextInt(50)+1;		</a:t>
            </a:r>
            <a:r>
              <a:rPr lang="en-US" altLang="en-US">
                <a:solidFill>
                  <a:srgbClr val="009900"/>
                </a:solidFill>
              </a:rPr>
              <a:t>//1-50</a:t>
            </a:r>
          </a:p>
          <a:p>
            <a:pPr algn="l"/>
            <a:r>
              <a:rPr lang="en-US" altLang="en-US"/>
              <a:t>System.out.println(intOne);</a:t>
            </a:r>
          </a:p>
          <a:p>
            <a:pPr algn="l"/>
            <a:r>
              <a:rPr lang="en-US" altLang="en-US"/>
              <a:t>intOne = rand.nextInt(20)+20;	</a:t>
            </a:r>
            <a:r>
              <a:rPr lang="en-US" altLang="en-US">
                <a:solidFill>
                  <a:srgbClr val="009900"/>
                </a:solidFill>
              </a:rPr>
              <a:t>//20-39</a:t>
            </a:r>
          </a:p>
          <a:p>
            <a:pPr algn="l"/>
            <a:r>
              <a:rPr lang="en-US" altLang="en-US"/>
              <a:t>System.out.println(intOne);	</a:t>
            </a:r>
          </a:p>
        </p:txBody>
      </p:sp>
      <p:sp>
        <p:nvSpPr>
          <p:cNvPr id="114692" name="Text Box 4">
            <a:extLst>
              <a:ext uri="{FF2B5EF4-FFF2-40B4-BE49-F238E27FC236}">
                <a16:creationId xmlns:a16="http://schemas.microsoft.com/office/drawing/2014/main" id="{91182655-F6FD-4778-A77D-2FA830C00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4343400"/>
            <a:ext cx="1905000" cy="20542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sz="3200" u="sng">
                <a:solidFill>
                  <a:srgbClr val="FF0000"/>
                </a:solidFill>
              </a:rPr>
              <a:t>OUTPUT</a:t>
            </a:r>
            <a:r>
              <a:rPr lang="en-US" altLang="en-US" sz="3200"/>
              <a:t>7</a:t>
            </a:r>
            <a:br>
              <a:rPr lang="en-US" altLang="en-US" sz="3200"/>
            </a:br>
            <a:r>
              <a:rPr lang="en-US" altLang="en-US" sz="3200"/>
              <a:t>29</a:t>
            </a:r>
            <a:br>
              <a:rPr lang="en-US" altLang="en-US" sz="3200"/>
            </a:br>
            <a:r>
              <a:rPr lang="en-US" altLang="en-US" sz="3200"/>
              <a:t>37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34C35-D81B-42ED-A7BB-9A339C24D7C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altLang="en-US" b="0"/>
          </a:p>
          <a:p>
            <a:endParaRPr lang="en-US" altLang="en-US"/>
          </a:p>
          <a:p>
            <a:r>
              <a:rPr lang="en-US" altLang="en-US"/>
              <a:t>© A+ Computer Science  -  www.apluscompsci.com</a:t>
            </a:r>
          </a:p>
        </p:txBody>
      </p:sp>
      <p:sp>
        <p:nvSpPr>
          <p:cNvPr id="117762" name="WordArt 2">
            <a:extLst>
              <a:ext uri="{FF2B5EF4-FFF2-40B4-BE49-F238E27FC236}">
                <a16:creationId xmlns:a16="http://schemas.microsoft.com/office/drawing/2014/main" id="{2DACA80E-83C6-43BD-8948-E665D78298B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0" y="1295400"/>
            <a:ext cx="8229600" cy="3657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</a:t>
            </a:r>
          </a:p>
          <a:p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  randomone.java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Footer Placeholder 3">
            <a:extLst>
              <a:ext uri="{FF2B5EF4-FFF2-40B4-BE49-F238E27FC236}">
                <a16:creationId xmlns:a16="http://schemas.microsoft.com/office/drawing/2014/main" id="{EFBC32B9-4C2D-4823-8F54-77706DC5627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53603" name="WordArt 2">
            <a:extLst>
              <a:ext uri="{FF2B5EF4-FFF2-40B4-BE49-F238E27FC236}">
                <a16:creationId xmlns:a16="http://schemas.microsoft.com/office/drawing/2014/main" id="{F5C1B6C6-3240-49F7-B367-1A0C7226DCC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1295400"/>
            <a:ext cx="6934200" cy="3657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333399"/>
                  </a:solidFill>
                  <a:round/>
                  <a:headEnd type="none" w="sm" len="sm"/>
                  <a:tailEnd type="none" w="sm" len="sm"/>
                </a:ln>
                <a:solidFill>
                  <a:srgbClr val="00FF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Continue work</a:t>
            </a:r>
          </a:p>
          <a:p>
            <a:pPr algn="ctr"/>
            <a:r>
              <a:rPr lang="en-US" sz="3600" kern="10">
                <a:ln w="9525">
                  <a:solidFill>
                    <a:srgbClr val="333399"/>
                  </a:solidFill>
                  <a:round/>
                  <a:headEnd type="none" w="sm" len="sm"/>
                  <a:tailEnd type="none" w="sm" len="sm"/>
                </a:ln>
                <a:solidFill>
                  <a:srgbClr val="00FF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on Lab 10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9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64&quot;/&gt;&lt;/object&gt;&lt;object type=&quot;3&quot; unique_id=&quot;10004&quot;&gt;&lt;property id=&quot;20148&quot; value=&quot;5&quot;/&gt;&lt;property id=&quot;20300&quot; value=&quot;Slide 2&quot;/&gt;&lt;property id=&quot;20307&quot; value=&quot;346&quot;/&gt;&lt;/object&gt;&lt;object type=&quot;3&quot; unique_id=&quot;10005&quot;&gt;&lt;property id=&quot;20148&quot; value=&quot;5&quot;/&gt;&lt;property id=&quot;20300&quot; value=&quot;Slide 3&quot;/&gt;&lt;property id=&quot;20307&quot; value=&quot;347&quot;/&gt;&lt;/object&gt;&lt;object type=&quot;3&quot; unique_id=&quot;10006&quot;&gt;&lt;property id=&quot;20148&quot; value=&quot;5&quot;/&gt;&lt;property id=&quot;20300&quot; value=&quot;Slide 4&quot;/&gt;&lt;property id=&quot;20307&quot; value=&quot;348&quot;/&gt;&lt;/object&gt;&lt;object type=&quot;3&quot; unique_id=&quot;10007&quot;&gt;&lt;property id=&quot;20148&quot; value=&quot;5&quot;/&gt;&lt;property id=&quot;20300&quot; value=&quot;Slide 5&quot;/&gt;&lt;property id=&quot;20307&quot; value=&quot;361&quot;/&gt;&lt;/object&gt;&lt;object type=&quot;3&quot; unique_id=&quot;10008&quot;&gt;&lt;property id=&quot;20148&quot; value=&quot;5&quot;/&gt;&lt;property id=&quot;20300&quot; value=&quot;Slide 6&quot;/&gt;&lt;property id=&quot;20307&quot; value=&quot;362&quot;/&gt;&lt;/object&gt;&lt;object type=&quot;3&quot; unique_id=&quot;10009&quot;&gt;&lt;property id=&quot;20148&quot; value=&quot;5&quot;/&gt;&lt;property id=&quot;20300&quot; value=&quot;Slide 7&quot;/&gt;&lt;property id=&quot;20307&quot; value=&quot;349&quot;/&gt;&lt;/object&gt;&lt;object type=&quot;3&quot; unique_id=&quot;10010&quot;&gt;&lt;property id=&quot;20148&quot; value=&quot;5&quot;/&gt;&lt;property id=&quot;20300&quot; value=&quot;Slide 8&quot;/&gt;&lt;property id=&quot;20307&quot; value=&quot;350&quot;/&gt;&lt;/object&gt;&lt;object type=&quot;3&quot; unique_id=&quot;10011&quot;&gt;&lt;property id=&quot;20148&quot; value=&quot;5&quot;/&gt;&lt;property id=&quot;20300&quot; value=&quot;Slide 9&quot;/&gt;&lt;property id=&quot;20307&quot; value=&quot;351&quot;/&gt;&lt;/object&gt;&lt;object type=&quot;3&quot; unique_id=&quot;10012&quot;&gt;&lt;property id=&quot;20148&quot; value=&quot;5&quot;/&gt;&lt;property id=&quot;20300&quot; value=&quot;Slide 10&quot;/&gt;&lt;property id=&quot;20307&quot; value=&quot;352&quot;/&gt;&lt;/object&gt;&lt;object type=&quot;3&quot; unique_id=&quot;10013&quot;&gt;&lt;property id=&quot;20148&quot; value=&quot;5&quot;/&gt;&lt;property id=&quot;20300&quot; value=&quot;Slide 11&quot;/&gt;&lt;property id=&quot;20307&quot; value=&quot;353&quot;/&gt;&lt;/object&gt;&lt;object type=&quot;3&quot; unique_id=&quot;10014&quot;&gt;&lt;property id=&quot;20148&quot; value=&quot;5&quot;/&gt;&lt;property id=&quot;20300&quot; value=&quot;Slide 12&quot;/&gt;&lt;property id=&quot;20307&quot; value=&quot;354&quot;/&gt;&lt;/object&gt;&lt;object type=&quot;3&quot; unique_id=&quot;10015&quot;&gt;&lt;property id=&quot;20148&quot; value=&quot;5&quot;/&gt;&lt;property id=&quot;20300&quot; value=&quot;Slide 13&quot;/&gt;&lt;property id=&quot;20307&quot; value=&quot;355&quot;/&gt;&lt;/object&gt;&lt;object type=&quot;3&quot; unique_id=&quot;10016&quot;&gt;&lt;property id=&quot;20148&quot; value=&quot;5&quot;/&gt;&lt;property id=&quot;20300&quot; value=&quot;Slide 14&quot;/&gt;&lt;property id=&quot;20307&quot; value=&quot;356&quot;/&gt;&lt;/object&gt;&lt;object type=&quot;3&quot; unique_id=&quot;10017&quot;&gt;&lt;property id=&quot;20148&quot; value=&quot;5&quot;/&gt;&lt;property id=&quot;20300&quot; value=&quot;Slide 15&quot;/&gt;&lt;property id=&quot;20307&quot; value=&quot;357&quot;/&gt;&lt;/object&gt;&lt;object type=&quot;3&quot; unique_id=&quot;10018&quot;&gt;&lt;property id=&quot;20148&quot; value=&quot;5&quot;/&gt;&lt;property id=&quot;20300&quot; value=&quot;Slide 16&quot;/&gt;&lt;property id=&quot;20307&quot; value=&quot;364&quot;/&gt;&lt;/object&gt;&lt;object type=&quot;3&quot; unique_id=&quot;10019&quot;&gt;&lt;property id=&quot;20148&quot; value=&quot;5&quot;/&gt;&lt;property id=&quot;20300&quot; value=&quot;Slide 17&quot;/&gt;&lt;property id=&quot;20307&quot; value=&quot;365&quot;/&gt;&lt;/object&gt;&lt;object type=&quot;3&quot; unique_id=&quot;10020&quot;&gt;&lt;property id=&quot;20148&quot; value=&quot;5&quot;/&gt;&lt;property id=&quot;20300&quot; value=&quot;Slide 18&quot;/&gt;&lt;property id=&quot;20307&quot; value=&quot;366&quot;/&gt;&lt;/object&gt;&lt;object type=&quot;3&quot; unique_id=&quot;10021&quot;&gt;&lt;property id=&quot;20148&quot; value=&quot;5&quot;/&gt;&lt;property id=&quot;20300&quot; value=&quot;Slide 19&quot;/&gt;&lt;property id=&quot;20307&quot; value=&quot;303&quot;/&gt;&lt;/object&gt;&lt;object type=&quot;3&quot; unique_id=&quot;10022&quot;&gt;&lt;property id=&quot;20148&quot; value=&quot;5&quot;/&gt;&lt;property id=&quot;20300&quot; value=&quot;Slide 20&quot;/&gt;&lt;property id=&quot;20307&quot; value=&quot;273&quot;/&gt;&lt;/object&gt;&lt;object type=&quot;3&quot; unique_id=&quot;10023&quot;&gt;&lt;property id=&quot;20148&quot; value=&quot;5&quot;/&gt;&lt;property id=&quot;20300&quot; value=&quot;Slide 21&quot;/&gt;&lt;property id=&quot;20307&quot; value=&quot;278&quot;/&gt;&lt;/object&gt;&lt;object type=&quot;3&quot; unique_id=&quot;10024&quot;&gt;&lt;property id=&quot;20148&quot; value=&quot;5&quot;/&gt;&lt;property id=&quot;20300&quot; value=&quot;Slide 22&quot;/&gt;&lt;property id=&quot;20307&quot; value=&quot;312&quot;/&gt;&lt;/object&gt;&lt;object type=&quot;3&quot; unique_id=&quot;10025&quot;&gt;&lt;property id=&quot;20148&quot; value=&quot;5&quot;/&gt;&lt;property id=&quot;20300&quot; value=&quot;Slide 23&quot;/&gt;&lt;property id=&quot;20307&quot; value=&quot;305&quot;/&gt;&lt;/object&gt;&lt;object type=&quot;3&quot; unique_id=&quot;10026&quot;&gt;&lt;property id=&quot;20148&quot; value=&quot;5&quot;/&gt;&lt;property id=&quot;20300&quot; value=&quot;Slide 24&quot;/&gt;&lt;property id=&quot;20307&quot; value=&quot;304&quot;/&gt;&lt;/object&gt;&lt;object type=&quot;3&quot; unique_id=&quot;10027&quot;&gt;&lt;property id=&quot;20148&quot; value=&quot;5&quot;/&gt;&lt;property id=&quot;20300&quot; value=&quot;Slide 25&quot;/&gt;&lt;property id=&quot;20307&quot; value=&quot;307&quot;/&gt;&lt;/object&gt;&lt;object type=&quot;3&quot; unique_id=&quot;10028&quot;&gt;&lt;property id=&quot;20148&quot; value=&quot;5&quot;/&gt;&lt;property id=&quot;20300&quot; value=&quot;Slide 26&quot;/&gt;&lt;property id=&quot;20307&quot; value=&quot;306&quot;/&gt;&lt;/object&gt;&lt;object type=&quot;3&quot; unique_id=&quot;10029&quot;&gt;&lt;property id=&quot;20148&quot; value=&quot;5&quot;/&gt;&lt;property id=&quot;20300&quot; value=&quot;Slide 27&quot;/&gt;&lt;property id=&quot;20307&quot; value=&quot;344&quot;/&gt;&lt;/object&gt;&lt;object type=&quot;3&quot; unique_id=&quot;10030&quot;&gt;&lt;property id=&quot;20148&quot; value=&quot;5&quot;/&gt;&lt;property id=&quot;20300&quot; value=&quot;Slide 28&quot;/&gt;&lt;property id=&quot;20307&quot; value=&quot;309&quot;/&gt;&lt;/object&gt;&lt;object type=&quot;3&quot; unique_id=&quot;10031&quot;&gt;&lt;property id=&quot;20148&quot; value=&quot;5&quot;/&gt;&lt;property id=&quot;20300&quot; value=&quot;Slide 29&quot;/&gt;&lt;property id=&quot;20307&quot; value=&quot;308&quot;/&gt;&lt;/object&gt;&lt;object type=&quot;3&quot; unique_id=&quot;10032&quot;&gt;&lt;property id=&quot;20148&quot; value=&quot;5&quot;/&gt;&lt;property id=&quot;20300&quot; value=&quot;Slide 30&quot;/&gt;&lt;property id=&quot;20307&quot; value=&quot;311&quot;/&gt;&lt;/object&gt;&lt;object type=&quot;3&quot; unique_id=&quot;10033&quot;&gt;&lt;property id=&quot;20148&quot; value=&quot;5&quot;/&gt;&lt;property id=&quot;20300&quot; value=&quot;Slide 31&quot;/&gt;&lt;property id=&quot;20307&quot; value=&quot;310&quot;/&gt;&lt;/object&gt;&lt;object type=&quot;3&quot; unique_id=&quot;10035&quot;&gt;&lt;property id=&quot;20148&quot; value=&quot;5&quot;/&gt;&lt;property id=&quot;20300&quot; value=&quot;Slide 33&quot;/&gt;&lt;property id=&quot;20307&quot; value=&quot;343&quot;/&gt;&lt;/object&gt;&lt;object type=&quot;3&quot; unique_id=&quot;10036&quot;&gt;&lt;property id=&quot;20148&quot; value=&quot;5&quot;/&gt;&lt;property id=&quot;20300&quot; value=&quot;Slide 34&quot;/&gt;&lt;property id=&quot;20307&quot; value=&quot;294&quot;/&gt;&lt;/object&gt;&lt;object type=&quot;3&quot; unique_id=&quot;10037&quot;&gt;&lt;property id=&quot;20148&quot; value=&quot;5&quot;/&gt;&lt;property id=&quot;20300&quot; value=&quot;Slide 35&quot;/&gt;&lt;property id=&quot;20307&quot; value=&quot;313&quot;/&gt;&lt;/object&gt;&lt;object type=&quot;3&quot; unique_id=&quot;10038&quot;&gt;&lt;property id=&quot;20148&quot; value=&quot;5&quot;/&gt;&lt;property id=&quot;20300&quot; value=&quot;Slide 42&quot;/&gt;&lt;property id=&quot;20307&quot; value=&quot;258&quot;/&gt;&lt;/object&gt;&lt;object type=&quot;3&quot; unique_id=&quot;10039&quot;&gt;&lt;property id=&quot;20148&quot; value=&quot;5&quot;/&gt;&lt;property id=&quot;20300&quot; value=&quot;Slide 43&quot;/&gt;&lt;property id=&quot;20307&quot; value=&quot;317&quot;/&gt;&lt;/object&gt;&lt;object type=&quot;3&quot; unique_id=&quot;10040&quot;&gt;&lt;property id=&quot;20148&quot; value=&quot;5&quot;/&gt;&lt;property id=&quot;20300&quot; value=&quot;Slide 44&quot;/&gt;&lt;property id=&quot;20307&quot; value=&quot;323&quot;/&gt;&lt;/object&gt;&lt;object type=&quot;3&quot; unique_id=&quot;10041&quot;&gt;&lt;property id=&quot;20148&quot; value=&quot;5&quot;/&gt;&lt;property id=&quot;20300&quot; value=&quot;Slide 45&quot;/&gt;&lt;property id=&quot;20307&quot; value=&quot;322&quot;/&gt;&lt;/object&gt;&lt;object type=&quot;3&quot; unique_id=&quot;10042&quot;&gt;&lt;property id=&quot;20148&quot; value=&quot;5&quot;/&gt;&lt;property id=&quot;20300&quot; value=&quot;Slide 36&quot;/&gt;&lt;property id=&quot;20307&quot; value=&quot;319&quot;/&gt;&lt;/object&gt;&lt;object type=&quot;3&quot; unique_id=&quot;10043&quot;&gt;&lt;property id=&quot;20148&quot; value=&quot;5&quot;/&gt;&lt;property id=&quot;20300&quot; value=&quot;Slide 38&quot;/&gt;&lt;property id=&quot;20307&quot; value=&quot;379&quot;/&gt;&lt;/object&gt;&lt;object type=&quot;3&quot; unique_id=&quot;10044&quot;&gt;&lt;property id=&quot;20148&quot; value=&quot;5&quot;/&gt;&lt;property id=&quot;20300&quot; value=&quot;Slide 39&quot;/&gt;&lt;property id=&quot;20307&quot; value=&quot;320&quot;/&gt;&lt;/object&gt;&lt;object type=&quot;3&quot; unique_id=&quot;10045&quot;&gt;&lt;property id=&quot;20148&quot; value=&quot;5&quot;/&gt;&lt;property id=&quot;20300&quot; value=&quot;Slide 40&quot;/&gt;&lt;property id=&quot;20307&quot; value=&quot;376&quot;/&gt;&lt;/object&gt;&lt;object type=&quot;3&quot; unique_id=&quot;10046&quot;&gt;&lt;property id=&quot;20148&quot; value=&quot;5&quot;/&gt;&lt;property id=&quot;20300&quot; value=&quot;Slide 41&quot;/&gt;&lt;property id=&quot;20307&quot; value=&quot;314&quot;/&gt;&lt;/object&gt;&lt;object type=&quot;3&quot; unique_id=&quot;10047&quot;&gt;&lt;property id=&quot;20148&quot; value=&quot;5&quot;/&gt;&lt;property id=&quot;20300&quot; value=&quot;Slide 46&quot;/&gt;&lt;property id=&quot;20307&quot; value=&quot;339&quot;/&gt;&lt;/object&gt;&lt;object type=&quot;3&quot; unique_id=&quot;10048&quot;&gt;&lt;property id=&quot;20148&quot; value=&quot;5&quot;/&gt;&lt;property id=&quot;20300&quot; value=&quot;Slide 47&quot;/&gt;&lt;property id=&quot;20307&quot; value=&quot;340&quot;/&gt;&lt;/object&gt;&lt;object type=&quot;3&quot; unique_id=&quot;10049&quot;&gt;&lt;property id=&quot;20148&quot; value=&quot;5&quot;/&gt;&lt;property id=&quot;20300&quot; value=&quot;Slide 48&quot;/&gt;&lt;property id=&quot;20307&quot; value=&quot;280&quot;/&gt;&lt;/object&gt;&lt;object type=&quot;3&quot; unique_id=&quot;10050&quot;&gt;&lt;property id=&quot;20148&quot; value=&quot;5&quot;/&gt;&lt;property id=&quot;20300&quot; value=&quot;Slide 50&quot;/&gt;&lt;property id=&quot;20307&quot; value=&quot;380&quot;/&gt;&lt;/object&gt;&lt;object type=&quot;3&quot; unique_id=&quot;10051&quot;&gt;&lt;property id=&quot;20148&quot; value=&quot;5&quot;/&gt;&lt;property id=&quot;20300&quot; value=&quot;Slide 52&quot;/&gt;&lt;property id=&quot;20307&quot; value=&quot;378&quot;/&gt;&lt;/object&gt;&lt;object type=&quot;3&quot; unique_id=&quot;10052&quot;&gt;&lt;property id=&quot;20148&quot; value=&quot;5&quot;/&gt;&lt;property id=&quot;20300&quot; value=&quot;Slide 53&quot;/&gt;&lt;property id=&quot;20307&quot; value=&quot;333&quot;/&gt;&lt;/object&gt;&lt;object type=&quot;3&quot; unique_id=&quot;10053&quot;&gt;&lt;property id=&quot;20148&quot; value=&quot;5&quot;/&gt;&lt;property id=&quot;20300&quot; value=&quot;Slide 54&quot;/&gt;&lt;property id=&quot;20307&quot; value=&quot;331&quot;/&gt;&lt;/object&gt;&lt;object type=&quot;3&quot; unique_id=&quot;10054&quot;&gt;&lt;property id=&quot;20148&quot; value=&quot;5&quot;/&gt;&lt;property id=&quot;20300&quot; value=&quot;Slide 55&quot;/&gt;&lt;property id=&quot;20307&quot; value=&quot;358&quot;/&gt;&lt;/object&gt;&lt;object type=&quot;3&quot; unique_id=&quot;10055&quot;&gt;&lt;property id=&quot;20148&quot; value=&quot;5&quot;/&gt;&lt;property id=&quot;20300&quot; value=&quot;Slide 49&quot;/&gt;&lt;property id=&quot;20307&quot; value=&quot;359&quot;/&gt;&lt;/object&gt;&lt;object type=&quot;3&quot; unique_id=&quot;10056&quot;&gt;&lt;property id=&quot;20148&quot; value=&quot;5&quot;/&gt;&lt;property id=&quot;20300&quot; value=&quot;Slide 57&quot;/&gt;&lt;property id=&quot;20307&quot; value=&quot;360&quot;/&gt;&lt;/object&gt;&lt;object type=&quot;3&quot; unique_id=&quot;10057&quot;&gt;&lt;property id=&quot;20148&quot; value=&quot;5&quot;/&gt;&lt;property id=&quot;20300&quot; value=&quot;Slide 58&quot;/&gt;&lt;property id=&quot;20307&quot; value=&quot;363&quot;/&gt;&lt;/object&gt;&lt;object type=&quot;3&quot; unique_id=&quot;10058&quot;&gt;&lt;property id=&quot;20148&quot; value=&quot;5&quot;/&gt;&lt;property id=&quot;20300&quot; value=&quot;Slide 56&quot;/&gt;&lt;property id=&quot;20307&quot; value=&quot;332&quot;/&gt;&lt;/object&gt;&lt;object type=&quot;3&quot; unique_id=&quot;10059&quot;&gt;&lt;property id=&quot;20148&quot; value=&quot;5&quot;/&gt;&lt;property id=&quot;20300&quot; value=&quot;Slide 59&quot;/&gt;&lt;property id=&quot;20307&quot; value=&quot;321&quot;/&gt;&lt;/object&gt;&lt;object type=&quot;3&quot; unique_id=&quot;10060&quot;&gt;&lt;property id=&quot;20148&quot; value=&quot;5&quot;/&gt;&lt;property id=&quot;20300&quot; value=&quot;Slide 60&quot;/&gt;&lt;property id=&quot;20307&quot; value=&quot;279&quot;/&gt;&lt;/object&gt;&lt;object type=&quot;3&quot; unique_id=&quot;10061&quot;&gt;&lt;property id=&quot;20148&quot; value=&quot;5&quot;/&gt;&lt;property id=&quot;20300&quot; value=&quot;Slide 61&quot;/&gt;&lt;property id=&quot;20307&quot; value=&quot;282&quot;/&gt;&lt;/object&gt;&lt;object type=&quot;3&quot; unique_id=&quot;10062&quot;&gt;&lt;property id=&quot;20148&quot; value=&quot;5&quot;/&gt;&lt;property id=&quot;20300&quot; value=&quot;Slide 62&quot;/&gt;&lt;property id=&quot;20307&quot; value=&quot;315&quot;/&gt;&lt;/object&gt;&lt;object type=&quot;3&quot; unique_id=&quot;10063&quot;&gt;&lt;property id=&quot;20148&quot; value=&quot;5&quot;/&gt;&lt;property id=&quot;20300&quot; value=&quot;Slide 63&quot;/&gt;&lt;property id=&quot;20307&quot; value=&quot;277&quot;/&gt;&lt;/object&gt;&lt;object type=&quot;3&quot; unique_id=&quot;10064&quot;&gt;&lt;property id=&quot;20148&quot; value=&quot;5&quot;/&gt;&lt;property id=&quot;20300&quot; value=&quot;Slide 64&quot;/&gt;&lt;property id=&quot;20307&quot; value=&quot;288&quot;/&gt;&lt;/object&gt;&lt;object type=&quot;3&quot; unique_id=&quot;10065&quot;&gt;&lt;property id=&quot;20148&quot; value=&quot;5&quot;/&gt;&lt;property id=&quot;20300&quot; value=&quot;Slide 65&quot;/&gt;&lt;property id=&quot;20307&quot; value=&quot;342&quot;/&gt;&lt;/object&gt;&lt;object type=&quot;3&quot; unique_id=&quot;10066&quot;&gt;&lt;property id=&quot;20148&quot; value=&quot;5&quot;/&gt;&lt;property id=&quot;20300&quot; value=&quot;Slide 66&quot;/&gt;&lt;property id=&quot;20307&quot; value=&quot;345&quot;/&gt;&lt;/object&gt;&lt;object type=&quot;3&quot; unique_id=&quot;10067&quot;&gt;&lt;property id=&quot;20148&quot; value=&quot;5&quot;/&gt;&lt;property id=&quot;20300&quot; value=&quot;Slide 67&quot;/&gt;&lt;property id=&quot;20307&quot; value=&quot;289&quot;/&gt;&lt;/object&gt;&lt;object type=&quot;3&quot; unique_id=&quot;10068&quot;&gt;&lt;property id=&quot;20148&quot; value=&quot;5&quot;/&gt;&lt;property id=&quot;20300&quot; value=&quot;Slide 68&quot;/&gt;&lt;property id=&quot;20307&quot; value=&quot;295&quot;/&gt;&lt;/object&gt;&lt;object type=&quot;3&quot; unique_id=&quot;10069&quot;&gt;&lt;property id=&quot;20148&quot; value=&quot;5&quot;/&gt;&lt;property id=&quot;20300&quot; value=&quot;Slide 69&quot;/&gt;&lt;property id=&quot;20307&quot; value=&quot;324&quot;/&gt;&lt;/object&gt;&lt;object type=&quot;3&quot; unique_id=&quot;10070&quot;&gt;&lt;property id=&quot;20148&quot; value=&quot;5&quot;/&gt;&lt;property id=&quot;20300&quot; value=&quot;Slide 70&quot;/&gt;&lt;property id=&quot;20307&quot; value=&quot;316&quot;/&gt;&lt;/object&gt;&lt;object type=&quot;3&quot; unique_id=&quot;10071&quot;&gt;&lt;property id=&quot;20148&quot; value=&quot;5&quot;/&gt;&lt;property id=&quot;20300&quot; value=&quot;Slide 71&quot;/&gt;&lt;property id=&quot;20307&quot; value=&quot;334&quot;/&gt;&lt;/object&gt;&lt;object type=&quot;3&quot; unique_id=&quot;10072&quot;&gt;&lt;property id=&quot;20148&quot; value=&quot;5&quot;/&gt;&lt;property id=&quot;20300&quot; value=&quot;Slide 72&quot;/&gt;&lt;property id=&quot;20307&quot; value=&quot;335&quot;/&gt;&lt;/object&gt;&lt;object type=&quot;3&quot; unique_id=&quot;10073&quot;&gt;&lt;property id=&quot;20148&quot; value=&quot;5&quot;/&gt;&lt;property id=&quot;20300&quot; value=&quot;Slide 73&quot;/&gt;&lt;property id=&quot;20307&quot; value=&quot;337&quot;/&gt;&lt;/object&gt;&lt;object type=&quot;3&quot; unique_id=&quot;10074&quot;&gt;&lt;property id=&quot;20148&quot; value=&quot;5&quot;/&gt;&lt;property id=&quot;20300&quot; value=&quot;Slide 74&quot;/&gt;&lt;property id=&quot;20307&quot; value=&quot;341&quot;/&gt;&lt;/object&gt;&lt;object type=&quot;3&quot; unique_id=&quot;10075&quot;&gt;&lt;property id=&quot;20148&quot; value=&quot;5&quot;/&gt;&lt;property id=&quot;20300&quot; value=&quot;Slide 75&quot;/&gt;&lt;property id=&quot;20307&quot; value=&quot;336&quot;/&gt;&lt;/object&gt;&lt;object type=&quot;3&quot; unique_id=&quot;10076&quot;&gt;&lt;property id=&quot;20148&quot; value=&quot;5&quot;/&gt;&lt;property id=&quot;20300&quot; value=&quot;Slide 76&quot;/&gt;&lt;property id=&quot;20307&quot; value=&quot;338&quot;/&gt;&lt;/object&gt;&lt;object type=&quot;3&quot; unique_id=&quot;10077&quot;&gt;&lt;property id=&quot;20148&quot; value=&quot;5&quot;/&gt;&lt;property id=&quot;20300&quot; value=&quot;Slide 77&quot;/&gt;&lt;property id=&quot;20307&quot; value=&quot;367&quot;/&gt;&lt;/object&gt;&lt;object type=&quot;3&quot; unique_id=&quot;10078&quot;&gt;&lt;property id=&quot;20148&quot; value=&quot;5&quot;/&gt;&lt;property id=&quot;20300&quot; value=&quot;Slide 78&quot;/&gt;&lt;property id=&quot;20307&quot; value=&quot;368&quot;/&gt;&lt;/object&gt;&lt;object type=&quot;3&quot; unique_id=&quot;10079&quot;&gt;&lt;property id=&quot;20148&quot; value=&quot;5&quot;/&gt;&lt;property id=&quot;20300&quot; value=&quot;Slide 79&quot;/&gt;&lt;property id=&quot;20307&quot; value=&quot;369&quot;/&gt;&lt;/object&gt;&lt;object type=&quot;3&quot; unique_id=&quot;10080&quot;&gt;&lt;property id=&quot;20148&quot; value=&quot;5&quot;/&gt;&lt;property id=&quot;20300&quot; value=&quot;Slide 80&quot;/&gt;&lt;property id=&quot;20307&quot; value=&quot;370&quot;/&gt;&lt;/object&gt;&lt;object type=&quot;3&quot; unique_id=&quot;10081&quot;&gt;&lt;property id=&quot;20148&quot; value=&quot;5&quot;/&gt;&lt;property id=&quot;20300&quot; value=&quot;Slide 81&quot;/&gt;&lt;property id=&quot;20307&quot; value=&quot;371&quot;/&gt;&lt;/object&gt;&lt;object type=&quot;3&quot; unique_id=&quot;10082&quot;&gt;&lt;property id=&quot;20148&quot; value=&quot;5&quot;/&gt;&lt;property id=&quot;20300&quot; value=&quot;Slide 82&quot;/&gt;&lt;property id=&quot;20307&quot; value=&quot;372&quot;/&gt;&lt;/object&gt;&lt;object type=&quot;3&quot; unique_id=&quot;10083&quot;&gt;&lt;property id=&quot;20148&quot; value=&quot;5&quot;/&gt;&lt;property id=&quot;20300&quot; value=&quot;Slide 83&quot;/&gt;&lt;property id=&quot;20307&quot; value=&quot;373&quot;/&gt;&lt;/object&gt;&lt;object type=&quot;3&quot; unique_id=&quot;10084&quot;&gt;&lt;property id=&quot;20148&quot; value=&quot;5&quot;/&gt;&lt;property id=&quot;20300&quot; value=&quot;Slide 84&quot;/&gt;&lt;property id=&quot;20307&quot; value=&quot;374&quot;/&gt;&lt;/object&gt;&lt;object type=&quot;3&quot; unique_id=&quot;10085&quot;&gt;&lt;property id=&quot;20148&quot; value=&quot;5&quot;/&gt;&lt;property id=&quot;20300&quot; value=&quot;Slide 85&quot;/&gt;&lt;property id=&quot;20307&quot; value=&quot;375&quot;/&gt;&lt;/object&gt;&lt;object type=&quot;3&quot; unique_id=&quot;10086&quot;&gt;&lt;property id=&quot;20148&quot; value=&quot;5&quot;/&gt;&lt;property id=&quot;20300&quot; value=&quot;Slide 86&quot;/&gt;&lt;property id=&quot;20307&quot; value=&quot;302&quot;/&gt;&lt;/object&gt;&lt;object type=&quot;3&quot; unique_id=&quot;10345&quot;&gt;&lt;property id=&quot;20148&quot; value=&quot;5&quot;/&gt;&lt;property id=&quot;20300&quot; value=&quot;Slide 32&quot;/&gt;&lt;property id=&quot;20307&quot; value=&quot;381&quot;/&gt;&lt;/object&gt;&lt;object type=&quot;3&quot; unique_id=&quot;10605&quot;&gt;&lt;property id=&quot;20148&quot; value=&quot;5&quot;/&gt;&lt;property id=&quot;20300&quot; value=&quot;Slide 37&quot;/&gt;&lt;property id=&quot;20307&quot; value=&quot;382&quot;/&gt;&lt;/object&gt;&lt;object type=&quot;3&quot; unique_id=&quot;10868&quot;&gt;&lt;property id=&quot;20148&quot; value=&quot;5&quot;/&gt;&lt;property id=&quot;20300&quot; value=&quot;Slide 51&quot;/&gt;&lt;property id=&quot;20307&quot; value=&quot;383&quot;/&gt;&lt;/object&gt;&lt;/object&gt;&lt;object type=&quot;8&quot; unique_id=&quot;10172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2548</TotalTime>
  <Words>5133</Words>
  <Application>Microsoft Office PowerPoint</Application>
  <PresentationFormat>On-screen Show (4:3)</PresentationFormat>
  <Paragraphs>1141</Paragraphs>
  <Slides>73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1" baseType="lpstr">
      <vt:lpstr>Abadi</vt:lpstr>
      <vt:lpstr>Arial Black</vt:lpstr>
      <vt:lpstr>Courier New</vt:lpstr>
      <vt:lpstr>Impact</vt:lpstr>
      <vt:lpstr>Symbol</vt:lpstr>
      <vt:lpstr>Tahoma</vt:lpstr>
      <vt:lpstr>Times New Roman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Short 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booleans</dc:title>
  <dc:subject>Booleans</dc:subject>
  <dc:creator>A+ Computer Science</dc:creator>
  <cp:keywords>www.apluscompsci.com</cp:keywords>
  <dc:description>Booleans_x000d_
©A+ Computer Science_x000d_
www.apluscompsci.com</dc:description>
  <cp:lastModifiedBy>WELDON JASIK</cp:lastModifiedBy>
  <cp:revision>443</cp:revision>
  <cp:lastPrinted>1999-11-08T17:20:25Z</cp:lastPrinted>
  <dcterms:created xsi:type="dcterms:W3CDTF">1997-11-03T14:43:20Z</dcterms:created>
  <dcterms:modified xsi:type="dcterms:W3CDTF">2020-12-08T15:35:51Z</dcterms:modified>
  <cp:category>www.apluscompsci.com</cp:category>
</cp:coreProperties>
</file>