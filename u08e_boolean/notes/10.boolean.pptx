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7"/>
  </p:notesMasterIdLst>
  <p:handoutMasterIdLst>
    <p:handoutMasterId r:id="rId58"/>
  </p:handoutMasterIdLst>
  <p:sldIdLst>
    <p:sldId id="264" r:id="rId2"/>
    <p:sldId id="303" r:id="rId3"/>
    <p:sldId id="273" r:id="rId4"/>
    <p:sldId id="278" r:id="rId5"/>
    <p:sldId id="312" r:id="rId6"/>
    <p:sldId id="304" r:id="rId7"/>
    <p:sldId id="305" r:id="rId8"/>
    <p:sldId id="306" r:id="rId9"/>
    <p:sldId id="307" r:id="rId10"/>
    <p:sldId id="344" r:id="rId11"/>
    <p:sldId id="308" r:id="rId12"/>
    <p:sldId id="309" r:id="rId13"/>
    <p:sldId id="310" r:id="rId14"/>
    <p:sldId id="311" r:id="rId15"/>
    <p:sldId id="343" r:id="rId16"/>
    <p:sldId id="294" r:id="rId17"/>
    <p:sldId id="313" r:id="rId18"/>
    <p:sldId id="258" r:id="rId19"/>
    <p:sldId id="317" r:id="rId20"/>
    <p:sldId id="323" r:id="rId21"/>
    <p:sldId id="322" r:id="rId22"/>
    <p:sldId id="319" r:id="rId23"/>
    <p:sldId id="320" r:id="rId24"/>
    <p:sldId id="314" r:id="rId25"/>
    <p:sldId id="339" r:id="rId26"/>
    <p:sldId id="340" r:id="rId27"/>
    <p:sldId id="280" r:id="rId28"/>
    <p:sldId id="333" r:id="rId29"/>
    <p:sldId id="331" r:id="rId30"/>
    <p:sldId id="332" r:id="rId31"/>
    <p:sldId id="321" r:id="rId32"/>
    <p:sldId id="279" r:id="rId33"/>
    <p:sldId id="282" r:id="rId34"/>
    <p:sldId id="315" r:id="rId35"/>
    <p:sldId id="277" r:id="rId36"/>
    <p:sldId id="288" r:id="rId37"/>
    <p:sldId id="342" r:id="rId38"/>
    <p:sldId id="345" r:id="rId39"/>
    <p:sldId id="289" r:id="rId40"/>
    <p:sldId id="295" r:id="rId41"/>
    <p:sldId id="324" r:id="rId42"/>
    <p:sldId id="316" r:id="rId43"/>
    <p:sldId id="346" r:id="rId44"/>
    <p:sldId id="347" r:id="rId45"/>
    <p:sldId id="348" r:id="rId46"/>
    <p:sldId id="349" r:id="rId47"/>
    <p:sldId id="350" r:id="rId48"/>
    <p:sldId id="351" r:id="rId49"/>
    <p:sldId id="334" r:id="rId50"/>
    <p:sldId id="335" r:id="rId51"/>
    <p:sldId id="337" r:id="rId52"/>
    <p:sldId id="341" r:id="rId53"/>
    <p:sldId id="336" r:id="rId54"/>
    <p:sldId id="338" r:id="rId55"/>
    <p:sldId id="302" r:id="rId56"/>
  </p:sldIdLst>
  <p:sldSz cx="9144000" cy="6858000" type="screen4x3"/>
  <p:notesSz cx="6858000" cy="9144000"/>
  <p:defaultTextStyle>
    <a:defPPr>
      <a:defRPr lang="en-US"/>
    </a:defPPr>
    <a:lvl1pPr algn="ctr" rtl="0" fontAlgn="base">
      <a:spcBef>
        <a:spcPct val="0"/>
      </a:spcBef>
      <a:spcAft>
        <a:spcPct val="0"/>
      </a:spcAft>
      <a:defRPr sz="2800" b="1" kern="1200">
        <a:solidFill>
          <a:schemeClr val="tx1"/>
        </a:solidFill>
        <a:latin typeface="Tahoma" panose="020B0604030504040204" pitchFamily="34" charset="0"/>
        <a:ea typeface="+mn-ea"/>
        <a:cs typeface="+mn-cs"/>
      </a:defRPr>
    </a:lvl1pPr>
    <a:lvl2pPr marL="457200" algn="ctr" rtl="0" fontAlgn="base">
      <a:spcBef>
        <a:spcPct val="0"/>
      </a:spcBef>
      <a:spcAft>
        <a:spcPct val="0"/>
      </a:spcAft>
      <a:defRPr sz="2800" b="1" kern="1200">
        <a:solidFill>
          <a:schemeClr val="tx1"/>
        </a:solidFill>
        <a:latin typeface="Tahoma" panose="020B0604030504040204" pitchFamily="34" charset="0"/>
        <a:ea typeface="+mn-ea"/>
        <a:cs typeface="+mn-cs"/>
      </a:defRPr>
    </a:lvl2pPr>
    <a:lvl3pPr marL="914400" algn="ctr" rtl="0" fontAlgn="base">
      <a:spcBef>
        <a:spcPct val="0"/>
      </a:spcBef>
      <a:spcAft>
        <a:spcPct val="0"/>
      </a:spcAft>
      <a:defRPr sz="2800" b="1" kern="1200">
        <a:solidFill>
          <a:schemeClr val="tx1"/>
        </a:solidFill>
        <a:latin typeface="Tahoma" panose="020B0604030504040204" pitchFamily="34" charset="0"/>
        <a:ea typeface="+mn-ea"/>
        <a:cs typeface="+mn-cs"/>
      </a:defRPr>
    </a:lvl3pPr>
    <a:lvl4pPr marL="1371600" algn="ctr" rtl="0" fontAlgn="base">
      <a:spcBef>
        <a:spcPct val="0"/>
      </a:spcBef>
      <a:spcAft>
        <a:spcPct val="0"/>
      </a:spcAft>
      <a:defRPr sz="2800" b="1" kern="1200">
        <a:solidFill>
          <a:schemeClr val="tx1"/>
        </a:solidFill>
        <a:latin typeface="Tahoma" panose="020B0604030504040204" pitchFamily="34" charset="0"/>
        <a:ea typeface="+mn-ea"/>
        <a:cs typeface="+mn-cs"/>
      </a:defRPr>
    </a:lvl4pPr>
    <a:lvl5pPr marL="1828800" algn="ctr" rtl="0" fontAlgn="base">
      <a:spcBef>
        <a:spcPct val="0"/>
      </a:spcBef>
      <a:spcAft>
        <a:spcPct val="0"/>
      </a:spcAft>
      <a:defRPr sz="2800" b="1" kern="1200">
        <a:solidFill>
          <a:schemeClr val="tx1"/>
        </a:solidFill>
        <a:latin typeface="Tahoma" panose="020B0604030504040204" pitchFamily="34" charset="0"/>
        <a:ea typeface="+mn-ea"/>
        <a:cs typeface="+mn-cs"/>
      </a:defRPr>
    </a:lvl5pPr>
    <a:lvl6pPr marL="2286000" algn="l" defTabSz="914400" rtl="0" eaLnBrk="1" latinLnBrk="0" hangingPunct="1">
      <a:defRPr sz="2800" b="1" kern="1200">
        <a:solidFill>
          <a:schemeClr val="tx1"/>
        </a:solidFill>
        <a:latin typeface="Tahoma" panose="020B0604030504040204" pitchFamily="34" charset="0"/>
        <a:ea typeface="+mn-ea"/>
        <a:cs typeface="+mn-cs"/>
      </a:defRPr>
    </a:lvl6pPr>
    <a:lvl7pPr marL="2743200" algn="l" defTabSz="914400" rtl="0" eaLnBrk="1" latinLnBrk="0" hangingPunct="1">
      <a:defRPr sz="2800" b="1" kern="1200">
        <a:solidFill>
          <a:schemeClr val="tx1"/>
        </a:solidFill>
        <a:latin typeface="Tahoma" panose="020B0604030504040204" pitchFamily="34" charset="0"/>
        <a:ea typeface="+mn-ea"/>
        <a:cs typeface="+mn-cs"/>
      </a:defRPr>
    </a:lvl7pPr>
    <a:lvl8pPr marL="3200400" algn="l" defTabSz="914400" rtl="0" eaLnBrk="1" latinLnBrk="0" hangingPunct="1">
      <a:defRPr sz="2800" b="1" kern="1200">
        <a:solidFill>
          <a:schemeClr val="tx1"/>
        </a:solidFill>
        <a:latin typeface="Tahoma" panose="020B0604030504040204" pitchFamily="34" charset="0"/>
        <a:ea typeface="+mn-ea"/>
        <a:cs typeface="+mn-cs"/>
      </a:defRPr>
    </a:lvl8pPr>
    <a:lvl9pPr marL="3657600" algn="l" defTabSz="914400" rtl="0" eaLnBrk="1" latinLnBrk="0" hangingPunct="1">
      <a:defRPr sz="2800"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000099"/>
    <a:srgbClr val="FF6600"/>
    <a:srgbClr val="CCECFF"/>
    <a:srgbClr val="00FF00"/>
    <a:srgbClr val="009900"/>
    <a:srgbClr val="FF5050"/>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60" autoAdjust="0"/>
  </p:normalViewPr>
  <p:slideViewPr>
    <p:cSldViewPr>
      <p:cViewPr varScale="1">
        <p:scale>
          <a:sx n="59" d="100"/>
          <a:sy n="59" d="100"/>
        </p:scale>
        <p:origin x="142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54"/>
    </p:cViewPr>
  </p:sorterViewPr>
  <p:notesViewPr>
    <p:cSldViewPr>
      <p:cViewPr varScale="1">
        <p:scale>
          <a:sx n="60" d="100"/>
          <a:sy n="60" d="100"/>
        </p:scale>
        <p:origin x="-2490"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4F8E335D-87B8-49DA-92B3-3CA5B820253E}"/>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l" eaLnBrk="0" hangingPunct="0">
              <a:defRPr sz="1200" b="0">
                <a:latin typeface="Times New Roman" panose="02020603050405020304" pitchFamily="18" charset="0"/>
              </a:defRPr>
            </a:lvl1pPr>
          </a:lstStyle>
          <a:p>
            <a:endParaRPr lang="en-US" altLang="en-US"/>
          </a:p>
        </p:txBody>
      </p:sp>
      <p:sp>
        <p:nvSpPr>
          <p:cNvPr id="3075" name="Rectangle 3">
            <a:extLst>
              <a:ext uri="{FF2B5EF4-FFF2-40B4-BE49-F238E27FC236}">
                <a16:creationId xmlns:a16="http://schemas.microsoft.com/office/drawing/2014/main" id="{5AB7BFFF-CDA4-43BB-BC7B-518EB6997327}"/>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r" eaLnBrk="0" hangingPunct="0">
              <a:defRPr sz="1200" b="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758EC003-7153-45ED-821D-72DAECB82484}"/>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l" eaLnBrk="0" hangingPunct="0">
              <a:defRPr sz="1200" b="0">
                <a:latin typeface="Times New Roman" panose="02020603050405020304" pitchFamily="18" charset="0"/>
              </a:defRPr>
            </a:lvl1pPr>
          </a:lstStyle>
          <a:p>
            <a:endParaRPr lang="en-US" altLang="en-US"/>
          </a:p>
        </p:txBody>
      </p:sp>
      <p:sp>
        <p:nvSpPr>
          <p:cNvPr id="3077" name="Rectangle 5">
            <a:extLst>
              <a:ext uri="{FF2B5EF4-FFF2-40B4-BE49-F238E27FC236}">
                <a16:creationId xmlns:a16="http://schemas.microsoft.com/office/drawing/2014/main" id="{55555688-66C7-4886-A5B7-7FE808754148}"/>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r" eaLnBrk="0" hangingPunct="0">
              <a:defRPr sz="1200" b="0">
                <a:latin typeface="Times New Roman" panose="02020603050405020304" pitchFamily="18" charset="0"/>
              </a:defRPr>
            </a:lvl1pPr>
          </a:lstStyle>
          <a:p>
            <a:fld id="{7A97BBE5-9196-451F-BB30-AE1743FA5530}"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AE3CAA72-4A79-4141-9C9B-0DC8864A852A}"/>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l" eaLnBrk="0" hangingPunct="0">
              <a:defRPr sz="1200" b="0">
                <a:latin typeface="Times New Roman" panose="02020603050405020304" pitchFamily="18" charset="0"/>
              </a:defRPr>
            </a:lvl1pPr>
          </a:lstStyle>
          <a:p>
            <a:endParaRPr lang="en-US" altLang="en-US"/>
          </a:p>
        </p:txBody>
      </p:sp>
      <p:sp>
        <p:nvSpPr>
          <p:cNvPr id="2051" name="Rectangle 3">
            <a:extLst>
              <a:ext uri="{FF2B5EF4-FFF2-40B4-BE49-F238E27FC236}">
                <a16:creationId xmlns:a16="http://schemas.microsoft.com/office/drawing/2014/main" id="{B3FCAD84-5CB9-4802-A6E0-99A6B6282CE1}"/>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r" eaLnBrk="0" hangingPunct="0">
              <a:defRPr sz="1200" b="0">
                <a:latin typeface="Times New Roman" panose="02020603050405020304" pitchFamily="18" charset="0"/>
              </a:defRPr>
            </a:lvl1pPr>
          </a:lstStyle>
          <a:p>
            <a:endParaRPr lang="en-US" altLang="en-US"/>
          </a:p>
        </p:txBody>
      </p:sp>
      <p:sp>
        <p:nvSpPr>
          <p:cNvPr id="2052" name="Rectangle 4">
            <a:extLst>
              <a:ext uri="{FF2B5EF4-FFF2-40B4-BE49-F238E27FC236}">
                <a16:creationId xmlns:a16="http://schemas.microsoft.com/office/drawing/2014/main" id="{4490C90D-44BD-4B44-AF81-6D56C1B26DCB}"/>
              </a:ext>
            </a:extLst>
          </p:cNvPr>
          <p:cNvSpPr>
            <a:spLocks noChangeArrowheads="1" noTextEdit="1"/>
          </p:cNvSpPr>
          <p:nvPr>
            <p:ph type="sldImg" idx="2"/>
          </p:nvPr>
        </p:nvSpPr>
        <p:spPr bwMode="auto">
          <a:xfrm>
            <a:off x="1144588" y="687388"/>
            <a:ext cx="4568825" cy="3425825"/>
          </a:xfrm>
          <a:prstGeom prst="rect">
            <a:avLst/>
          </a:prstGeom>
          <a:no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9CB93A2D-7E66-458F-A94D-82B7E3053B5A}"/>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4" name="Rectangle 6">
            <a:extLst>
              <a:ext uri="{FF2B5EF4-FFF2-40B4-BE49-F238E27FC236}">
                <a16:creationId xmlns:a16="http://schemas.microsoft.com/office/drawing/2014/main" id="{3AE79C89-9348-496C-83DF-89EB69F4445B}"/>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l" eaLnBrk="0" hangingPunct="0">
              <a:defRPr sz="1200" b="0">
                <a:latin typeface="Times New Roman" panose="02020603050405020304" pitchFamily="18" charset="0"/>
              </a:defRPr>
            </a:lvl1pPr>
          </a:lstStyle>
          <a:p>
            <a:endParaRPr lang="en-US" altLang="en-US"/>
          </a:p>
        </p:txBody>
      </p:sp>
      <p:sp>
        <p:nvSpPr>
          <p:cNvPr id="2055" name="Rectangle 7">
            <a:extLst>
              <a:ext uri="{FF2B5EF4-FFF2-40B4-BE49-F238E27FC236}">
                <a16:creationId xmlns:a16="http://schemas.microsoft.com/office/drawing/2014/main" id="{55CE6FAD-2489-48AE-9608-872B321B4C14}"/>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r" eaLnBrk="0" hangingPunct="0">
              <a:defRPr sz="1200" b="0">
                <a:latin typeface="Times New Roman" panose="02020603050405020304" pitchFamily="18" charset="0"/>
              </a:defRPr>
            </a:lvl1pPr>
          </a:lstStyle>
          <a:p>
            <a:fld id="{A07B75CB-B68D-4EB5-901C-B6AA16F2BD91}"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64DFF53-88BF-4F92-B9E4-78B42A13ED42}"/>
              </a:ext>
            </a:extLst>
          </p:cNvPr>
          <p:cNvSpPr>
            <a:spLocks noGrp="1" noChangeArrowheads="1"/>
          </p:cNvSpPr>
          <p:nvPr>
            <p:ph type="sldNum" sz="quarter" idx="5"/>
          </p:nvPr>
        </p:nvSpPr>
        <p:spPr>
          <a:ln/>
        </p:spPr>
        <p:txBody>
          <a:bodyPr/>
          <a:lstStyle/>
          <a:p>
            <a:fld id="{0DB6FA5F-D1A5-4848-BF28-C207575F5855}" type="slidenum">
              <a:rPr lang="en-US" altLang="en-US"/>
              <a:pPr/>
              <a:t>1</a:t>
            </a:fld>
            <a:endParaRPr lang="en-US" altLang="en-US"/>
          </a:p>
        </p:txBody>
      </p:sp>
      <p:sp>
        <p:nvSpPr>
          <p:cNvPr id="125954" name="Rectangle 2">
            <a:extLst>
              <a:ext uri="{FF2B5EF4-FFF2-40B4-BE49-F238E27FC236}">
                <a16:creationId xmlns:a16="http://schemas.microsoft.com/office/drawing/2014/main" id="{95923ED2-E87D-4E29-A208-23E27C8AC873}"/>
              </a:ext>
            </a:extLst>
          </p:cNvPr>
          <p:cNvSpPr>
            <a:spLocks noChangeArrowheads="1" noTextEdit="1"/>
          </p:cNvSpPr>
          <p:nvPr>
            <p:ph type="sldImg"/>
          </p:nvPr>
        </p:nvSpPr>
        <p:spPr>
          <a:ln/>
        </p:spPr>
      </p:sp>
      <p:sp>
        <p:nvSpPr>
          <p:cNvPr id="125955" name="Rectangle 3">
            <a:extLst>
              <a:ext uri="{FF2B5EF4-FFF2-40B4-BE49-F238E27FC236}">
                <a16:creationId xmlns:a16="http://schemas.microsoft.com/office/drawing/2014/main" id="{188DCE9D-01A5-4DD0-9AB4-2056D179F19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2866722-354A-472F-9CC5-E0417710CC36}"/>
              </a:ext>
            </a:extLst>
          </p:cNvPr>
          <p:cNvSpPr>
            <a:spLocks noGrp="1" noChangeArrowheads="1"/>
          </p:cNvSpPr>
          <p:nvPr>
            <p:ph type="sldNum" sz="quarter" idx="5"/>
          </p:nvPr>
        </p:nvSpPr>
        <p:spPr>
          <a:ln/>
        </p:spPr>
        <p:txBody>
          <a:bodyPr/>
          <a:lstStyle/>
          <a:p>
            <a:fld id="{FA63F4F6-2456-486E-A4D4-87EDE92DC69A}" type="slidenum">
              <a:rPr lang="en-US" altLang="en-US"/>
              <a:pPr/>
              <a:t>2</a:t>
            </a:fld>
            <a:endParaRPr lang="en-US" altLang="en-US"/>
          </a:p>
        </p:txBody>
      </p:sp>
      <p:sp>
        <p:nvSpPr>
          <p:cNvPr id="126978" name="Rectangle 2">
            <a:extLst>
              <a:ext uri="{FF2B5EF4-FFF2-40B4-BE49-F238E27FC236}">
                <a16:creationId xmlns:a16="http://schemas.microsoft.com/office/drawing/2014/main" id="{7F520229-B8B6-4363-8B4C-649DB0EBF2C0}"/>
              </a:ext>
            </a:extLst>
          </p:cNvPr>
          <p:cNvSpPr>
            <a:spLocks noChangeArrowheads="1" noTextEdit="1"/>
          </p:cNvSpPr>
          <p:nvPr>
            <p:ph type="sldImg"/>
          </p:nvPr>
        </p:nvSpPr>
        <p:spPr>
          <a:ln/>
        </p:spPr>
      </p:sp>
      <p:sp>
        <p:nvSpPr>
          <p:cNvPr id="126979" name="Rectangle 3">
            <a:extLst>
              <a:ext uri="{FF2B5EF4-FFF2-40B4-BE49-F238E27FC236}">
                <a16:creationId xmlns:a16="http://schemas.microsoft.com/office/drawing/2014/main" id="{75569231-1374-4D45-AA80-7792C3453A4D}"/>
              </a:ext>
            </a:extLst>
          </p:cNvPr>
          <p:cNvSpPr>
            <a:spLocks noGrp="1" noChangeArrowheads="1"/>
          </p:cNvSpPr>
          <p:nvPr>
            <p:ph type="body" idx="1"/>
          </p:nvPr>
        </p:nvSpPr>
        <p:spPr/>
        <p:txBody>
          <a:bodyPr/>
          <a:lstStyle/>
          <a:p>
            <a:r>
              <a:rPr lang="en-US" altLang="en-US" sz="1600"/>
              <a:t>George Boole is credited with laying the foundation for Boolean Algebra.  The work of George Boole is still very important today.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3C99C98-411F-4719-B0EF-5A6A5EFEB79B}"/>
              </a:ext>
            </a:extLst>
          </p:cNvPr>
          <p:cNvSpPr>
            <a:spLocks noGrp="1" noChangeArrowheads="1"/>
          </p:cNvSpPr>
          <p:nvPr>
            <p:ph type="sldNum" sz="quarter" idx="5"/>
          </p:nvPr>
        </p:nvSpPr>
        <p:spPr>
          <a:ln/>
        </p:spPr>
        <p:txBody>
          <a:bodyPr/>
          <a:lstStyle/>
          <a:p>
            <a:fld id="{9DE02E68-1B74-4CD7-BB1A-7D3A0D7DCEA9}" type="slidenum">
              <a:rPr lang="en-US" altLang="en-US"/>
              <a:pPr/>
              <a:t>3</a:t>
            </a:fld>
            <a:endParaRPr lang="en-US" altLang="en-US"/>
          </a:p>
        </p:txBody>
      </p:sp>
      <p:sp>
        <p:nvSpPr>
          <p:cNvPr id="128002" name="Rectangle 2">
            <a:extLst>
              <a:ext uri="{FF2B5EF4-FFF2-40B4-BE49-F238E27FC236}">
                <a16:creationId xmlns:a16="http://schemas.microsoft.com/office/drawing/2014/main" id="{8D53E85D-B680-4650-93A5-E4415D95B510}"/>
              </a:ext>
            </a:extLst>
          </p:cNvPr>
          <p:cNvSpPr>
            <a:spLocks noChangeArrowheads="1" noTextEdit="1"/>
          </p:cNvSpPr>
          <p:nvPr>
            <p:ph type="sldImg"/>
          </p:nvPr>
        </p:nvSpPr>
        <p:spPr>
          <a:ln/>
        </p:spPr>
      </p:sp>
      <p:sp>
        <p:nvSpPr>
          <p:cNvPr id="128003" name="Rectangle 3">
            <a:extLst>
              <a:ext uri="{FF2B5EF4-FFF2-40B4-BE49-F238E27FC236}">
                <a16:creationId xmlns:a16="http://schemas.microsoft.com/office/drawing/2014/main" id="{7627DE3D-B3A7-4AEE-AC35-01B36FB48C2D}"/>
              </a:ext>
            </a:extLst>
          </p:cNvPr>
          <p:cNvSpPr>
            <a:spLocks noGrp="1" noChangeArrowheads="1"/>
          </p:cNvSpPr>
          <p:nvPr>
            <p:ph type="body" idx="1"/>
          </p:nvPr>
        </p:nvSpPr>
        <p:spPr/>
        <p:txBody>
          <a:bodyPr/>
          <a:lstStyle/>
          <a:p>
            <a:r>
              <a:rPr lang="en-US" altLang="en-US" sz="1600"/>
              <a:t>A boolean is anything that can be evaluated as true or false.   Boolean variables can store the value true or false.  Ifs and Loops have boolean conditions that are evaluated to true or false.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E957EE3-C3DB-42A1-A027-A68FFF2DFDF3}"/>
              </a:ext>
            </a:extLst>
          </p:cNvPr>
          <p:cNvSpPr>
            <a:spLocks noGrp="1" noChangeArrowheads="1"/>
          </p:cNvSpPr>
          <p:nvPr>
            <p:ph type="sldNum" sz="quarter" idx="5"/>
          </p:nvPr>
        </p:nvSpPr>
        <p:spPr>
          <a:ln/>
        </p:spPr>
        <p:txBody>
          <a:bodyPr/>
          <a:lstStyle/>
          <a:p>
            <a:fld id="{C67EB3A6-A7E3-4FA8-86CD-D9B462F79C36}" type="slidenum">
              <a:rPr lang="en-US" altLang="en-US"/>
              <a:pPr/>
              <a:t>4</a:t>
            </a:fld>
            <a:endParaRPr lang="en-US" altLang="en-US"/>
          </a:p>
        </p:txBody>
      </p:sp>
      <p:sp>
        <p:nvSpPr>
          <p:cNvPr id="129026" name="Rectangle 2">
            <a:extLst>
              <a:ext uri="{FF2B5EF4-FFF2-40B4-BE49-F238E27FC236}">
                <a16:creationId xmlns:a16="http://schemas.microsoft.com/office/drawing/2014/main" id="{05461581-E056-4A09-AE24-4574FEDEF2D1}"/>
              </a:ext>
            </a:extLst>
          </p:cNvPr>
          <p:cNvSpPr>
            <a:spLocks noChangeArrowheads="1" noTextEdit="1"/>
          </p:cNvSpPr>
          <p:nvPr>
            <p:ph type="sldImg"/>
          </p:nvPr>
        </p:nvSpPr>
        <p:spPr>
          <a:ln/>
        </p:spPr>
      </p:sp>
      <p:sp>
        <p:nvSpPr>
          <p:cNvPr id="129027" name="Rectangle 3">
            <a:extLst>
              <a:ext uri="{FF2B5EF4-FFF2-40B4-BE49-F238E27FC236}">
                <a16:creationId xmlns:a16="http://schemas.microsoft.com/office/drawing/2014/main" id="{036B764B-A7F4-4EFD-AFE4-54F2B7CD6C16}"/>
              </a:ext>
            </a:extLst>
          </p:cNvPr>
          <p:cNvSpPr>
            <a:spLocks noGrp="1" noChangeArrowheads="1"/>
          </p:cNvSpPr>
          <p:nvPr>
            <p:ph type="body" idx="1"/>
          </p:nvPr>
        </p:nvSpPr>
        <p:spPr/>
        <p:txBody>
          <a:bodyPr/>
          <a:lstStyle/>
          <a:p>
            <a:endParaRPr lang="en-US" altLang="en-US" sz="16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2490F96-22D7-4626-BD71-71DE1146518F}"/>
              </a:ext>
            </a:extLst>
          </p:cNvPr>
          <p:cNvSpPr>
            <a:spLocks noGrp="1" noChangeArrowheads="1"/>
          </p:cNvSpPr>
          <p:nvPr>
            <p:ph type="sldNum" sz="quarter" idx="5"/>
          </p:nvPr>
        </p:nvSpPr>
        <p:spPr>
          <a:ln/>
        </p:spPr>
        <p:txBody>
          <a:bodyPr/>
          <a:lstStyle/>
          <a:p>
            <a:fld id="{045AD2FF-4ED0-41A5-B012-08F60C89CE5C}" type="slidenum">
              <a:rPr lang="en-US" altLang="en-US"/>
              <a:pPr/>
              <a:t>5</a:t>
            </a:fld>
            <a:endParaRPr lang="en-US" altLang="en-US"/>
          </a:p>
        </p:txBody>
      </p:sp>
      <p:sp>
        <p:nvSpPr>
          <p:cNvPr id="130050" name="Rectangle 2">
            <a:extLst>
              <a:ext uri="{FF2B5EF4-FFF2-40B4-BE49-F238E27FC236}">
                <a16:creationId xmlns:a16="http://schemas.microsoft.com/office/drawing/2014/main" id="{865576BE-FD95-4903-8274-1A345A1452B2}"/>
              </a:ext>
            </a:extLst>
          </p:cNvPr>
          <p:cNvSpPr>
            <a:spLocks noChangeArrowheads="1" noTextEdit="1"/>
          </p:cNvSpPr>
          <p:nvPr>
            <p:ph type="sldImg"/>
          </p:nvPr>
        </p:nvSpPr>
        <p:spPr>
          <a:ln/>
        </p:spPr>
      </p:sp>
      <p:sp>
        <p:nvSpPr>
          <p:cNvPr id="130051" name="Rectangle 3">
            <a:extLst>
              <a:ext uri="{FF2B5EF4-FFF2-40B4-BE49-F238E27FC236}">
                <a16:creationId xmlns:a16="http://schemas.microsoft.com/office/drawing/2014/main" id="{6B92AE0A-86F2-4288-B52A-C2AB56A3BDEC}"/>
              </a:ext>
            </a:extLst>
          </p:cNvPr>
          <p:cNvSpPr>
            <a:spLocks noGrp="1" noChangeArrowheads="1"/>
          </p:cNvSpPr>
          <p:nvPr>
            <p:ph type="body" idx="1"/>
          </p:nvPr>
        </p:nvSpPr>
        <p:spPr/>
        <p:txBody>
          <a:bodyPr/>
          <a:lstStyle/>
          <a:p>
            <a:r>
              <a:rPr lang="en-US" altLang="en-US" sz="1600"/>
              <a:t>And is used to see if all parts are true.  In some languages, and is actually written as a word.   In other languages, and is written as a symbol, like </a:t>
            </a:r>
            <a:r>
              <a:rPr lang="en-US" altLang="en-US" sz="1600">
                <a:latin typeface="Courier New" panose="02070309020205020404" pitchFamily="49" charset="0"/>
                <a:cs typeface="Courier New" panose="02070309020205020404" pitchFamily="49" charset="0"/>
              </a:rPr>
              <a:t>&amp;&amp;</a:t>
            </a:r>
            <a:r>
              <a:rPr lang="en-US" altLang="en-US" sz="1600"/>
              <a:t> or </a:t>
            </a:r>
            <a:r>
              <a:rPr lang="en-US" altLang="en-US" sz="1600">
                <a:latin typeface="Courier New" panose="02070309020205020404" pitchFamily="49" charset="0"/>
                <a:cs typeface="Courier New" panose="02070309020205020404" pitchFamily="49" charset="0"/>
              </a:rPr>
              <a:t>&amp;</a:t>
            </a:r>
            <a:r>
              <a:rPr lang="en-US" altLang="en-US" sz="1600"/>
              <a:t>.</a:t>
            </a:r>
          </a:p>
          <a:p>
            <a:r>
              <a:rPr lang="en-US" altLang="en-US" sz="1600"/>
              <a:t>Or is used to see if any part is true.  In some languages, or is actually written as a word.  In other languages, or is written as a symbol, like </a:t>
            </a:r>
            <a:r>
              <a:rPr lang="en-US" altLang="en-US" sz="1600">
                <a:latin typeface="Courier New" panose="02070309020205020404" pitchFamily="49" charset="0"/>
                <a:cs typeface="Courier New" panose="02070309020205020404" pitchFamily="49" charset="0"/>
              </a:rPr>
              <a:t>||</a:t>
            </a:r>
            <a:r>
              <a:rPr lang="en-US" altLang="en-US" sz="1600"/>
              <a:t> or</a:t>
            </a:r>
            <a:r>
              <a:rPr lang="en-US" altLang="en-US" sz="1600">
                <a:latin typeface="Courier New" panose="02070309020205020404" pitchFamily="49" charset="0"/>
                <a:cs typeface="Courier New" panose="02070309020205020404" pitchFamily="49" charset="0"/>
              </a:rPr>
              <a:t> |</a:t>
            </a:r>
            <a:r>
              <a:rPr lang="en-US" altLang="en-US" sz="1600"/>
              <a:t>.</a:t>
            </a:r>
          </a:p>
          <a:p>
            <a:r>
              <a:rPr lang="en-US" altLang="en-US" sz="1600"/>
              <a:t>Not is used to negate a boolean value.  In some languages, not is actually written as a word.  In other languages, not is written as a symbol, like </a:t>
            </a:r>
            <a:r>
              <a:rPr lang="en-US" altLang="en-US" sz="1600">
                <a:latin typeface="Courier New" panose="02070309020205020404" pitchFamily="49" charset="0"/>
                <a:cs typeface="Courier New" panose="02070309020205020404" pitchFamily="49" charset="0"/>
              </a:rPr>
              <a:t>!</a:t>
            </a:r>
            <a:r>
              <a:rPr lang="en-US" altLang="en-US" sz="1600"/>
              <a:t>.</a:t>
            </a:r>
          </a:p>
          <a:p>
            <a:endParaRPr lang="en-US" altLang="en-US" sz="16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2A334A2-4992-441B-82D1-F36FA0624237}"/>
              </a:ext>
            </a:extLst>
          </p:cNvPr>
          <p:cNvSpPr>
            <a:spLocks noGrp="1" noChangeArrowheads="1"/>
          </p:cNvSpPr>
          <p:nvPr>
            <p:ph type="sldNum" sz="quarter" idx="5"/>
          </p:nvPr>
        </p:nvSpPr>
        <p:spPr>
          <a:ln/>
        </p:spPr>
        <p:txBody>
          <a:bodyPr/>
          <a:lstStyle/>
          <a:p>
            <a:fld id="{E2B8BBB1-5EB6-47AB-B46E-7307B39ADB6F}" type="slidenum">
              <a:rPr lang="en-US" altLang="en-US"/>
              <a:pPr/>
              <a:t>6</a:t>
            </a:fld>
            <a:endParaRPr lang="en-US" altLang="en-US"/>
          </a:p>
        </p:txBody>
      </p:sp>
      <p:sp>
        <p:nvSpPr>
          <p:cNvPr id="131074" name="Rectangle 2">
            <a:extLst>
              <a:ext uri="{FF2B5EF4-FFF2-40B4-BE49-F238E27FC236}">
                <a16:creationId xmlns:a16="http://schemas.microsoft.com/office/drawing/2014/main" id="{AE04CDA0-1062-40F3-9B1E-17769D62B53E}"/>
              </a:ext>
            </a:extLst>
          </p:cNvPr>
          <p:cNvSpPr>
            <a:spLocks noChangeArrowheads="1" noTextEdit="1"/>
          </p:cNvSpPr>
          <p:nvPr>
            <p:ph type="sldImg"/>
          </p:nvPr>
        </p:nvSpPr>
        <p:spPr>
          <a:ln/>
        </p:spPr>
      </p:sp>
      <p:sp>
        <p:nvSpPr>
          <p:cNvPr id="131075" name="Rectangle 3">
            <a:extLst>
              <a:ext uri="{FF2B5EF4-FFF2-40B4-BE49-F238E27FC236}">
                <a16:creationId xmlns:a16="http://schemas.microsoft.com/office/drawing/2014/main" id="{B3AF5EFF-D01A-40A0-B5CB-7B571F6B6065}"/>
              </a:ext>
            </a:extLst>
          </p:cNvPr>
          <p:cNvSpPr>
            <a:spLocks noGrp="1" noChangeArrowheads="1"/>
          </p:cNvSpPr>
          <p:nvPr>
            <p:ph type="body" idx="1"/>
          </p:nvPr>
        </p:nvSpPr>
        <p:spPr/>
        <p:txBody>
          <a:bodyPr/>
          <a:lstStyle/>
          <a:p>
            <a:r>
              <a:rPr lang="en-US" altLang="en-US" sz="1600"/>
              <a:t>And is used to see if all parts are true.  In some languages, and is actually written as a word.   In other languages, and is written as a symbol, like </a:t>
            </a:r>
            <a:r>
              <a:rPr lang="en-US" altLang="en-US" sz="1600">
                <a:latin typeface="Courier New" panose="02070309020205020404" pitchFamily="49" charset="0"/>
                <a:cs typeface="Courier New" panose="02070309020205020404" pitchFamily="49" charset="0"/>
              </a:rPr>
              <a:t>&amp;&amp;</a:t>
            </a:r>
            <a:r>
              <a:rPr lang="en-US" altLang="en-US" sz="1600"/>
              <a:t> or </a:t>
            </a:r>
            <a:r>
              <a:rPr lang="en-US" altLang="en-US" sz="1600">
                <a:latin typeface="Courier New" panose="02070309020205020404" pitchFamily="49" charset="0"/>
                <a:cs typeface="Courier New" panose="02070309020205020404" pitchFamily="49" charset="0"/>
              </a:rPr>
              <a:t>&amp;</a:t>
            </a:r>
            <a:r>
              <a:rPr lang="en-US" altLang="en-US" sz="1600"/>
              <a:t>.</a:t>
            </a:r>
          </a:p>
          <a:p>
            <a:r>
              <a:rPr lang="en-US" altLang="en-US" sz="1600">
                <a:latin typeface="Courier New" panose="02070309020205020404" pitchFamily="49" charset="0"/>
                <a:cs typeface="Courier New" panose="02070309020205020404" pitchFamily="49" charset="0"/>
              </a:rPr>
              <a:t>&amp;&amp;</a:t>
            </a:r>
            <a:r>
              <a:rPr lang="en-US" altLang="en-US" sz="1600"/>
              <a:t> evaluates as true if all parts connected by </a:t>
            </a:r>
            <a:r>
              <a:rPr lang="en-US" altLang="en-US" sz="1600">
                <a:latin typeface="Courier New" panose="02070309020205020404" pitchFamily="49" charset="0"/>
                <a:cs typeface="Courier New" panose="02070309020205020404" pitchFamily="49" charset="0"/>
              </a:rPr>
              <a:t>&amp;&amp;</a:t>
            </a:r>
            <a:r>
              <a:rPr lang="en-US" altLang="en-US" sz="1600"/>
              <a:t>s are true.</a:t>
            </a:r>
          </a:p>
          <a:p>
            <a:endParaRPr lang="en-US" altLang="en-US" sz="1600"/>
          </a:p>
          <a:p>
            <a:r>
              <a:rPr lang="en-US" altLang="en-US" sz="1600">
                <a:latin typeface="Courier New" panose="02070309020205020404" pitchFamily="49" charset="0"/>
                <a:cs typeface="Courier New" panose="02070309020205020404" pitchFamily="49" charset="0"/>
              </a:rPr>
              <a:t>if(A and B)</a:t>
            </a:r>
          </a:p>
          <a:p>
            <a:r>
              <a:rPr lang="en-US" altLang="en-US" sz="1600"/>
              <a:t>This condition is true if A and B are both true.  If either A or B is false, the condition is false as both parts must be true in order for the condition to be true.</a:t>
            </a:r>
          </a:p>
          <a:p>
            <a:endParaRPr lang="en-US" altLang="en-US" sz="16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A57201B-49E1-4DB2-BB7F-26F8FF702912}"/>
              </a:ext>
            </a:extLst>
          </p:cNvPr>
          <p:cNvSpPr>
            <a:spLocks noGrp="1" noChangeArrowheads="1"/>
          </p:cNvSpPr>
          <p:nvPr>
            <p:ph type="sldNum" sz="quarter" idx="5"/>
          </p:nvPr>
        </p:nvSpPr>
        <p:spPr>
          <a:ln/>
        </p:spPr>
        <p:txBody>
          <a:bodyPr/>
          <a:lstStyle/>
          <a:p>
            <a:fld id="{837B0997-F294-4F0B-8238-3A0F65179E5E}" type="slidenum">
              <a:rPr lang="en-US" altLang="en-US"/>
              <a:pPr/>
              <a:t>7</a:t>
            </a:fld>
            <a:endParaRPr lang="en-US" altLang="en-US"/>
          </a:p>
        </p:txBody>
      </p:sp>
      <p:sp>
        <p:nvSpPr>
          <p:cNvPr id="132098" name="Rectangle 2">
            <a:extLst>
              <a:ext uri="{FF2B5EF4-FFF2-40B4-BE49-F238E27FC236}">
                <a16:creationId xmlns:a16="http://schemas.microsoft.com/office/drawing/2014/main" id="{A666D81C-B66A-4A67-994B-4AAFE83DCACC}"/>
              </a:ext>
            </a:extLst>
          </p:cNvPr>
          <p:cNvSpPr>
            <a:spLocks noChangeArrowheads="1" noTextEdit="1"/>
          </p:cNvSpPr>
          <p:nvPr>
            <p:ph type="sldImg"/>
          </p:nvPr>
        </p:nvSpPr>
        <p:spPr>
          <a:ln/>
        </p:spPr>
      </p:sp>
      <p:sp>
        <p:nvSpPr>
          <p:cNvPr id="132099" name="Rectangle 3">
            <a:extLst>
              <a:ext uri="{FF2B5EF4-FFF2-40B4-BE49-F238E27FC236}">
                <a16:creationId xmlns:a16="http://schemas.microsoft.com/office/drawing/2014/main" id="{1FC546B6-7426-4403-A1A8-6E3778A15DD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F1964C6-172C-4F41-A447-D2589FCD4A2A}"/>
              </a:ext>
            </a:extLst>
          </p:cNvPr>
          <p:cNvSpPr>
            <a:spLocks noGrp="1" noChangeArrowheads="1"/>
          </p:cNvSpPr>
          <p:nvPr>
            <p:ph type="sldNum" sz="quarter" idx="5"/>
          </p:nvPr>
        </p:nvSpPr>
        <p:spPr>
          <a:ln/>
        </p:spPr>
        <p:txBody>
          <a:bodyPr/>
          <a:lstStyle/>
          <a:p>
            <a:fld id="{13CE2FC4-21A1-493B-882E-8564733B2F55}" type="slidenum">
              <a:rPr lang="en-US" altLang="en-US"/>
              <a:pPr/>
              <a:t>8</a:t>
            </a:fld>
            <a:endParaRPr lang="en-US" altLang="en-US"/>
          </a:p>
        </p:txBody>
      </p:sp>
      <p:sp>
        <p:nvSpPr>
          <p:cNvPr id="133122" name="Rectangle 2">
            <a:extLst>
              <a:ext uri="{FF2B5EF4-FFF2-40B4-BE49-F238E27FC236}">
                <a16:creationId xmlns:a16="http://schemas.microsoft.com/office/drawing/2014/main" id="{111C8299-BBB8-43A0-BFC1-04D8498121E6}"/>
              </a:ext>
            </a:extLst>
          </p:cNvPr>
          <p:cNvSpPr>
            <a:spLocks noChangeArrowheads="1" noTextEdit="1"/>
          </p:cNvSpPr>
          <p:nvPr>
            <p:ph type="sldImg"/>
          </p:nvPr>
        </p:nvSpPr>
        <p:spPr>
          <a:ln/>
        </p:spPr>
      </p:sp>
      <p:sp>
        <p:nvSpPr>
          <p:cNvPr id="133123" name="Rectangle 3">
            <a:extLst>
              <a:ext uri="{FF2B5EF4-FFF2-40B4-BE49-F238E27FC236}">
                <a16:creationId xmlns:a16="http://schemas.microsoft.com/office/drawing/2014/main" id="{3AF92C4B-8B45-4046-8E91-3645E967E190}"/>
              </a:ext>
            </a:extLst>
          </p:cNvPr>
          <p:cNvSpPr>
            <a:spLocks noGrp="1" noChangeArrowheads="1"/>
          </p:cNvSpPr>
          <p:nvPr>
            <p:ph type="body" idx="1"/>
          </p:nvPr>
        </p:nvSpPr>
        <p:spPr/>
        <p:txBody>
          <a:bodyPr/>
          <a:lstStyle/>
          <a:p>
            <a:r>
              <a:rPr lang="en-US" altLang="en-US" sz="1600"/>
              <a:t>Or is used to see if any part is true.  In some languages, or is actually written as a word.  In other languages, or is written as a symbol, like </a:t>
            </a:r>
            <a:r>
              <a:rPr lang="en-US" altLang="en-US" sz="1600">
                <a:latin typeface="Courier New" panose="02070309020205020404" pitchFamily="49" charset="0"/>
                <a:cs typeface="Courier New" panose="02070309020205020404" pitchFamily="49" charset="0"/>
              </a:rPr>
              <a:t>||</a:t>
            </a:r>
            <a:r>
              <a:rPr lang="en-US" altLang="en-US" sz="1600"/>
              <a:t> or</a:t>
            </a:r>
            <a:r>
              <a:rPr lang="en-US" altLang="en-US" sz="1600">
                <a:latin typeface="Courier New" panose="02070309020205020404" pitchFamily="49" charset="0"/>
                <a:cs typeface="Courier New" panose="02070309020205020404" pitchFamily="49" charset="0"/>
              </a:rPr>
              <a:t> |</a:t>
            </a:r>
            <a:r>
              <a:rPr lang="en-US" altLang="en-US" sz="1600"/>
              <a:t>.</a:t>
            </a:r>
          </a:p>
          <a:p>
            <a:r>
              <a:rPr lang="en-US" altLang="en-US" sz="1600">
                <a:latin typeface="Courier New" panose="02070309020205020404" pitchFamily="49" charset="0"/>
                <a:cs typeface="Courier New" panose="02070309020205020404" pitchFamily="49" charset="0"/>
              </a:rPr>
              <a:t>||</a:t>
            </a:r>
            <a:r>
              <a:rPr lang="en-US" altLang="en-US" sz="1600"/>
              <a:t> evaluates as true if any part connected by </a:t>
            </a:r>
            <a:r>
              <a:rPr lang="en-US" altLang="en-US" sz="1600">
                <a:latin typeface="Courier New" panose="02070309020205020404" pitchFamily="49" charset="0"/>
                <a:cs typeface="Courier New" panose="02070309020205020404" pitchFamily="49" charset="0"/>
              </a:rPr>
              <a:t>||</a:t>
            </a:r>
            <a:r>
              <a:rPr lang="en-US" altLang="en-US" sz="1600"/>
              <a:t>s is true.</a:t>
            </a:r>
          </a:p>
          <a:p>
            <a:endParaRPr lang="en-US" altLang="en-US"/>
          </a:p>
          <a:p>
            <a:r>
              <a:rPr lang="en-US" altLang="en-US" sz="1600">
                <a:latin typeface="Courier New" panose="02070309020205020404" pitchFamily="49" charset="0"/>
                <a:cs typeface="Courier New" panose="02070309020205020404" pitchFamily="49" charset="0"/>
              </a:rPr>
              <a:t>if(A or B)</a:t>
            </a:r>
          </a:p>
          <a:p>
            <a:r>
              <a:rPr lang="en-US" altLang="en-US" sz="1600"/>
              <a:t>This condition is true if A or B is true.  If A and B are both true, the condition is still true.</a:t>
            </a:r>
          </a:p>
          <a:p>
            <a:endParaRPr lang="en-US" altLang="en-US"/>
          </a:p>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6D95E47-FA18-49BC-8E21-AB86796C6165}"/>
              </a:ext>
            </a:extLst>
          </p:cNvPr>
          <p:cNvSpPr>
            <a:spLocks noGrp="1" noChangeArrowheads="1"/>
          </p:cNvSpPr>
          <p:nvPr>
            <p:ph type="sldNum" sz="quarter" idx="5"/>
          </p:nvPr>
        </p:nvSpPr>
        <p:spPr>
          <a:ln/>
        </p:spPr>
        <p:txBody>
          <a:bodyPr/>
          <a:lstStyle/>
          <a:p>
            <a:fld id="{CB336F29-E411-4504-AF7A-2D63B382AE48}" type="slidenum">
              <a:rPr lang="en-US" altLang="en-US"/>
              <a:pPr/>
              <a:t>9</a:t>
            </a:fld>
            <a:endParaRPr lang="en-US" altLang="en-US"/>
          </a:p>
        </p:txBody>
      </p:sp>
      <p:sp>
        <p:nvSpPr>
          <p:cNvPr id="134146" name="Rectangle 2">
            <a:extLst>
              <a:ext uri="{FF2B5EF4-FFF2-40B4-BE49-F238E27FC236}">
                <a16:creationId xmlns:a16="http://schemas.microsoft.com/office/drawing/2014/main" id="{2D5B9DD6-27E8-469D-9B1D-BEACAEE47FF8}"/>
              </a:ext>
            </a:extLst>
          </p:cNvPr>
          <p:cNvSpPr>
            <a:spLocks noChangeArrowheads="1" noTextEdit="1"/>
          </p:cNvSpPr>
          <p:nvPr>
            <p:ph type="sldImg"/>
          </p:nvPr>
        </p:nvSpPr>
        <p:spPr>
          <a:ln/>
        </p:spPr>
      </p:sp>
      <p:sp>
        <p:nvSpPr>
          <p:cNvPr id="134147" name="Rectangle 3">
            <a:extLst>
              <a:ext uri="{FF2B5EF4-FFF2-40B4-BE49-F238E27FC236}">
                <a16:creationId xmlns:a16="http://schemas.microsoft.com/office/drawing/2014/main" id="{302E8BD9-0501-4AC4-8DAB-D14A3387F95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0896CAA-2814-4674-863C-37EAECF896F9}"/>
              </a:ext>
            </a:extLst>
          </p:cNvPr>
          <p:cNvSpPr>
            <a:spLocks noGrp="1" noChangeArrowheads="1"/>
          </p:cNvSpPr>
          <p:nvPr>
            <p:ph type="sldNum" sz="quarter" idx="5"/>
          </p:nvPr>
        </p:nvSpPr>
        <p:spPr>
          <a:ln/>
        </p:spPr>
        <p:txBody>
          <a:bodyPr/>
          <a:lstStyle/>
          <a:p>
            <a:fld id="{6598D331-C822-4499-8176-1B3A0D367BD9}" type="slidenum">
              <a:rPr lang="en-US" altLang="en-US"/>
              <a:pPr/>
              <a:t>10</a:t>
            </a:fld>
            <a:endParaRPr lang="en-US" altLang="en-US"/>
          </a:p>
        </p:txBody>
      </p:sp>
      <p:sp>
        <p:nvSpPr>
          <p:cNvPr id="135170" name="Rectangle 2">
            <a:extLst>
              <a:ext uri="{FF2B5EF4-FFF2-40B4-BE49-F238E27FC236}">
                <a16:creationId xmlns:a16="http://schemas.microsoft.com/office/drawing/2014/main" id="{4168BF40-BC71-44A8-A1D4-B83E519257B4}"/>
              </a:ext>
            </a:extLst>
          </p:cNvPr>
          <p:cNvSpPr>
            <a:spLocks noChangeArrowheads="1" noTextEdit="1"/>
          </p:cNvSpPr>
          <p:nvPr>
            <p:ph type="sldImg"/>
          </p:nvPr>
        </p:nvSpPr>
        <p:spPr>
          <a:ln/>
        </p:spPr>
      </p:sp>
      <p:sp>
        <p:nvSpPr>
          <p:cNvPr id="135171" name="Rectangle 3">
            <a:extLst>
              <a:ext uri="{FF2B5EF4-FFF2-40B4-BE49-F238E27FC236}">
                <a16:creationId xmlns:a16="http://schemas.microsoft.com/office/drawing/2014/main" id="{F36A4ADB-0DE4-4E82-BD8A-4D9447EDC48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C583283-539F-4F42-871D-EC9AC86B945E}"/>
              </a:ext>
            </a:extLst>
          </p:cNvPr>
          <p:cNvSpPr>
            <a:spLocks noGrp="1" noChangeArrowheads="1"/>
          </p:cNvSpPr>
          <p:nvPr>
            <p:ph type="sldNum" sz="quarter" idx="5"/>
          </p:nvPr>
        </p:nvSpPr>
        <p:spPr>
          <a:ln/>
        </p:spPr>
        <p:txBody>
          <a:bodyPr/>
          <a:lstStyle/>
          <a:p>
            <a:fld id="{3052D576-749A-485F-B379-F8A5204D409A}" type="slidenum">
              <a:rPr lang="en-US" altLang="en-US"/>
              <a:pPr/>
              <a:t>11</a:t>
            </a:fld>
            <a:endParaRPr lang="en-US" altLang="en-US"/>
          </a:p>
        </p:txBody>
      </p:sp>
      <p:sp>
        <p:nvSpPr>
          <p:cNvPr id="136194" name="Rectangle 2">
            <a:extLst>
              <a:ext uri="{FF2B5EF4-FFF2-40B4-BE49-F238E27FC236}">
                <a16:creationId xmlns:a16="http://schemas.microsoft.com/office/drawing/2014/main" id="{CC46BEE5-62F8-4DFE-9664-55F285060F55}"/>
              </a:ext>
            </a:extLst>
          </p:cNvPr>
          <p:cNvSpPr>
            <a:spLocks noChangeArrowheads="1" noTextEdit="1"/>
          </p:cNvSpPr>
          <p:nvPr>
            <p:ph type="sldImg"/>
          </p:nvPr>
        </p:nvSpPr>
        <p:spPr>
          <a:ln/>
        </p:spPr>
      </p:sp>
      <p:sp>
        <p:nvSpPr>
          <p:cNvPr id="136195" name="Rectangle 3">
            <a:extLst>
              <a:ext uri="{FF2B5EF4-FFF2-40B4-BE49-F238E27FC236}">
                <a16:creationId xmlns:a16="http://schemas.microsoft.com/office/drawing/2014/main" id="{F93063DF-31C3-45F4-AE39-0055B696E071}"/>
              </a:ext>
            </a:extLst>
          </p:cNvPr>
          <p:cNvSpPr>
            <a:spLocks noGrp="1" noChangeArrowheads="1"/>
          </p:cNvSpPr>
          <p:nvPr>
            <p:ph type="body" idx="1"/>
          </p:nvPr>
        </p:nvSpPr>
        <p:spPr/>
        <p:txBody>
          <a:bodyPr/>
          <a:lstStyle/>
          <a:p>
            <a:r>
              <a:rPr lang="en-US" altLang="en-US" sz="1600"/>
              <a:t>Not is used to negate a boolean value.  In some languages, not is actually written as a word.  In other languages, not is written as a symbol, like </a:t>
            </a:r>
            <a:r>
              <a:rPr lang="en-US" altLang="en-US" sz="1600">
                <a:latin typeface="Courier New" panose="02070309020205020404" pitchFamily="49" charset="0"/>
                <a:cs typeface="Courier New" panose="02070309020205020404" pitchFamily="49" charset="0"/>
              </a:rPr>
              <a:t>!</a:t>
            </a:r>
            <a:r>
              <a:rPr lang="en-US" altLang="en-US" sz="1600"/>
              <a:t>.</a:t>
            </a:r>
          </a:p>
          <a:p>
            <a:r>
              <a:rPr lang="en-US" altLang="en-US" sz="1600"/>
              <a:t>!true is false</a:t>
            </a:r>
          </a:p>
          <a:p>
            <a:r>
              <a:rPr lang="en-US" altLang="en-US" sz="1600"/>
              <a:t>!false is true</a:t>
            </a:r>
          </a:p>
          <a:p>
            <a:endParaRPr lang="en-US" altLang="en-US" sz="1600"/>
          </a:p>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E6B3990-821A-4FAF-B5F2-9B97E485CD3F}"/>
              </a:ext>
            </a:extLst>
          </p:cNvPr>
          <p:cNvSpPr>
            <a:spLocks noGrp="1" noChangeArrowheads="1"/>
          </p:cNvSpPr>
          <p:nvPr>
            <p:ph type="sldNum" sz="quarter" idx="5"/>
          </p:nvPr>
        </p:nvSpPr>
        <p:spPr>
          <a:ln/>
        </p:spPr>
        <p:txBody>
          <a:bodyPr/>
          <a:lstStyle/>
          <a:p>
            <a:fld id="{5164AF2A-D6DF-4259-9C2E-C20057A1506A}" type="slidenum">
              <a:rPr lang="en-US" altLang="en-US"/>
              <a:pPr/>
              <a:t>12</a:t>
            </a:fld>
            <a:endParaRPr lang="en-US" altLang="en-US"/>
          </a:p>
        </p:txBody>
      </p:sp>
      <p:sp>
        <p:nvSpPr>
          <p:cNvPr id="137218" name="Rectangle 2">
            <a:extLst>
              <a:ext uri="{FF2B5EF4-FFF2-40B4-BE49-F238E27FC236}">
                <a16:creationId xmlns:a16="http://schemas.microsoft.com/office/drawing/2014/main" id="{BE68E6E4-BCED-4881-A14E-887F400FC73B}"/>
              </a:ext>
            </a:extLst>
          </p:cNvPr>
          <p:cNvSpPr>
            <a:spLocks noChangeArrowheads="1" noTextEdit="1"/>
          </p:cNvSpPr>
          <p:nvPr>
            <p:ph type="sldImg"/>
          </p:nvPr>
        </p:nvSpPr>
        <p:spPr>
          <a:ln/>
        </p:spPr>
      </p:sp>
      <p:sp>
        <p:nvSpPr>
          <p:cNvPr id="137219" name="Rectangle 3">
            <a:extLst>
              <a:ext uri="{FF2B5EF4-FFF2-40B4-BE49-F238E27FC236}">
                <a16:creationId xmlns:a16="http://schemas.microsoft.com/office/drawing/2014/main" id="{737F4EA9-7939-4ED8-947F-87F3680F248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C126FC4-8F8D-44A2-A167-DC7CA3E7ABDB}"/>
              </a:ext>
            </a:extLst>
          </p:cNvPr>
          <p:cNvSpPr>
            <a:spLocks noGrp="1" noChangeArrowheads="1"/>
          </p:cNvSpPr>
          <p:nvPr>
            <p:ph type="sldNum" sz="quarter" idx="5"/>
          </p:nvPr>
        </p:nvSpPr>
        <p:spPr>
          <a:ln/>
        </p:spPr>
        <p:txBody>
          <a:bodyPr/>
          <a:lstStyle/>
          <a:p>
            <a:fld id="{75BD2175-678F-4391-B167-05353C54BEC6}" type="slidenum">
              <a:rPr lang="en-US" altLang="en-US"/>
              <a:pPr/>
              <a:t>13</a:t>
            </a:fld>
            <a:endParaRPr lang="en-US" altLang="en-US"/>
          </a:p>
        </p:txBody>
      </p:sp>
      <p:sp>
        <p:nvSpPr>
          <p:cNvPr id="138242" name="Rectangle 2">
            <a:extLst>
              <a:ext uri="{FF2B5EF4-FFF2-40B4-BE49-F238E27FC236}">
                <a16:creationId xmlns:a16="http://schemas.microsoft.com/office/drawing/2014/main" id="{398F5960-B463-4EF6-9686-CEF14FC8738D}"/>
              </a:ext>
            </a:extLst>
          </p:cNvPr>
          <p:cNvSpPr>
            <a:spLocks noChangeArrowheads="1" noTextEdit="1"/>
          </p:cNvSpPr>
          <p:nvPr>
            <p:ph type="sldImg"/>
          </p:nvPr>
        </p:nvSpPr>
        <p:spPr>
          <a:ln/>
        </p:spPr>
      </p:sp>
      <p:sp>
        <p:nvSpPr>
          <p:cNvPr id="138243" name="Rectangle 3">
            <a:extLst>
              <a:ext uri="{FF2B5EF4-FFF2-40B4-BE49-F238E27FC236}">
                <a16:creationId xmlns:a16="http://schemas.microsoft.com/office/drawing/2014/main" id="{804F6A0C-0F68-4BCB-A420-EDFF2915FB84}"/>
              </a:ext>
            </a:extLst>
          </p:cNvPr>
          <p:cNvSpPr>
            <a:spLocks noGrp="1" noChangeArrowheads="1"/>
          </p:cNvSpPr>
          <p:nvPr>
            <p:ph type="body" idx="1"/>
          </p:nvPr>
        </p:nvSpPr>
        <p:spPr/>
        <p:txBody>
          <a:bodyPr/>
          <a:lstStyle/>
          <a:p>
            <a:r>
              <a:rPr lang="en-US" altLang="en-US" sz="1600"/>
              <a:t>Xor is a very interesting boolean operator.  Xor is true if any part of the condition is true, but false is more than one part is true.</a:t>
            </a:r>
          </a:p>
          <a:p>
            <a:endParaRPr lang="en-US" altLang="en-US" sz="1600"/>
          </a:p>
          <a:p>
            <a:r>
              <a:rPr lang="en-US" altLang="en-US" sz="1600">
                <a:latin typeface="Courier New" panose="02070309020205020404" pitchFamily="49" charset="0"/>
                <a:cs typeface="Courier New" panose="02070309020205020404" pitchFamily="49" charset="0"/>
              </a:rPr>
              <a:t>if(A xor B)</a:t>
            </a:r>
          </a:p>
          <a:p>
            <a:r>
              <a:rPr lang="en-US" altLang="en-US" sz="1600"/>
              <a:t>This condition is true if A or B is true.  If A and B are both true, the condition is false. If A and B are both false, the condition is false.</a:t>
            </a:r>
          </a:p>
          <a:p>
            <a:endParaRPr lang="en-US" altLang="en-US" sz="16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FF6DB46-CB6E-416A-960C-68C904129897}"/>
              </a:ext>
            </a:extLst>
          </p:cNvPr>
          <p:cNvSpPr>
            <a:spLocks noGrp="1" noChangeArrowheads="1"/>
          </p:cNvSpPr>
          <p:nvPr>
            <p:ph type="sldNum" sz="quarter" idx="5"/>
          </p:nvPr>
        </p:nvSpPr>
        <p:spPr>
          <a:ln/>
        </p:spPr>
        <p:txBody>
          <a:bodyPr/>
          <a:lstStyle/>
          <a:p>
            <a:fld id="{4CF0B0FF-7F79-4C88-A2DE-1873B67FB949}" type="slidenum">
              <a:rPr lang="en-US" altLang="en-US"/>
              <a:pPr/>
              <a:t>14</a:t>
            </a:fld>
            <a:endParaRPr lang="en-US" altLang="en-US"/>
          </a:p>
        </p:txBody>
      </p:sp>
      <p:sp>
        <p:nvSpPr>
          <p:cNvPr id="139266" name="Rectangle 2">
            <a:extLst>
              <a:ext uri="{FF2B5EF4-FFF2-40B4-BE49-F238E27FC236}">
                <a16:creationId xmlns:a16="http://schemas.microsoft.com/office/drawing/2014/main" id="{1820D792-CFE2-4FED-873C-BA6652DD7599}"/>
              </a:ext>
            </a:extLst>
          </p:cNvPr>
          <p:cNvSpPr>
            <a:spLocks noChangeArrowheads="1" noTextEdit="1"/>
          </p:cNvSpPr>
          <p:nvPr>
            <p:ph type="sldImg"/>
          </p:nvPr>
        </p:nvSpPr>
        <p:spPr>
          <a:ln/>
        </p:spPr>
      </p:sp>
      <p:sp>
        <p:nvSpPr>
          <p:cNvPr id="139267" name="Rectangle 3">
            <a:extLst>
              <a:ext uri="{FF2B5EF4-FFF2-40B4-BE49-F238E27FC236}">
                <a16:creationId xmlns:a16="http://schemas.microsoft.com/office/drawing/2014/main" id="{D07E1232-D72B-44FB-9059-507DF9A5B33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B95FFB4-60F8-4687-8880-AA44579E2688}"/>
              </a:ext>
            </a:extLst>
          </p:cNvPr>
          <p:cNvSpPr>
            <a:spLocks noGrp="1" noChangeArrowheads="1"/>
          </p:cNvSpPr>
          <p:nvPr>
            <p:ph type="sldNum" sz="quarter" idx="5"/>
          </p:nvPr>
        </p:nvSpPr>
        <p:spPr>
          <a:ln/>
        </p:spPr>
        <p:txBody>
          <a:bodyPr/>
          <a:lstStyle/>
          <a:p>
            <a:fld id="{7DECE2F9-7346-43C3-8C90-342040927150}" type="slidenum">
              <a:rPr lang="en-US" altLang="en-US"/>
              <a:pPr/>
              <a:t>15</a:t>
            </a:fld>
            <a:endParaRPr lang="en-US" altLang="en-US"/>
          </a:p>
        </p:txBody>
      </p:sp>
      <p:sp>
        <p:nvSpPr>
          <p:cNvPr id="140290" name="Rectangle 2">
            <a:extLst>
              <a:ext uri="{FF2B5EF4-FFF2-40B4-BE49-F238E27FC236}">
                <a16:creationId xmlns:a16="http://schemas.microsoft.com/office/drawing/2014/main" id="{8C3F3CC7-D201-4FB9-8D76-1924C8405501}"/>
              </a:ext>
            </a:extLst>
          </p:cNvPr>
          <p:cNvSpPr>
            <a:spLocks noChangeArrowheads="1" noTextEdit="1"/>
          </p:cNvSpPr>
          <p:nvPr>
            <p:ph type="sldImg"/>
          </p:nvPr>
        </p:nvSpPr>
        <p:spPr>
          <a:ln/>
        </p:spPr>
      </p:sp>
      <p:sp>
        <p:nvSpPr>
          <p:cNvPr id="140291" name="Rectangle 3">
            <a:extLst>
              <a:ext uri="{FF2B5EF4-FFF2-40B4-BE49-F238E27FC236}">
                <a16:creationId xmlns:a16="http://schemas.microsoft.com/office/drawing/2014/main" id="{4236D3FA-8887-4DF1-8D90-F154CE3E90F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9D7DFF5-8F66-499C-A432-43BADE84016C}"/>
              </a:ext>
            </a:extLst>
          </p:cNvPr>
          <p:cNvSpPr>
            <a:spLocks noGrp="1" noChangeArrowheads="1"/>
          </p:cNvSpPr>
          <p:nvPr>
            <p:ph type="sldNum" sz="quarter" idx="5"/>
          </p:nvPr>
        </p:nvSpPr>
        <p:spPr>
          <a:ln/>
        </p:spPr>
        <p:txBody>
          <a:bodyPr/>
          <a:lstStyle/>
          <a:p>
            <a:fld id="{296C2DDA-5DBB-48AE-9D60-DEE4BC0F0F85}" type="slidenum">
              <a:rPr lang="en-US" altLang="en-US"/>
              <a:pPr/>
              <a:t>16</a:t>
            </a:fld>
            <a:endParaRPr lang="en-US" altLang="en-US"/>
          </a:p>
        </p:txBody>
      </p:sp>
      <p:sp>
        <p:nvSpPr>
          <p:cNvPr id="141314" name="Rectangle 2">
            <a:extLst>
              <a:ext uri="{FF2B5EF4-FFF2-40B4-BE49-F238E27FC236}">
                <a16:creationId xmlns:a16="http://schemas.microsoft.com/office/drawing/2014/main" id="{46EE23BF-824D-4A9D-BAF4-0CF2A0767785}"/>
              </a:ext>
            </a:extLst>
          </p:cNvPr>
          <p:cNvSpPr>
            <a:spLocks noChangeArrowheads="1" noTextEdit="1"/>
          </p:cNvSpPr>
          <p:nvPr>
            <p:ph type="sldImg"/>
          </p:nvPr>
        </p:nvSpPr>
        <p:spPr>
          <a:ln/>
        </p:spPr>
      </p:sp>
      <p:sp>
        <p:nvSpPr>
          <p:cNvPr id="141315" name="Rectangle 3">
            <a:extLst>
              <a:ext uri="{FF2B5EF4-FFF2-40B4-BE49-F238E27FC236}">
                <a16:creationId xmlns:a16="http://schemas.microsoft.com/office/drawing/2014/main" id="{216AB96B-CC45-4725-A97D-BC03DCA10E9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BF86EB2-6E87-4063-A03C-31A175882833}"/>
              </a:ext>
            </a:extLst>
          </p:cNvPr>
          <p:cNvSpPr>
            <a:spLocks noGrp="1" noChangeArrowheads="1"/>
          </p:cNvSpPr>
          <p:nvPr>
            <p:ph type="sldNum" sz="quarter" idx="5"/>
          </p:nvPr>
        </p:nvSpPr>
        <p:spPr>
          <a:ln/>
        </p:spPr>
        <p:txBody>
          <a:bodyPr/>
          <a:lstStyle/>
          <a:p>
            <a:fld id="{FE03BC88-15D3-4C3D-98F4-C5902942AA99}" type="slidenum">
              <a:rPr lang="en-US" altLang="en-US"/>
              <a:pPr/>
              <a:t>17</a:t>
            </a:fld>
            <a:endParaRPr lang="en-US" altLang="en-US"/>
          </a:p>
        </p:txBody>
      </p:sp>
      <p:sp>
        <p:nvSpPr>
          <p:cNvPr id="142338" name="Rectangle 2">
            <a:extLst>
              <a:ext uri="{FF2B5EF4-FFF2-40B4-BE49-F238E27FC236}">
                <a16:creationId xmlns:a16="http://schemas.microsoft.com/office/drawing/2014/main" id="{87CFF30C-BABB-4C3A-800A-32372168DE78}"/>
              </a:ext>
            </a:extLst>
          </p:cNvPr>
          <p:cNvSpPr>
            <a:spLocks noChangeArrowheads="1" noTextEdit="1"/>
          </p:cNvSpPr>
          <p:nvPr>
            <p:ph type="sldImg"/>
          </p:nvPr>
        </p:nvSpPr>
        <p:spPr>
          <a:ln/>
        </p:spPr>
      </p:sp>
      <p:sp>
        <p:nvSpPr>
          <p:cNvPr id="142339" name="Rectangle 3">
            <a:extLst>
              <a:ext uri="{FF2B5EF4-FFF2-40B4-BE49-F238E27FC236}">
                <a16:creationId xmlns:a16="http://schemas.microsoft.com/office/drawing/2014/main" id="{DE1ED54B-294D-42DD-AFEC-B9C2371CDD8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65E95E2-3E3C-4E45-850A-4F20F449E4AD}"/>
              </a:ext>
            </a:extLst>
          </p:cNvPr>
          <p:cNvSpPr>
            <a:spLocks noGrp="1" noChangeArrowheads="1"/>
          </p:cNvSpPr>
          <p:nvPr>
            <p:ph type="sldNum" sz="quarter" idx="5"/>
          </p:nvPr>
        </p:nvSpPr>
        <p:spPr>
          <a:ln/>
        </p:spPr>
        <p:txBody>
          <a:bodyPr/>
          <a:lstStyle/>
          <a:p>
            <a:fld id="{2F52E994-36AC-4349-8ABC-EA293CBA11A8}" type="slidenum">
              <a:rPr lang="en-US" altLang="en-US"/>
              <a:pPr/>
              <a:t>18</a:t>
            </a:fld>
            <a:endParaRPr lang="en-US" altLang="en-US"/>
          </a:p>
        </p:txBody>
      </p:sp>
      <p:sp>
        <p:nvSpPr>
          <p:cNvPr id="143362" name="Rectangle 2">
            <a:extLst>
              <a:ext uri="{FF2B5EF4-FFF2-40B4-BE49-F238E27FC236}">
                <a16:creationId xmlns:a16="http://schemas.microsoft.com/office/drawing/2014/main" id="{BC3F8801-8FC0-4AD2-8079-4B927F4C43D5}"/>
              </a:ext>
            </a:extLst>
          </p:cNvPr>
          <p:cNvSpPr>
            <a:spLocks noChangeArrowheads="1" noTextEdit="1"/>
          </p:cNvSpPr>
          <p:nvPr>
            <p:ph type="sldImg"/>
          </p:nvPr>
        </p:nvSpPr>
        <p:spPr>
          <a:ln/>
        </p:spPr>
      </p:sp>
      <p:sp>
        <p:nvSpPr>
          <p:cNvPr id="143363" name="Rectangle 3">
            <a:extLst>
              <a:ext uri="{FF2B5EF4-FFF2-40B4-BE49-F238E27FC236}">
                <a16:creationId xmlns:a16="http://schemas.microsoft.com/office/drawing/2014/main" id="{C9D9DAB8-E358-4F65-A83F-7DF9C021282B}"/>
              </a:ext>
            </a:extLst>
          </p:cNvPr>
          <p:cNvSpPr>
            <a:spLocks noGrp="1" noChangeArrowheads="1"/>
          </p:cNvSpPr>
          <p:nvPr>
            <p:ph type="body" idx="1"/>
          </p:nvPr>
        </p:nvSpPr>
        <p:spPr/>
        <p:txBody>
          <a:bodyPr/>
          <a:lstStyle/>
          <a:p>
            <a:r>
              <a:rPr lang="en-US" altLang="en-US" sz="1600"/>
              <a:t>The law is absorption is essentially simplifying the expression.  C is dominant term in the expressions above.</a:t>
            </a:r>
          </a:p>
          <a:p>
            <a:r>
              <a:rPr lang="en-US" altLang="en-US" sz="1600"/>
              <a:t>C alone determines if the expression is true or false.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1E46D92-84A2-4C85-AE60-2AE538C0C36D}"/>
              </a:ext>
            </a:extLst>
          </p:cNvPr>
          <p:cNvSpPr>
            <a:spLocks noGrp="1" noChangeArrowheads="1"/>
          </p:cNvSpPr>
          <p:nvPr>
            <p:ph type="sldNum" sz="quarter" idx="5"/>
          </p:nvPr>
        </p:nvSpPr>
        <p:spPr>
          <a:ln/>
        </p:spPr>
        <p:txBody>
          <a:bodyPr/>
          <a:lstStyle/>
          <a:p>
            <a:fld id="{79861C74-A025-4F88-B0B8-ED61A7D3054A}" type="slidenum">
              <a:rPr lang="en-US" altLang="en-US"/>
              <a:pPr/>
              <a:t>19</a:t>
            </a:fld>
            <a:endParaRPr lang="en-US" altLang="en-US"/>
          </a:p>
        </p:txBody>
      </p:sp>
      <p:sp>
        <p:nvSpPr>
          <p:cNvPr id="144386" name="Rectangle 2">
            <a:extLst>
              <a:ext uri="{FF2B5EF4-FFF2-40B4-BE49-F238E27FC236}">
                <a16:creationId xmlns:a16="http://schemas.microsoft.com/office/drawing/2014/main" id="{6CF98D23-E59F-4338-A069-726E663C9E7E}"/>
              </a:ext>
            </a:extLst>
          </p:cNvPr>
          <p:cNvSpPr>
            <a:spLocks noChangeArrowheads="1" noTextEdit="1"/>
          </p:cNvSpPr>
          <p:nvPr>
            <p:ph type="sldImg"/>
          </p:nvPr>
        </p:nvSpPr>
        <p:spPr>
          <a:ln/>
        </p:spPr>
      </p:sp>
      <p:sp>
        <p:nvSpPr>
          <p:cNvPr id="144387" name="Rectangle 3">
            <a:extLst>
              <a:ext uri="{FF2B5EF4-FFF2-40B4-BE49-F238E27FC236}">
                <a16:creationId xmlns:a16="http://schemas.microsoft.com/office/drawing/2014/main" id="{65A03B4D-8FBE-4172-817D-DC04FBDDC07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A31CFCD-B39C-45DA-911E-6A62DD375E08}"/>
              </a:ext>
            </a:extLst>
          </p:cNvPr>
          <p:cNvSpPr>
            <a:spLocks noGrp="1" noChangeArrowheads="1"/>
          </p:cNvSpPr>
          <p:nvPr>
            <p:ph type="sldNum" sz="quarter" idx="5"/>
          </p:nvPr>
        </p:nvSpPr>
        <p:spPr>
          <a:ln/>
        </p:spPr>
        <p:txBody>
          <a:bodyPr/>
          <a:lstStyle/>
          <a:p>
            <a:fld id="{1BC051A3-D64D-4904-B072-F8A944EDEB62}" type="slidenum">
              <a:rPr lang="en-US" altLang="en-US"/>
              <a:pPr/>
              <a:t>20</a:t>
            </a:fld>
            <a:endParaRPr lang="en-US" altLang="en-US"/>
          </a:p>
        </p:txBody>
      </p:sp>
      <p:sp>
        <p:nvSpPr>
          <p:cNvPr id="145410" name="Rectangle 2">
            <a:extLst>
              <a:ext uri="{FF2B5EF4-FFF2-40B4-BE49-F238E27FC236}">
                <a16:creationId xmlns:a16="http://schemas.microsoft.com/office/drawing/2014/main" id="{8616D67D-AC04-4D73-98F7-C2096E7CB73E}"/>
              </a:ext>
            </a:extLst>
          </p:cNvPr>
          <p:cNvSpPr>
            <a:spLocks noChangeArrowheads="1" noTextEdit="1"/>
          </p:cNvSpPr>
          <p:nvPr>
            <p:ph type="sldImg"/>
          </p:nvPr>
        </p:nvSpPr>
        <p:spPr>
          <a:ln/>
        </p:spPr>
      </p:sp>
      <p:sp>
        <p:nvSpPr>
          <p:cNvPr id="145411" name="Rectangle 3">
            <a:extLst>
              <a:ext uri="{FF2B5EF4-FFF2-40B4-BE49-F238E27FC236}">
                <a16:creationId xmlns:a16="http://schemas.microsoft.com/office/drawing/2014/main" id="{43AA0276-C92A-4975-8296-C544E14474D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7867A86-83C0-4FA2-ADA2-CF59F99521E3}"/>
              </a:ext>
            </a:extLst>
          </p:cNvPr>
          <p:cNvSpPr>
            <a:spLocks noGrp="1" noChangeArrowheads="1"/>
          </p:cNvSpPr>
          <p:nvPr>
            <p:ph type="sldNum" sz="quarter" idx="5"/>
          </p:nvPr>
        </p:nvSpPr>
        <p:spPr>
          <a:ln/>
        </p:spPr>
        <p:txBody>
          <a:bodyPr/>
          <a:lstStyle/>
          <a:p>
            <a:fld id="{ECE83562-BAA4-424A-8557-4957AEC0D8F3}" type="slidenum">
              <a:rPr lang="en-US" altLang="en-US"/>
              <a:pPr/>
              <a:t>21</a:t>
            </a:fld>
            <a:endParaRPr lang="en-US" altLang="en-US"/>
          </a:p>
        </p:txBody>
      </p:sp>
      <p:sp>
        <p:nvSpPr>
          <p:cNvPr id="146434" name="Rectangle 2">
            <a:extLst>
              <a:ext uri="{FF2B5EF4-FFF2-40B4-BE49-F238E27FC236}">
                <a16:creationId xmlns:a16="http://schemas.microsoft.com/office/drawing/2014/main" id="{23AAF898-5701-42FE-BA98-F0F3808659EF}"/>
              </a:ext>
            </a:extLst>
          </p:cNvPr>
          <p:cNvSpPr>
            <a:spLocks noChangeArrowheads="1" noTextEdit="1"/>
          </p:cNvSpPr>
          <p:nvPr>
            <p:ph type="sldImg"/>
          </p:nvPr>
        </p:nvSpPr>
        <p:spPr>
          <a:ln/>
        </p:spPr>
      </p:sp>
      <p:sp>
        <p:nvSpPr>
          <p:cNvPr id="146435" name="Rectangle 3">
            <a:extLst>
              <a:ext uri="{FF2B5EF4-FFF2-40B4-BE49-F238E27FC236}">
                <a16:creationId xmlns:a16="http://schemas.microsoft.com/office/drawing/2014/main" id="{9151B494-6D79-4FD7-A9C0-8F93B84D95B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6F1B125-EA33-40CF-8E4A-10449B0D39DF}"/>
              </a:ext>
            </a:extLst>
          </p:cNvPr>
          <p:cNvSpPr>
            <a:spLocks noGrp="1" noChangeArrowheads="1"/>
          </p:cNvSpPr>
          <p:nvPr>
            <p:ph type="sldNum" sz="quarter" idx="5"/>
          </p:nvPr>
        </p:nvSpPr>
        <p:spPr>
          <a:ln/>
        </p:spPr>
        <p:txBody>
          <a:bodyPr/>
          <a:lstStyle/>
          <a:p>
            <a:fld id="{6F9864CE-A7BE-4339-8554-EA9DEDA390AB}" type="slidenum">
              <a:rPr lang="en-US" altLang="en-US"/>
              <a:pPr/>
              <a:t>22</a:t>
            </a:fld>
            <a:endParaRPr lang="en-US" altLang="en-US"/>
          </a:p>
        </p:txBody>
      </p:sp>
      <p:sp>
        <p:nvSpPr>
          <p:cNvPr id="147458" name="Rectangle 2">
            <a:extLst>
              <a:ext uri="{FF2B5EF4-FFF2-40B4-BE49-F238E27FC236}">
                <a16:creationId xmlns:a16="http://schemas.microsoft.com/office/drawing/2014/main" id="{F68AC3FF-3E21-453C-95F5-D90F5564D6A9}"/>
              </a:ext>
            </a:extLst>
          </p:cNvPr>
          <p:cNvSpPr>
            <a:spLocks noChangeArrowheads="1" noTextEdit="1"/>
          </p:cNvSpPr>
          <p:nvPr>
            <p:ph type="sldImg"/>
          </p:nvPr>
        </p:nvSpPr>
        <p:spPr>
          <a:ln/>
        </p:spPr>
      </p:sp>
      <p:sp>
        <p:nvSpPr>
          <p:cNvPr id="147459" name="Rectangle 3">
            <a:extLst>
              <a:ext uri="{FF2B5EF4-FFF2-40B4-BE49-F238E27FC236}">
                <a16:creationId xmlns:a16="http://schemas.microsoft.com/office/drawing/2014/main" id="{671BAA8A-AD32-40C1-BEA4-31AF21AD37BC}"/>
              </a:ext>
            </a:extLst>
          </p:cNvPr>
          <p:cNvSpPr>
            <a:spLocks noGrp="1" noChangeArrowheads="1"/>
          </p:cNvSpPr>
          <p:nvPr>
            <p:ph type="body" idx="1"/>
          </p:nvPr>
        </p:nvSpPr>
        <p:spPr/>
        <p:txBody>
          <a:bodyPr/>
          <a:lstStyle/>
          <a:p>
            <a:r>
              <a:rPr lang="en-US" altLang="en-US" sz="1600"/>
              <a:t>The Distributive Law is a basic algebraic law.</a:t>
            </a:r>
          </a:p>
          <a:p>
            <a:r>
              <a:rPr lang="en-US" altLang="en-US" sz="1600"/>
              <a:t>In the expressions above, distributing the term on the outside of parenthesis to each term inside the parenthesis is equivalent to the original expression.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426313D-F6E3-43B7-BF65-D8CB7D7AC3BC}"/>
              </a:ext>
            </a:extLst>
          </p:cNvPr>
          <p:cNvSpPr>
            <a:spLocks noGrp="1" noChangeArrowheads="1"/>
          </p:cNvSpPr>
          <p:nvPr>
            <p:ph type="sldNum" sz="quarter" idx="5"/>
          </p:nvPr>
        </p:nvSpPr>
        <p:spPr>
          <a:ln/>
        </p:spPr>
        <p:txBody>
          <a:bodyPr/>
          <a:lstStyle/>
          <a:p>
            <a:fld id="{65BC0929-19A0-4661-B210-C15CE9CFD8CB}" type="slidenum">
              <a:rPr lang="en-US" altLang="en-US"/>
              <a:pPr/>
              <a:t>23</a:t>
            </a:fld>
            <a:endParaRPr lang="en-US" altLang="en-US"/>
          </a:p>
        </p:txBody>
      </p:sp>
      <p:sp>
        <p:nvSpPr>
          <p:cNvPr id="148482" name="Rectangle 2">
            <a:extLst>
              <a:ext uri="{FF2B5EF4-FFF2-40B4-BE49-F238E27FC236}">
                <a16:creationId xmlns:a16="http://schemas.microsoft.com/office/drawing/2014/main" id="{5F25BAE5-39D3-4653-A401-77AB5177CDAC}"/>
              </a:ext>
            </a:extLst>
          </p:cNvPr>
          <p:cNvSpPr>
            <a:spLocks noChangeArrowheads="1" noTextEdit="1"/>
          </p:cNvSpPr>
          <p:nvPr>
            <p:ph type="sldImg"/>
          </p:nvPr>
        </p:nvSpPr>
        <p:spPr>
          <a:ln/>
        </p:spPr>
      </p:sp>
      <p:sp>
        <p:nvSpPr>
          <p:cNvPr id="148483" name="Rectangle 3">
            <a:extLst>
              <a:ext uri="{FF2B5EF4-FFF2-40B4-BE49-F238E27FC236}">
                <a16:creationId xmlns:a16="http://schemas.microsoft.com/office/drawing/2014/main" id="{942C23E5-8E91-47F5-9163-CB2F68279BA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9FEFD4F-756C-449B-93CB-AFA697AB86CB}"/>
              </a:ext>
            </a:extLst>
          </p:cNvPr>
          <p:cNvSpPr>
            <a:spLocks noGrp="1" noChangeArrowheads="1"/>
          </p:cNvSpPr>
          <p:nvPr>
            <p:ph type="sldNum" sz="quarter" idx="5"/>
          </p:nvPr>
        </p:nvSpPr>
        <p:spPr>
          <a:ln/>
        </p:spPr>
        <p:txBody>
          <a:bodyPr/>
          <a:lstStyle/>
          <a:p>
            <a:fld id="{6B8B189F-248C-4DA0-A4B1-A00206B43043}" type="slidenum">
              <a:rPr lang="en-US" altLang="en-US"/>
              <a:pPr/>
              <a:t>24</a:t>
            </a:fld>
            <a:endParaRPr lang="en-US" altLang="en-US"/>
          </a:p>
        </p:txBody>
      </p:sp>
      <p:sp>
        <p:nvSpPr>
          <p:cNvPr id="149506" name="Rectangle 2">
            <a:extLst>
              <a:ext uri="{FF2B5EF4-FFF2-40B4-BE49-F238E27FC236}">
                <a16:creationId xmlns:a16="http://schemas.microsoft.com/office/drawing/2014/main" id="{408E489B-AC9A-4C95-808D-507AB38A93CD}"/>
              </a:ext>
            </a:extLst>
          </p:cNvPr>
          <p:cNvSpPr>
            <a:spLocks noChangeArrowheads="1" noTextEdit="1"/>
          </p:cNvSpPr>
          <p:nvPr>
            <p:ph type="sldImg"/>
          </p:nvPr>
        </p:nvSpPr>
        <p:spPr>
          <a:ln/>
        </p:spPr>
      </p:sp>
      <p:sp>
        <p:nvSpPr>
          <p:cNvPr id="149507" name="Rectangle 3">
            <a:extLst>
              <a:ext uri="{FF2B5EF4-FFF2-40B4-BE49-F238E27FC236}">
                <a16:creationId xmlns:a16="http://schemas.microsoft.com/office/drawing/2014/main" id="{DA2E3A71-BCC3-493D-920F-11AE2280CBF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F0303FF-CF0D-4F22-963E-7E6F7F1B3DDA}"/>
              </a:ext>
            </a:extLst>
          </p:cNvPr>
          <p:cNvSpPr>
            <a:spLocks noGrp="1" noChangeArrowheads="1"/>
          </p:cNvSpPr>
          <p:nvPr>
            <p:ph type="sldNum" sz="quarter" idx="5"/>
          </p:nvPr>
        </p:nvSpPr>
        <p:spPr>
          <a:ln/>
        </p:spPr>
        <p:txBody>
          <a:bodyPr/>
          <a:lstStyle/>
          <a:p>
            <a:fld id="{E7F7AC74-A699-403A-910A-59044E19A510}" type="slidenum">
              <a:rPr lang="en-US" altLang="en-US"/>
              <a:pPr/>
              <a:t>25</a:t>
            </a:fld>
            <a:endParaRPr lang="en-US" altLang="en-US"/>
          </a:p>
        </p:txBody>
      </p:sp>
      <p:sp>
        <p:nvSpPr>
          <p:cNvPr id="150530" name="Rectangle 2">
            <a:extLst>
              <a:ext uri="{FF2B5EF4-FFF2-40B4-BE49-F238E27FC236}">
                <a16:creationId xmlns:a16="http://schemas.microsoft.com/office/drawing/2014/main" id="{5A64A9D1-504D-49A5-9A46-6DCF30779EC9}"/>
              </a:ext>
            </a:extLst>
          </p:cNvPr>
          <p:cNvSpPr>
            <a:spLocks noChangeArrowheads="1" noTextEdit="1"/>
          </p:cNvSpPr>
          <p:nvPr>
            <p:ph type="sldImg"/>
          </p:nvPr>
        </p:nvSpPr>
        <p:spPr>
          <a:ln/>
        </p:spPr>
      </p:sp>
      <p:sp>
        <p:nvSpPr>
          <p:cNvPr id="150531" name="Rectangle 3">
            <a:extLst>
              <a:ext uri="{FF2B5EF4-FFF2-40B4-BE49-F238E27FC236}">
                <a16:creationId xmlns:a16="http://schemas.microsoft.com/office/drawing/2014/main" id="{0F5546A7-CFEB-477A-884A-EB52CBB6F66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36A635F-EFC3-40EB-967A-5208FA2CADF8}"/>
              </a:ext>
            </a:extLst>
          </p:cNvPr>
          <p:cNvSpPr>
            <a:spLocks noGrp="1" noChangeArrowheads="1"/>
          </p:cNvSpPr>
          <p:nvPr>
            <p:ph type="sldNum" sz="quarter" idx="5"/>
          </p:nvPr>
        </p:nvSpPr>
        <p:spPr>
          <a:ln/>
        </p:spPr>
        <p:txBody>
          <a:bodyPr/>
          <a:lstStyle/>
          <a:p>
            <a:fld id="{23927E2E-4124-40C2-B456-8189A30BAE78}" type="slidenum">
              <a:rPr lang="en-US" altLang="en-US"/>
              <a:pPr/>
              <a:t>26</a:t>
            </a:fld>
            <a:endParaRPr lang="en-US" altLang="en-US"/>
          </a:p>
        </p:txBody>
      </p:sp>
      <p:sp>
        <p:nvSpPr>
          <p:cNvPr id="151554" name="Rectangle 2">
            <a:extLst>
              <a:ext uri="{FF2B5EF4-FFF2-40B4-BE49-F238E27FC236}">
                <a16:creationId xmlns:a16="http://schemas.microsoft.com/office/drawing/2014/main" id="{B245C2A1-5D6C-4D70-8A2D-F3F64DD205E8}"/>
              </a:ext>
            </a:extLst>
          </p:cNvPr>
          <p:cNvSpPr>
            <a:spLocks noChangeArrowheads="1" noTextEdit="1"/>
          </p:cNvSpPr>
          <p:nvPr>
            <p:ph type="sldImg"/>
          </p:nvPr>
        </p:nvSpPr>
        <p:spPr>
          <a:ln/>
        </p:spPr>
      </p:sp>
      <p:sp>
        <p:nvSpPr>
          <p:cNvPr id="151555" name="Rectangle 3">
            <a:extLst>
              <a:ext uri="{FF2B5EF4-FFF2-40B4-BE49-F238E27FC236}">
                <a16:creationId xmlns:a16="http://schemas.microsoft.com/office/drawing/2014/main" id="{4AC47178-0E47-40A6-A0B0-B3925537E99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1C467F8-8DFE-4F71-81C9-B806FFC6D724}"/>
              </a:ext>
            </a:extLst>
          </p:cNvPr>
          <p:cNvSpPr>
            <a:spLocks noGrp="1" noChangeArrowheads="1"/>
          </p:cNvSpPr>
          <p:nvPr>
            <p:ph type="sldNum" sz="quarter" idx="5"/>
          </p:nvPr>
        </p:nvSpPr>
        <p:spPr>
          <a:ln/>
        </p:spPr>
        <p:txBody>
          <a:bodyPr/>
          <a:lstStyle/>
          <a:p>
            <a:fld id="{D4500016-358C-448D-AAA2-4128D4428A45}" type="slidenum">
              <a:rPr lang="en-US" altLang="en-US"/>
              <a:pPr/>
              <a:t>27</a:t>
            </a:fld>
            <a:endParaRPr lang="en-US" altLang="en-US"/>
          </a:p>
        </p:txBody>
      </p:sp>
      <p:sp>
        <p:nvSpPr>
          <p:cNvPr id="152578" name="Rectangle 2">
            <a:extLst>
              <a:ext uri="{FF2B5EF4-FFF2-40B4-BE49-F238E27FC236}">
                <a16:creationId xmlns:a16="http://schemas.microsoft.com/office/drawing/2014/main" id="{74D70C3B-C0E5-4CF9-A782-C3CD6EC48476}"/>
              </a:ext>
            </a:extLst>
          </p:cNvPr>
          <p:cNvSpPr>
            <a:spLocks noChangeArrowheads="1" noTextEdit="1"/>
          </p:cNvSpPr>
          <p:nvPr>
            <p:ph type="sldImg"/>
          </p:nvPr>
        </p:nvSpPr>
        <p:spPr>
          <a:ln/>
        </p:spPr>
      </p:sp>
      <p:sp>
        <p:nvSpPr>
          <p:cNvPr id="152579" name="Rectangle 3">
            <a:extLst>
              <a:ext uri="{FF2B5EF4-FFF2-40B4-BE49-F238E27FC236}">
                <a16:creationId xmlns:a16="http://schemas.microsoft.com/office/drawing/2014/main" id="{1E2736C2-E1E2-4F91-A401-7189D1D2C6D9}"/>
              </a:ext>
            </a:extLst>
          </p:cNvPr>
          <p:cNvSpPr>
            <a:spLocks noGrp="1" noChangeArrowheads="1"/>
          </p:cNvSpPr>
          <p:nvPr>
            <p:ph type="body" idx="1"/>
          </p:nvPr>
        </p:nvSpPr>
        <p:spPr/>
        <p:txBody>
          <a:bodyPr/>
          <a:lstStyle/>
          <a:p>
            <a:r>
              <a:rPr lang="en-US" altLang="en-US" sz="1600"/>
              <a:t>Demorgan’s Law is useful to get a better picture of how the not affects the condition.</a:t>
            </a:r>
          </a:p>
          <a:p>
            <a:r>
              <a:rPr lang="en-US" altLang="en-US" sz="1600"/>
              <a:t>The easiest way to evaluate a negated condition is to simply evaluate the condition and then apply the negation.</a:t>
            </a:r>
          </a:p>
          <a:p>
            <a:r>
              <a:rPr lang="en-US" altLang="en-US" sz="1600"/>
              <a:t>If the condition is true, applying the negation makes the condition false.</a:t>
            </a:r>
          </a:p>
          <a:p>
            <a:r>
              <a:rPr lang="en-US" altLang="en-US" sz="1600"/>
              <a:t>If the condition is false, applying the negation makes the condition true.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9537DA6-99A1-4600-A041-EC40A1AF1762}"/>
              </a:ext>
            </a:extLst>
          </p:cNvPr>
          <p:cNvSpPr>
            <a:spLocks noGrp="1" noChangeArrowheads="1"/>
          </p:cNvSpPr>
          <p:nvPr>
            <p:ph type="sldNum" sz="quarter" idx="5"/>
          </p:nvPr>
        </p:nvSpPr>
        <p:spPr>
          <a:ln/>
        </p:spPr>
        <p:txBody>
          <a:bodyPr/>
          <a:lstStyle/>
          <a:p>
            <a:fld id="{8FDE8088-F88E-4C8A-872E-CD3802E74FC5}" type="slidenum">
              <a:rPr lang="en-US" altLang="en-US"/>
              <a:pPr/>
              <a:t>28</a:t>
            </a:fld>
            <a:endParaRPr lang="en-US" altLang="en-US"/>
          </a:p>
        </p:txBody>
      </p:sp>
      <p:sp>
        <p:nvSpPr>
          <p:cNvPr id="153602" name="Rectangle 2">
            <a:extLst>
              <a:ext uri="{FF2B5EF4-FFF2-40B4-BE49-F238E27FC236}">
                <a16:creationId xmlns:a16="http://schemas.microsoft.com/office/drawing/2014/main" id="{C0532A81-AFDE-40D8-B832-207E3FA0A3A1}"/>
              </a:ext>
            </a:extLst>
          </p:cNvPr>
          <p:cNvSpPr>
            <a:spLocks noChangeArrowheads="1" noTextEdit="1"/>
          </p:cNvSpPr>
          <p:nvPr>
            <p:ph type="sldImg"/>
          </p:nvPr>
        </p:nvSpPr>
        <p:spPr>
          <a:ln/>
        </p:spPr>
      </p:sp>
      <p:sp>
        <p:nvSpPr>
          <p:cNvPr id="153603" name="Rectangle 3">
            <a:extLst>
              <a:ext uri="{FF2B5EF4-FFF2-40B4-BE49-F238E27FC236}">
                <a16:creationId xmlns:a16="http://schemas.microsoft.com/office/drawing/2014/main" id="{D4E0D695-8EE2-4718-A210-4937FB35B4C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8EB698B-A023-4554-B2F6-D2093398B5A4}"/>
              </a:ext>
            </a:extLst>
          </p:cNvPr>
          <p:cNvSpPr>
            <a:spLocks noGrp="1" noChangeArrowheads="1"/>
          </p:cNvSpPr>
          <p:nvPr>
            <p:ph type="sldNum" sz="quarter" idx="5"/>
          </p:nvPr>
        </p:nvSpPr>
        <p:spPr>
          <a:ln/>
        </p:spPr>
        <p:txBody>
          <a:bodyPr/>
          <a:lstStyle/>
          <a:p>
            <a:fld id="{6F34E44D-26C9-4748-BDCE-F7AD2D3CA7B7}" type="slidenum">
              <a:rPr lang="en-US" altLang="en-US"/>
              <a:pPr/>
              <a:t>29</a:t>
            </a:fld>
            <a:endParaRPr lang="en-US" altLang="en-US"/>
          </a:p>
        </p:txBody>
      </p:sp>
      <p:sp>
        <p:nvSpPr>
          <p:cNvPr id="154626" name="Rectangle 2">
            <a:extLst>
              <a:ext uri="{FF2B5EF4-FFF2-40B4-BE49-F238E27FC236}">
                <a16:creationId xmlns:a16="http://schemas.microsoft.com/office/drawing/2014/main" id="{44A364F6-F61E-4057-B18F-B6CFA28CB79E}"/>
              </a:ext>
            </a:extLst>
          </p:cNvPr>
          <p:cNvSpPr>
            <a:spLocks noChangeArrowheads="1" noTextEdit="1"/>
          </p:cNvSpPr>
          <p:nvPr>
            <p:ph type="sldImg"/>
          </p:nvPr>
        </p:nvSpPr>
        <p:spPr>
          <a:ln/>
        </p:spPr>
      </p:sp>
      <p:sp>
        <p:nvSpPr>
          <p:cNvPr id="154627" name="Rectangle 3">
            <a:extLst>
              <a:ext uri="{FF2B5EF4-FFF2-40B4-BE49-F238E27FC236}">
                <a16:creationId xmlns:a16="http://schemas.microsoft.com/office/drawing/2014/main" id="{5A34EB38-1ED7-41FA-8B51-2587016E04D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877BBEB-F371-4CF0-A49C-8C4BD3D907DE}"/>
              </a:ext>
            </a:extLst>
          </p:cNvPr>
          <p:cNvSpPr>
            <a:spLocks noGrp="1" noChangeArrowheads="1"/>
          </p:cNvSpPr>
          <p:nvPr>
            <p:ph type="sldNum" sz="quarter" idx="5"/>
          </p:nvPr>
        </p:nvSpPr>
        <p:spPr>
          <a:ln/>
        </p:spPr>
        <p:txBody>
          <a:bodyPr/>
          <a:lstStyle/>
          <a:p>
            <a:fld id="{20D49BD1-5A1E-476E-9384-69AA99B60FD8}" type="slidenum">
              <a:rPr lang="en-US" altLang="en-US"/>
              <a:pPr/>
              <a:t>30</a:t>
            </a:fld>
            <a:endParaRPr lang="en-US" altLang="en-US"/>
          </a:p>
        </p:txBody>
      </p:sp>
      <p:sp>
        <p:nvSpPr>
          <p:cNvPr id="155650" name="Rectangle 2">
            <a:extLst>
              <a:ext uri="{FF2B5EF4-FFF2-40B4-BE49-F238E27FC236}">
                <a16:creationId xmlns:a16="http://schemas.microsoft.com/office/drawing/2014/main" id="{A97A0754-4212-44C3-9325-20AE9BD9D832}"/>
              </a:ext>
            </a:extLst>
          </p:cNvPr>
          <p:cNvSpPr>
            <a:spLocks noChangeArrowheads="1" noTextEdit="1"/>
          </p:cNvSpPr>
          <p:nvPr>
            <p:ph type="sldImg"/>
          </p:nvPr>
        </p:nvSpPr>
        <p:spPr>
          <a:ln/>
        </p:spPr>
      </p:sp>
      <p:sp>
        <p:nvSpPr>
          <p:cNvPr id="155651" name="Rectangle 3">
            <a:extLst>
              <a:ext uri="{FF2B5EF4-FFF2-40B4-BE49-F238E27FC236}">
                <a16:creationId xmlns:a16="http://schemas.microsoft.com/office/drawing/2014/main" id="{655DB7D4-C52F-4B9E-850D-3C790A0AEC6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C8C23F8-1F1E-44EB-A890-FBA61A214716}"/>
              </a:ext>
            </a:extLst>
          </p:cNvPr>
          <p:cNvSpPr>
            <a:spLocks noGrp="1" noChangeArrowheads="1"/>
          </p:cNvSpPr>
          <p:nvPr>
            <p:ph type="sldNum" sz="quarter" idx="5"/>
          </p:nvPr>
        </p:nvSpPr>
        <p:spPr>
          <a:ln/>
        </p:spPr>
        <p:txBody>
          <a:bodyPr/>
          <a:lstStyle/>
          <a:p>
            <a:fld id="{0F546A60-05C2-4B62-B08D-BFCA66D5C2F4}" type="slidenum">
              <a:rPr lang="en-US" altLang="en-US"/>
              <a:pPr/>
              <a:t>31</a:t>
            </a:fld>
            <a:endParaRPr lang="en-US" altLang="en-US"/>
          </a:p>
        </p:txBody>
      </p:sp>
      <p:sp>
        <p:nvSpPr>
          <p:cNvPr id="156674" name="Rectangle 2">
            <a:extLst>
              <a:ext uri="{FF2B5EF4-FFF2-40B4-BE49-F238E27FC236}">
                <a16:creationId xmlns:a16="http://schemas.microsoft.com/office/drawing/2014/main" id="{BF630772-B9B5-498F-8F71-CD08FA598F3A}"/>
              </a:ext>
            </a:extLst>
          </p:cNvPr>
          <p:cNvSpPr>
            <a:spLocks noChangeArrowheads="1" noTextEdit="1"/>
          </p:cNvSpPr>
          <p:nvPr>
            <p:ph type="sldImg"/>
          </p:nvPr>
        </p:nvSpPr>
        <p:spPr>
          <a:ln/>
        </p:spPr>
      </p:sp>
      <p:sp>
        <p:nvSpPr>
          <p:cNvPr id="156675" name="Rectangle 3">
            <a:extLst>
              <a:ext uri="{FF2B5EF4-FFF2-40B4-BE49-F238E27FC236}">
                <a16:creationId xmlns:a16="http://schemas.microsoft.com/office/drawing/2014/main" id="{9F7C7605-75D2-4E1C-88B3-7A13A1DDDDA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A5EE1EA-42A9-48FF-B656-AD43FB8DF964}"/>
              </a:ext>
            </a:extLst>
          </p:cNvPr>
          <p:cNvSpPr>
            <a:spLocks noGrp="1" noChangeArrowheads="1"/>
          </p:cNvSpPr>
          <p:nvPr>
            <p:ph type="sldNum" sz="quarter" idx="5"/>
          </p:nvPr>
        </p:nvSpPr>
        <p:spPr>
          <a:ln/>
        </p:spPr>
        <p:txBody>
          <a:bodyPr/>
          <a:lstStyle/>
          <a:p>
            <a:fld id="{096151B0-1615-429E-9722-B4B06236286C}" type="slidenum">
              <a:rPr lang="en-US" altLang="en-US"/>
              <a:pPr/>
              <a:t>32</a:t>
            </a:fld>
            <a:endParaRPr lang="en-US" altLang="en-US"/>
          </a:p>
        </p:txBody>
      </p:sp>
      <p:sp>
        <p:nvSpPr>
          <p:cNvPr id="157698" name="Rectangle 2">
            <a:extLst>
              <a:ext uri="{FF2B5EF4-FFF2-40B4-BE49-F238E27FC236}">
                <a16:creationId xmlns:a16="http://schemas.microsoft.com/office/drawing/2014/main" id="{D0F4AE9F-221E-46F5-9995-686F61786872}"/>
              </a:ext>
            </a:extLst>
          </p:cNvPr>
          <p:cNvSpPr>
            <a:spLocks noChangeArrowheads="1" noTextEdit="1"/>
          </p:cNvSpPr>
          <p:nvPr>
            <p:ph type="sldImg"/>
          </p:nvPr>
        </p:nvSpPr>
        <p:spPr>
          <a:ln/>
        </p:spPr>
      </p:sp>
      <p:sp>
        <p:nvSpPr>
          <p:cNvPr id="157699" name="Rectangle 3">
            <a:extLst>
              <a:ext uri="{FF2B5EF4-FFF2-40B4-BE49-F238E27FC236}">
                <a16:creationId xmlns:a16="http://schemas.microsoft.com/office/drawing/2014/main" id="{A7DC8991-4B57-4996-BDB1-AF71C92449B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3B07B3E-CD86-4118-9052-11F73331CD13}"/>
              </a:ext>
            </a:extLst>
          </p:cNvPr>
          <p:cNvSpPr>
            <a:spLocks noGrp="1" noChangeArrowheads="1"/>
          </p:cNvSpPr>
          <p:nvPr>
            <p:ph type="sldNum" sz="quarter" idx="5"/>
          </p:nvPr>
        </p:nvSpPr>
        <p:spPr>
          <a:ln/>
        </p:spPr>
        <p:txBody>
          <a:bodyPr/>
          <a:lstStyle/>
          <a:p>
            <a:fld id="{BF9855F0-D916-442E-8662-82CDF0947C06}" type="slidenum">
              <a:rPr lang="en-US" altLang="en-US"/>
              <a:pPr/>
              <a:t>33</a:t>
            </a:fld>
            <a:endParaRPr lang="en-US" altLang="en-US"/>
          </a:p>
        </p:txBody>
      </p:sp>
      <p:sp>
        <p:nvSpPr>
          <p:cNvPr id="158722" name="Rectangle 2">
            <a:extLst>
              <a:ext uri="{FF2B5EF4-FFF2-40B4-BE49-F238E27FC236}">
                <a16:creationId xmlns:a16="http://schemas.microsoft.com/office/drawing/2014/main" id="{FA678705-0462-4335-B0D4-BCB6D6D64010}"/>
              </a:ext>
            </a:extLst>
          </p:cNvPr>
          <p:cNvSpPr>
            <a:spLocks noChangeArrowheads="1" noTextEdit="1"/>
          </p:cNvSpPr>
          <p:nvPr>
            <p:ph type="sldImg"/>
          </p:nvPr>
        </p:nvSpPr>
        <p:spPr>
          <a:ln/>
        </p:spPr>
      </p:sp>
      <p:sp>
        <p:nvSpPr>
          <p:cNvPr id="158723" name="Rectangle 3">
            <a:extLst>
              <a:ext uri="{FF2B5EF4-FFF2-40B4-BE49-F238E27FC236}">
                <a16:creationId xmlns:a16="http://schemas.microsoft.com/office/drawing/2014/main" id="{EB0888AC-8763-44B9-B84D-B18E0942ECE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38D526F-2AA8-4FBB-8F0E-DF465D57EB89}"/>
              </a:ext>
            </a:extLst>
          </p:cNvPr>
          <p:cNvSpPr>
            <a:spLocks noGrp="1" noChangeArrowheads="1"/>
          </p:cNvSpPr>
          <p:nvPr>
            <p:ph type="sldNum" sz="quarter" idx="5"/>
          </p:nvPr>
        </p:nvSpPr>
        <p:spPr>
          <a:ln/>
        </p:spPr>
        <p:txBody>
          <a:bodyPr/>
          <a:lstStyle/>
          <a:p>
            <a:fld id="{5796F1E2-D1C7-4C5F-91F9-4D9BC7767E37}" type="slidenum">
              <a:rPr lang="en-US" altLang="en-US"/>
              <a:pPr/>
              <a:t>34</a:t>
            </a:fld>
            <a:endParaRPr lang="en-US" altLang="en-US"/>
          </a:p>
        </p:txBody>
      </p:sp>
      <p:sp>
        <p:nvSpPr>
          <p:cNvPr id="159746" name="Rectangle 2">
            <a:extLst>
              <a:ext uri="{FF2B5EF4-FFF2-40B4-BE49-F238E27FC236}">
                <a16:creationId xmlns:a16="http://schemas.microsoft.com/office/drawing/2014/main" id="{609AC73B-4035-4748-98F6-59EE34CF0FF3}"/>
              </a:ext>
            </a:extLst>
          </p:cNvPr>
          <p:cNvSpPr>
            <a:spLocks noChangeArrowheads="1" noTextEdit="1"/>
          </p:cNvSpPr>
          <p:nvPr>
            <p:ph type="sldImg"/>
          </p:nvPr>
        </p:nvSpPr>
        <p:spPr>
          <a:ln/>
        </p:spPr>
      </p:sp>
      <p:sp>
        <p:nvSpPr>
          <p:cNvPr id="159747" name="Rectangle 3">
            <a:extLst>
              <a:ext uri="{FF2B5EF4-FFF2-40B4-BE49-F238E27FC236}">
                <a16:creationId xmlns:a16="http://schemas.microsoft.com/office/drawing/2014/main" id="{E6C263A5-9EE7-4C50-94DD-8AEF689851C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76DA121-74A7-4C2A-8DF4-7E2DAAAC4CE6}"/>
              </a:ext>
            </a:extLst>
          </p:cNvPr>
          <p:cNvSpPr>
            <a:spLocks noGrp="1" noChangeArrowheads="1"/>
          </p:cNvSpPr>
          <p:nvPr>
            <p:ph type="sldNum" sz="quarter" idx="5"/>
          </p:nvPr>
        </p:nvSpPr>
        <p:spPr>
          <a:ln/>
        </p:spPr>
        <p:txBody>
          <a:bodyPr/>
          <a:lstStyle/>
          <a:p>
            <a:fld id="{C340B437-3771-486D-93E6-BC1908C50C67}" type="slidenum">
              <a:rPr lang="en-US" altLang="en-US"/>
              <a:pPr/>
              <a:t>35</a:t>
            </a:fld>
            <a:endParaRPr lang="en-US" altLang="en-US"/>
          </a:p>
        </p:txBody>
      </p:sp>
      <p:sp>
        <p:nvSpPr>
          <p:cNvPr id="160770" name="Rectangle 2">
            <a:extLst>
              <a:ext uri="{FF2B5EF4-FFF2-40B4-BE49-F238E27FC236}">
                <a16:creationId xmlns:a16="http://schemas.microsoft.com/office/drawing/2014/main" id="{212C9F4F-0ED4-45E9-934E-8AC3F9F79D59}"/>
              </a:ext>
            </a:extLst>
          </p:cNvPr>
          <p:cNvSpPr>
            <a:spLocks noChangeArrowheads="1" noTextEdit="1"/>
          </p:cNvSpPr>
          <p:nvPr>
            <p:ph type="sldImg"/>
          </p:nvPr>
        </p:nvSpPr>
        <p:spPr>
          <a:ln/>
        </p:spPr>
      </p:sp>
      <p:sp>
        <p:nvSpPr>
          <p:cNvPr id="160771" name="Rectangle 3">
            <a:extLst>
              <a:ext uri="{FF2B5EF4-FFF2-40B4-BE49-F238E27FC236}">
                <a16:creationId xmlns:a16="http://schemas.microsoft.com/office/drawing/2014/main" id="{D9867D0D-6785-4BF1-BF5C-56D2CFE4B43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AB6CE8D-75FE-4487-ACBE-84D18540DCBC}"/>
              </a:ext>
            </a:extLst>
          </p:cNvPr>
          <p:cNvSpPr>
            <a:spLocks noGrp="1" noChangeArrowheads="1"/>
          </p:cNvSpPr>
          <p:nvPr>
            <p:ph type="sldNum" sz="quarter" idx="5"/>
          </p:nvPr>
        </p:nvSpPr>
        <p:spPr>
          <a:ln/>
        </p:spPr>
        <p:txBody>
          <a:bodyPr/>
          <a:lstStyle/>
          <a:p>
            <a:fld id="{D4C21157-BD62-456A-B72F-8D0EFA28C6A4}" type="slidenum">
              <a:rPr lang="en-US" altLang="en-US"/>
              <a:pPr/>
              <a:t>36</a:t>
            </a:fld>
            <a:endParaRPr lang="en-US" altLang="en-US"/>
          </a:p>
        </p:txBody>
      </p:sp>
      <p:sp>
        <p:nvSpPr>
          <p:cNvPr id="161794" name="Rectangle 2">
            <a:extLst>
              <a:ext uri="{FF2B5EF4-FFF2-40B4-BE49-F238E27FC236}">
                <a16:creationId xmlns:a16="http://schemas.microsoft.com/office/drawing/2014/main" id="{B5F5E8B6-27CD-4EB1-8B9F-3B4DDCB4DB01}"/>
              </a:ext>
            </a:extLst>
          </p:cNvPr>
          <p:cNvSpPr>
            <a:spLocks noChangeArrowheads="1" noTextEdit="1"/>
          </p:cNvSpPr>
          <p:nvPr>
            <p:ph type="sldImg"/>
          </p:nvPr>
        </p:nvSpPr>
        <p:spPr>
          <a:ln/>
        </p:spPr>
      </p:sp>
      <p:sp>
        <p:nvSpPr>
          <p:cNvPr id="161795" name="Rectangle 3">
            <a:extLst>
              <a:ext uri="{FF2B5EF4-FFF2-40B4-BE49-F238E27FC236}">
                <a16:creationId xmlns:a16="http://schemas.microsoft.com/office/drawing/2014/main" id="{7D35496C-C03B-4053-92A3-4397070244E9}"/>
              </a:ext>
            </a:extLst>
          </p:cNvPr>
          <p:cNvSpPr>
            <a:spLocks noGrp="1" noChangeArrowheads="1"/>
          </p:cNvSpPr>
          <p:nvPr>
            <p:ph type="body" idx="1"/>
          </p:nvPr>
        </p:nvSpPr>
        <p:spPr/>
        <p:txBody>
          <a:bodyPr/>
          <a:lstStyle/>
          <a:p>
            <a:r>
              <a:rPr lang="en-US" altLang="en-US" sz="1600"/>
              <a:t>If flipper is true, total&gt;4 is never evaluated.</a:t>
            </a:r>
          </a:p>
          <a:p>
            <a:r>
              <a:rPr lang="en-US" altLang="en-US" sz="1600"/>
              <a:t>If flipper is false, total&gt;4 is evaluated.</a:t>
            </a:r>
          </a:p>
          <a:p>
            <a:endParaRPr lang="en-US" altLang="en-US" sz="1600"/>
          </a:p>
          <a:p>
            <a:r>
              <a:rPr lang="en-US" altLang="en-US" sz="1600"/>
              <a:t>flipper is false, but total&gt;4 so the condition is true.  short is printed.</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4ADDEC5-ECFD-4807-B56C-0303577EB528}"/>
              </a:ext>
            </a:extLst>
          </p:cNvPr>
          <p:cNvSpPr>
            <a:spLocks noGrp="1" noChangeArrowheads="1"/>
          </p:cNvSpPr>
          <p:nvPr>
            <p:ph type="sldNum" sz="quarter" idx="5"/>
          </p:nvPr>
        </p:nvSpPr>
        <p:spPr>
          <a:ln/>
        </p:spPr>
        <p:txBody>
          <a:bodyPr/>
          <a:lstStyle/>
          <a:p>
            <a:fld id="{A6E58FA1-FB89-44AD-B369-012EF79C74E2}" type="slidenum">
              <a:rPr lang="en-US" altLang="en-US"/>
              <a:pPr/>
              <a:t>37</a:t>
            </a:fld>
            <a:endParaRPr lang="en-US" altLang="en-US"/>
          </a:p>
        </p:txBody>
      </p:sp>
      <p:sp>
        <p:nvSpPr>
          <p:cNvPr id="162818" name="Rectangle 2">
            <a:extLst>
              <a:ext uri="{FF2B5EF4-FFF2-40B4-BE49-F238E27FC236}">
                <a16:creationId xmlns:a16="http://schemas.microsoft.com/office/drawing/2014/main" id="{63210F0F-6567-496F-AFDA-4BC29CF77C1F}"/>
              </a:ext>
            </a:extLst>
          </p:cNvPr>
          <p:cNvSpPr>
            <a:spLocks noChangeArrowheads="1" noTextEdit="1"/>
          </p:cNvSpPr>
          <p:nvPr>
            <p:ph type="sldImg"/>
          </p:nvPr>
        </p:nvSpPr>
        <p:spPr>
          <a:ln/>
        </p:spPr>
      </p:sp>
      <p:sp>
        <p:nvSpPr>
          <p:cNvPr id="162819" name="Rectangle 3">
            <a:extLst>
              <a:ext uri="{FF2B5EF4-FFF2-40B4-BE49-F238E27FC236}">
                <a16:creationId xmlns:a16="http://schemas.microsoft.com/office/drawing/2014/main" id="{64F152F1-0D55-4A3B-B506-848FB89297F4}"/>
              </a:ext>
            </a:extLst>
          </p:cNvPr>
          <p:cNvSpPr>
            <a:spLocks noGrp="1" noChangeArrowheads="1"/>
          </p:cNvSpPr>
          <p:nvPr>
            <p:ph type="body" idx="1"/>
          </p:nvPr>
        </p:nvSpPr>
        <p:spPr/>
        <p:txBody>
          <a:bodyPr/>
          <a:lstStyle/>
          <a:p>
            <a:r>
              <a:rPr lang="en-US" altLang="en-US" sz="1600"/>
              <a:t>If flipper is true, total&gt;4 is never evaluated.</a:t>
            </a:r>
          </a:p>
          <a:p>
            <a:r>
              <a:rPr lang="en-US" altLang="en-US" sz="1600"/>
              <a:t>If flipper is false, total&gt;4 is evaluated.</a:t>
            </a:r>
          </a:p>
          <a:p>
            <a:endParaRPr lang="en-US" altLang="en-US" sz="1600"/>
          </a:p>
          <a:p>
            <a:r>
              <a:rPr lang="en-US" altLang="en-US" sz="1600"/>
              <a:t>flipper is true so the condition is true.  short is printed.</a:t>
            </a:r>
          </a:p>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50F2CFD-B3AB-4033-B9D9-FB8AE1D72086}"/>
              </a:ext>
            </a:extLst>
          </p:cNvPr>
          <p:cNvSpPr>
            <a:spLocks noGrp="1" noChangeArrowheads="1"/>
          </p:cNvSpPr>
          <p:nvPr>
            <p:ph type="sldNum" sz="quarter" idx="5"/>
          </p:nvPr>
        </p:nvSpPr>
        <p:spPr>
          <a:ln/>
        </p:spPr>
        <p:txBody>
          <a:bodyPr/>
          <a:lstStyle/>
          <a:p>
            <a:fld id="{D88CB957-C7BA-4BFF-92F7-6430B23E3E02}" type="slidenum">
              <a:rPr lang="en-US" altLang="en-US"/>
              <a:pPr/>
              <a:t>38</a:t>
            </a:fld>
            <a:endParaRPr lang="en-US" altLang="en-US"/>
          </a:p>
        </p:txBody>
      </p:sp>
      <p:sp>
        <p:nvSpPr>
          <p:cNvPr id="165890" name="Rectangle 2">
            <a:extLst>
              <a:ext uri="{FF2B5EF4-FFF2-40B4-BE49-F238E27FC236}">
                <a16:creationId xmlns:a16="http://schemas.microsoft.com/office/drawing/2014/main" id="{C2AF49BF-91F7-4592-BCD8-25C909361824}"/>
              </a:ext>
            </a:extLst>
          </p:cNvPr>
          <p:cNvSpPr>
            <a:spLocks noChangeArrowheads="1" noTextEdit="1"/>
          </p:cNvSpPr>
          <p:nvPr>
            <p:ph type="sldImg"/>
          </p:nvPr>
        </p:nvSpPr>
        <p:spPr>
          <a:ln/>
        </p:spPr>
      </p:sp>
      <p:sp>
        <p:nvSpPr>
          <p:cNvPr id="165891" name="Rectangle 3">
            <a:extLst>
              <a:ext uri="{FF2B5EF4-FFF2-40B4-BE49-F238E27FC236}">
                <a16:creationId xmlns:a16="http://schemas.microsoft.com/office/drawing/2014/main" id="{C5F8177F-9404-4FEE-98FE-BB90EE7F543A}"/>
              </a:ext>
            </a:extLst>
          </p:cNvPr>
          <p:cNvSpPr>
            <a:spLocks noGrp="1" noChangeArrowheads="1"/>
          </p:cNvSpPr>
          <p:nvPr>
            <p:ph type="body" idx="1"/>
          </p:nvPr>
        </p:nvSpPr>
        <p:spPr/>
        <p:txBody>
          <a:bodyPr/>
          <a:lstStyle/>
          <a:p>
            <a:r>
              <a:rPr lang="en-US" altLang="en-US" sz="1600"/>
              <a:t>If flipper is true, total&gt;4 is never evaluated.</a:t>
            </a:r>
          </a:p>
          <a:p>
            <a:r>
              <a:rPr lang="en-US" altLang="en-US" sz="1600"/>
              <a:t>If flipper is false, total&gt;4 is evaluated.</a:t>
            </a:r>
          </a:p>
          <a:p>
            <a:endParaRPr lang="en-US" altLang="en-US" sz="1600"/>
          </a:p>
          <a:p>
            <a:r>
              <a:rPr lang="en-US" altLang="en-US" sz="1600"/>
              <a:t>flipper is false and total&gt;4 is false so the condition is false.  short is not printed.</a:t>
            </a:r>
          </a:p>
          <a:p>
            <a:endParaRPr lang="en-US" altLang="en-US"/>
          </a:p>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96A4A1D-D86C-43EF-96C5-617D7B294EF1}"/>
              </a:ext>
            </a:extLst>
          </p:cNvPr>
          <p:cNvSpPr>
            <a:spLocks noGrp="1" noChangeArrowheads="1"/>
          </p:cNvSpPr>
          <p:nvPr>
            <p:ph type="sldNum" sz="quarter" idx="5"/>
          </p:nvPr>
        </p:nvSpPr>
        <p:spPr>
          <a:ln/>
        </p:spPr>
        <p:txBody>
          <a:bodyPr/>
          <a:lstStyle/>
          <a:p>
            <a:fld id="{90DA1017-FD1F-4C56-925A-7DDC1FCBE1DA}" type="slidenum">
              <a:rPr lang="en-US" altLang="en-US"/>
              <a:pPr/>
              <a:t>39</a:t>
            </a:fld>
            <a:endParaRPr lang="en-US" altLang="en-US"/>
          </a:p>
        </p:txBody>
      </p:sp>
      <p:sp>
        <p:nvSpPr>
          <p:cNvPr id="163842" name="Rectangle 2">
            <a:extLst>
              <a:ext uri="{FF2B5EF4-FFF2-40B4-BE49-F238E27FC236}">
                <a16:creationId xmlns:a16="http://schemas.microsoft.com/office/drawing/2014/main" id="{14CA1E3D-1A9D-4217-91A3-70D18F73C738}"/>
              </a:ext>
            </a:extLst>
          </p:cNvPr>
          <p:cNvSpPr>
            <a:spLocks noChangeArrowheads="1" noTextEdit="1"/>
          </p:cNvSpPr>
          <p:nvPr>
            <p:ph type="sldImg"/>
          </p:nvPr>
        </p:nvSpPr>
        <p:spPr>
          <a:ln/>
        </p:spPr>
      </p:sp>
      <p:sp>
        <p:nvSpPr>
          <p:cNvPr id="163843" name="Rectangle 3">
            <a:extLst>
              <a:ext uri="{FF2B5EF4-FFF2-40B4-BE49-F238E27FC236}">
                <a16:creationId xmlns:a16="http://schemas.microsoft.com/office/drawing/2014/main" id="{62C253D5-B8F9-412B-A99E-515BF20D922C}"/>
              </a:ext>
            </a:extLst>
          </p:cNvPr>
          <p:cNvSpPr>
            <a:spLocks noGrp="1" noChangeArrowheads="1"/>
          </p:cNvSpPr>
          <p:nvPr>
            <p:ph type="body" idx="1"/>
          </p:nvPr>
        </p:nvSpPr>
        <p:spPr/>
        <p:txBody>
          <a:bodyPr/>
          <a:lstStyle/>
          <a:p>
            <a:r>
              <a:rPr lang="en-US" altLang="en-US" sz="1600"/>
              <a:t>If total&lt;4 is true, ++num&lt;15 is never evaluated.</a:t>
            </a:r>
          </a:p>
          <a:p>
            <a:r>
              <a:rPr lang="en-US" altLang="en-US" sz="1600"/>
              <a:t>If total&lt;4 is false, ++num&lt;15 is evaluated.</a:t>
            </a:r>
          </a:p>
          <a:p>
            <a:endParaRPr lang="en-US" altLang="en-US" sz="1600"/>
          </a:p>
          <a:p>
            <a:r>
              <a:rPr lang="en-US" altLang="en-US" sz="1600"/>
              <a:t>total&lt;4 is false so ++num&lt;15 is evaluated.  14 is less than 15 so short is printed.</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B5A0D6A-171E-4A50-AD89-9781617399AC}"/>
              </a:ext>
            </a:extLst>
          </p:cNvPr>
          <p:cNvSpPr>
            <a:spLocks noGrp="1" noChangeArrowheads="1"/>
          </p:cNvSpPr>
          <p:nvPr>
            <p:ph type="sldNum" sz="quarter" idx="5"/>
          </p:nvPr>
        </p:nvSpPr>
        <p:spPr>
          <a:ln/>
        </p:spPr>
        <p:txBody>
          <a:bodyPr/>
          <a:lstStyle/>
          <a:p>
            <a:fld id="{CBA33E1E-EB16-4A21-A7AB-7240F74369E8}" type="slidenum">
              <a:rPr lang="en-US" altLang="en-US"/>
              <a:pPr/>
              <a:t>40</a:t>
            </a:fld>
            <a:endParaRPr lang="en-US" altLang="en-US"/>
          </a:p>
        </p:txBody>
      </p:sp>
      <p:sp>
        <p:nvSpPr>
          <p:cNvPr id="166914" name="Rectangle 2">
            <a:extLst>
              <a:ext uri="{FF2B5EF4-FFF2-40B4-BE49-F238E27FC236}">
                <a16:creationId xmlns:a16="http://schemas.microsoft.com/office/drawing/2014/main" id="{47FC02A6-4D01-4437-841C-A48D51AE8B78}"/>
              </a:ext>
            </a:extLst>
          </p:cNvPr>
          <p:cNvSpPr>
            <a:spLocks noChangeArrowheads="1" noTextEdit="1"/>
          </p:cNvSpPr>
          <p:nvPr>
            <p:ph type="sldImg"/>
          </p:nvPr>
        </p:nvSpPr>
        <p:spPr>
          <a:ln/>
        </p:spPr>
      </p:sp>
      <p:sp>
        <p:nvSpPr>
          <p:cNvPr id="166915" name="Rectangle 3">
            <a:extLst>
              <a:ext uri="{FF2B5EF4-FFF2-40B4-BE49-F238E27FC236}">
                <a16:creationId xmlns:a16="http://schemas.microsoft.com/office/drawing/2014/main" id="{4F95F376-BFCA-4CA6-A3D5-71C6D4B460A7}"/>
              </a:ext>
            </a:extLst>
          </p:cNvPr>
          <p:cNvSpPr>
            <a:spLocks noGrp="1" noChangeArrowheads="1"/>
          </p:cNvSpPr>
          <p:nvPr>
            <p:ph type="body" idx="1"/>
          </p:nvPr>
        </p:nvSpPr>
        <p:spPr/>
        <p:txBody>
          <a:bodyPr/>
          <a:lstStyle/>
          <a:p>
            <a:r>
              <a:rPr lang="en-US" altLang="en-US" sz="1600"/>
              <a:t>If total&gt;4 is false, ++num&lt;15 is never evaluated.</a:t>
            </a:r>
          </a:p>
          <a:p>
            <a:r>
              <a:rPr lang="en-US" altLang="en-US" sz="1600"/>
              <a:t>If total&gt;4 is true, ++num&lt;15 is evaluated.</a:t>
            </a:r>
          </a:p>
          <a:p>
            <a:endParaRPr lang="en-US" altLang="en-US" sz="1600"/>
          </a:p>
          <a:p>
            <a:r>
              <a:rPr lang="en-US" altLang="en-US" sz="1600"/>
              <a:t>total&gt;4 is true so ++num&lt;15 is evaluated.  14 is less than 15 so short is not printed.</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A4FEF14-7948-4067-A089-C9D67776B12E}"/>
              </a:ext>
            </a:extLst>
          </p:cNvPr>
          <p:cNvSpPr>
            <a:spLocks noGrp="1" noChangeArrowheads="1"/>
          </p:cNvSpPr>
          <p:nvPr>
            <p:ph type="sldNum" sz="quarter" idx="5"/>
          </p:nvPr>
        </p:nvSpPr>
        <p:spPr>
          <a:ln/>
        </p:spPr>
        <p:txBody>
          <a:bodyPr/>
          <a:lstStyle/>
          <a:p>
            <a:fld id="{1FA18AEB-9F10-4C4E-A537-9EA2E81637E4}" type="slidenum">
              <a:rPr lang="en-US" altLang="en-US"/>
              <a:pPr/>
              <a:t>41</a:t>
            </a:fld>
            <a:endParaRPr lang="en-US" altLang="en-US"/>
          </a:p>
        </p:txBody>
      </p:sp>
      <p:sp>
        <p:nvSpPr>
          <p:cNvPr id="167938" name="Rectangle 2">
            <a:extLst>
              <a:ext uri="{FF2B5EF4-FFF2-40B4-BE49-F238E27FC236}">
                <a16:creationId xmlns:a16="http://schemas.microsoft.com/office/drawing/2014/main" id="{E24203BE-5EC2-4C5D-AA0E-5D91306B73B8}"/>
              </a:ext>
            </a:extLst>
          </p:cNvPr>
          <p:cNvSpPr>
            <a:spLocks noChangeArrowheads="1" noTextEdit="1"/>
          </p:cNvSpPr>
          <p:nvPr>
            <p:ph type="sldImg"/>
          </p:nvPr>
        </p:nvSpPr>
        <p:spPr>
          <a:ln/>
        </p:spPr>
      </p:sp>
      <p:sp>
        <p:nvSpPr>
          <p:cNvPr id="167939" name="Rectangle 3">
            <a:extLst>
              <a:ext uri="{FF2B5EF4-FFF2-40B4-BE49-F238E27FC236}">
                <a16:creationId xmlns:a16="http://schemas.microsoft.com/office/drawing/2014/main" id="{754BB55F-09EA-48B1-B33D-44440ED0038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A24A44B-7F63-48C0-B271-1D5BDD31B189}"/>
              </a:ext>
            </a:extLst>
          </p:cNvPr>
          <p:cNvSpPr>
            <a:spLocks noGrp="1" noChangeArrowheads="1"/>
          </p:cNvSpPr>
          <p:nvPr>
            <p:ph type="sldNum" sz="quarter" idx="5"/>
          </p:nvPr>
        </p:nvSpPr>
        <p:spPr>
          <a:ln/>
        </p:spPr>
        <p:txBody>
          <a:bodyPr/>
          <a:lstStyle/>
          <a:p>
            <a:fld id="{91FBEC72-C6C3-4E6D-9E3B-1C78363B8E96}" type="slidenum">
              <a:rPr lang="en-US" altLang="en-US"/>
              <a:pPr/>
              <a:t>42</a:t>
            </a:fld>
            <a:endParaRPr lang="en-US" altLang="en-US"/>
          </a:p>
        </p:txBody>
      </p:sp>
      <p:sp>
        <p:nvSpPr>
          <p:cNvPr id="168962" name="Rectangle 2">
            <a:extLst>
              <a:ext uri="{FF2B5EF4-FFF2-40B4-BE49-F238E27FC236}">
                <a16:creationId xmlns:a16="http://schemas.microsoft.com/office/drawing/2014/main" id="{047A7111-BA0E-4949-9322-D4F8946D71F9}"/>
              </a:ext>
            </a:extLst>
          </p:cNvPr>
          <p:cNvSpPr>
            <a:spLocks noChangeArrowheads="1" noTextEdit="1"/>
          </p:cNvSpPr>
          <p:nvPr>
            <p:ph type="sldImg"/>
          </p:nvPr>
        </p:nvSpPr>
        <p:spPr>
          <a:ln/>
        </p:spPr>
      </p:sp>
      <p:sp>
        <p:nvSpPr>
          <p:cNvPr id="168963" name="Rectangle 3">
            <a:extLst>
              <a:ext uri="{FF2B5EF4-FFF2-40B4-BE49-F238E27FC236}">
                <a16:creationId xmlns:a16="http://schemas.microsoft.com/office/drawing/2014/main" id="{5AB670E1-61FF-4ED5-B77E-0493285CD15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5B4C65B-801A-40E7-9185-55BDEE008AED}"/>
              </a:ext>
            </a:extLst>
          </p:cNvPr>
          <p:cNvSpPr>
            <a:spLocks noGrp="1" noChangeArrowheads="1"/>
          </p:cNvSpPr>
          <p:nvPr>
            <p:ph type="sldNum" sz="quarter" idx="5"/>
          </p:nvPr>
        </p:nvSpPr>
        <p:spPr>
          <a:ln/>
        </p:spPr>
        <p:txBody>
          <a:bodyPr/>
          <a:lstStyle/>
          <a:p>
            <a:fld id="{705A0B09-EFE4-47FF-AE49-C62A06D267F1}" type="slidenum">
              <a:rPr lang="en-US" altLang="en-US"/>
              <a:pPr/>
              <a:t>45</a:t>
            </a:fld>
            <a:endParaRPr lang="en-US" altLang="en-US"/>
          </a:p>
        </p:txBody>
      </p:sp>
      <p:sp>
        <p:nvSpPr>
          <p:cNvPr id="182274" name="Rectangle 2">
            <a:extLst>
              <a:ext uri="{FF2B5EF4-FFF2-40B4-BE49-F238E27FC236}">
                <a16:creationId xmlns:a16="http://schemas.microsoft.com/office/drawing/2014/main" id="{2CF02B69-374B-4C59-89BF-00731ED9B23B}"/>
              </a:ext>
            </a:extLst>
          </p:cNvPr>
          <p:cNvSpPr>
            <a:spLocks noChangeArrowheads="1" noTextEdit="1"/>
          </p:cNvSpPr>
          <p:nvPr>
            <p:ph type="sldImg"/>
          </p:nvPr>
        </p:nvSpPr>
        <p:spPr>
          <a:ln/>
        </p:spPr>
      </p:sp>
      <p:sp>
        <p:nvSpPr>
          <p:cNvPr id="182275" name="Rectangle 3">
            <a:extLst>
              <a:ext uri="{FF2B5EF4-FFF2-40B4-BE49-F238E27FC236}">
                <a16:creationId xmlns:a16="http://schemas.microsoft.com/office/drawing/2014/main" id="{E8B87D47-D84E-47E4-A1DD-3BD2D9DE128D}"/>
              </a:ext>
            </a:extLst>
          </p:cNvPr>
          <p:cNvSpPr>
            <a:spLocks noGrp="1" noChangeArrowheads="1"/>
          </p:cNvSpPr>
          <p:nvPr>
            <p:ph type="body" idx="1"/>
          </p:nvPr>
        </p:nvSpPr>
        <p:spPr/>
        <p:txBody>
          <a:bodyPr/>
          <a:lstStyle/>
          <a:p>
            <a:r>
              <a:rPr lang="en-US" altLang="en-US" sz="1600"/>
              <a:t>If x==10 and y&gt;=11, the condition is true.</a:t>
            </a:r>
          </a:p>
          <a:p>
            <a:endParaRPr lang="en-US" altLang="en-US" sz="1600"/>
          </a:p>
          <a:p>
            <a:r>
              <a:rPr lang="en-US" altLang="en-US" sz="1600"/>
              <a:t>If x==10 is false, ++y still happens as &amp; is a non-short circuit operator.</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B885116-EF8F-4535-9E9B-C86F1D28AAB7}"/>
              </a:ext>
            </a:extLst>
          </p:cNvPr>
          <p:cNvSpPr>
            <a:spLocks noGrp="1" noChangeArrowheads="1"/>
          </p:cNvSpPr>
          <p:nvPr>
            <p:ph type="sldNum" sz="quarter" idx="5"/>
          </p:nvPr>
        </p:nvSpPr>
        <p:spPr>
          <a:ln/>
        </p:spPr>
        <p:txBody>
          <a:bodyPr/>
          <a:lstStyle/>
          <a:p>
            <a:fld id="{FF2DDAE2-FD13-4DD6-9C6A-19AF29F13D8D}" type="slidenum">
              <a:rPr lang="en-US" altLang="en-US"/>
              <a:pPr/>
              <a:t>46</a:t>
            </a:fld>
            <a:endParaRPr lang="en-US" altLang="en-US"/>
          </a:p>
        </p:txBody>
      </p:sp>
      <p:sp>
        <p:nvSpPr>
          <p:cNvPr id="183298" name="Rectangle 2">
            <a:extLst>
              <a:ext uri="{FF2B5EF4-FFF2-40B4-BE49-F238E27FC236}">
                <a16:creationId xmlns:a16="http://schemas.microsoft.com/office/drawing/2014/main" id="{07369D91-09DA-42E1-A700-9A29E275DC07}"/>
              </a:ext>
            </a:extLst>
          </p:cNvPr>
          <p:cNvSpPr>
            <a:spLocks noChangeArrowheads="1" noTextEdit="1"/>
          </p:cNvSpPr>
          <p:nvPr>
            <p:ph type="sldImg"/>
          </p:nvPr>
        </p:nvSpPr>
        <p:spPr>
          <a:ln/>
        </p:spPr>
      </p:sp>
      <p:sp>
        <p:nvSpPr>
          <p:cNvPr id="183299" name="Rectangle 3">
            <a:extLst>
              <a:ext uri="{FF2B5EF4-FFF2-40B4-BE49-F238E27FC236}">
                <a16:creationId xmlns:a16="http://schemas.microsoft.com/office/drawing/2014/main" id="{2E9DEA1D-5D67-4E8D-872B-84B90F7687A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E39FFA8-7877-4FC7-81B3-FD87180B3568}"/>
              </a:ext>
            </a:extLst>
          </p:cNvPr>
          <p:cNvSpPr>
            <a:spLocks noGrp="1" noChangeArrowheads="1"/>
          </p:cNvSpPr>
          <p:nvPr>
            <p:ph type="sldNum" sz="quarter" idx="5"/>
          </p:nvPr>
        </p:nvSpPr>
        <p:spPr>
          <a:ln/>
        </p:spPr>
        <p:txBody>
          <a:bodyPr/>
          <a:lstStyle/>
          <a:p>
            <a:fld id="{C677834C-E46F-4C59-A9D2-77DA2D45F414}" type="slidenum">
              <a:rPr lang="en-US" altLang="en-US"/>
              <a:pPr/>
              <a:t>47</a:t>
            </a:fld>
            <a:endParaRPr lang="en-US" altLang="en-US"/>
          </a:p>
        </p:txBody>
      </p:sp>
      <p:sp>
        <p:nvSpPr>
          <p:cNvPr id="184322" name="Rectangle 2">
            <a:extLst>
              <a:ext uri="{FF2B5EF4-FFF2-40B4-BE49-F238E27FC236}">
                <a16:creationId xmlns:a16="http://schemas.microsoft.com/office/drawing/2014/main" id="{02A7EF84-9949-4B71-9778-842BF84E4B6B}"/>
              </a:ext>
            </a:extLst>
          </p:cNvPr>
          <p:cNvSpPr>
            <a:spLocks noChangeArrowheads="1" noTextEdit="1"/>
          </p:cNvSpPr>
          <p:nvPr>
            <p:ph type="sldImg"/>
          </p:nvPr>
        </p:nvSpPr>
        <p:spPr>
          <a:ln/>
        </p:spPr>
      </p:sp>
      <p:sp>
        <p:nvSpPr>
          <p:cNvPr id="184323" name="Rectangle 3">
            <a:extLst>
              <a:ext uri="{FF2B5EF4-FFF2-40B4-BE49-F238E27FC236}">
                <a16:creationId xmlns:a16="http://schemas.microsoft.com/office/drawing/2014/main" id="{875B82D3-EB2B-4C3C-B52C-FD830C32CAB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2A11E7E-8AE9-4A73-BC13-BF59031C55FE}"/>
              </a:ext>
            </a:extLst>
          </p:cNvPr>
          <p:cNvSpPr>
            <a:spLocks noGrp="1" noChangeArrowheads="1"/>
          </p:cNvSpPr>
          <p:nvPr>
            <p:ph type="sldNum" sz="quarter" idx="5"/>
          </p:nvPr>
        </p:nvSpPr>
        <p:spPr>
          <a:ln/>
        </p:spPr>
        <p:txBody>
          <a:bodyPr/>
          <a:lstStyle/>
          <a:p>
            <a:fld id="{213BE977-1735-4C4C-899C-A7F6521E9BD5}" type="slidenum">
              <a:rPr lang="en-US" altLang="en-US"/>
              <a:pPr/>
              <a:t>48</a:t>
            </a:fld>
            <a:endParaRPr lang="en-US" altLang="en-US"/>
          </a:p>
        </p:txBody>
      </p:sp>
      <p:sp>
        <p:nvSpPr>
          <p:cNvPr id="185346" name="Rectangle 2">
            <a:extLst>
              <a:ext uri="{FF2B5EF4-FFF2-40B4-BE49-F238E27FC236}">
                <a16:creationId xmlns:a16="http://schemas.microsoft.com/office/drawing/2014/main" id="{550F024D-BDF3-4821-8C3D-46DF3C525C06}"/>
              </a:ext>
            </a:extLst>
          </p:cNvPr>
          <p:cNvSpPr>
            <a:spLocks noChangeArrowheads="1" noTextEdit="1"/>
          </p:cNvSpPr>
          <p:nvPr>
            <p:ph type="sldImg"/>
          </p:nvPr>
        </p:nvSpPr>
        <p:spPr>
          <a:ln/>
        </p:spPr>
      </p:sp>
      <p:sp>
        <p:nvSpPr>
          <p:cNvPr id="185347" name="Rectangle 3">
            <a:extLst>
              <a:ext uri="{FF2B5EF4-FFF2-40B4-BE49-F238E27FC236}">
                <a16:creationId xmlns:a16="http://schemas.microsoft.com/office/drawing/2014/main" id="{5EC4104A-BF95-4CF4-91EF-DF27145F69E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CCFBB41-2317-4981-B3F0-9AAB06B73D8C}"/>
              </a:ext>
            </a:extLst>
          </p:cNvPr>
          <p:cNvSpPr>
            <a:spLocks noGrp="1" noChangeArrowheads="1"/>
          </p:cNvSpPr>
          <p:nvPr>
            <p:ph type="sldNum" sz="quarter" idx="5"/>
          </p:nvPr>
        </p:nvSpPr>
        <p:spPr>
          <a:ln/>
        </p:spPr>
        <p:txBody>
          <a:bodyPr/>
          <a:lstStyle/>
          <a:p>
            <a:fld id="{16C99254-FFDD-44B3-9324-EDF36A0CA332}" type="slidenum">
              <a:rPr lang="en-US" altLang="en-US"/>
              <a:pPr/>
              <a:t>49</a:t>
            </a:fld>
            <a:endParaRPr lang="en-US" altLang="en-US"/>
          </a:p>
        </p:txBody>
      </p:sp>
      <p:sp>
        <p:nvSpPr>
          <p:cNvPr id="169986" name="Rectangle 2">
            <a:extLst>
              <a:ext uri="{FF2B5EF4-FFF2-40B4-BE49-F238E27FC236}">
                <a16:creationId xmlns:a16="http://schemas.microsoft.com/office/drawing/2014/main" id="{5632FE4A-E81F-4F5E-9CEF-FD2644F39427}"/>
              </a:ext>
            </a:extLst>
          </p:cNvPr>
          <p:cNvSpPr>
            <a:spLocks noChangeArrowheads="1" noTextEdit="1"/>
          </p:cNvSpPr>
          <p:nvPr>
            <p:ph type="sldImg"/>
          </p:nvPr>
        </p:nvSpPr>
        <p:spPr>
          <a:ln/>
        </p:spPr>
      </p:sp>
      <p:sp>
        <p:nvSpPr>
          <p:cNvPr id="169987" name="Rectangle 3">
            <a:extLst>
              <a:ext uri="{FF2B5EF4-FFF2-40B4-BE49-F238E27FC236}">
                <a16:creationId xmlns:a16="http://schemas.microsoft.com/office/drawing/2014/main" id="{2B71C3A6-D271-42E0-A954-D369762DF32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DF2920E-3400-4A16-AD81-4B69337B294D}"/>
              </a:ext>
            </a:extLst>
          </p:cNvPr>
          <p:cNvSpPr>
            <a:spLocks noGrp="1" noChangeArrowheads="1"/>
          </p:cNvSpPr>
          <p:nvPr>
            <p:ph type="sldNum" sz="quarter" idx="5"/>
          </p:nvPr>
        </p:nvSpPr>
        <p:spPr>
          <a:ln/>
        </p:spPr>
        <p:txBody>
          <a:bodyPr/>
          <a:lstStyle/>
          <a:p>
            <a:fld id="{DD7619FF-1C17-4D0C-8BEA-8607682D5C6A}" type="slidenum">
              <a:rPr lang="en-US" altLang="en-US"/>
              <a:pPr/>
              <a:t>50</a:t>
            </a:fld>
            <a:endParaRPr lang="en-US" altLang="en-US"/>
          </a:p>
        </p:txBody>
      </p:sp>
      <p:sp>
        <p:nvSpPr>
          <p:cNvPr id="171010" name="Rectangle 2">
            <a:extLst>
              <a:ext uri="{FF2B5EF4-FFF2-40B4-BE49-F238E27FC236}">
                <a16:creationId xmlns:a16="http://schemas.microsoft.com/office/drawing/2014/main" id="{93FDAC18-A10F-4A2D-A339-18232315D908}"/>
              </a:ext>
            </a:extLst>
          </p:cNvPr>
          <p:cNvSpPr>
            <a:spLocks noChangeArrowheads="1" noTextEdit="1"/>
          </p:cNvSpPr>
          <p:nvPr>
            <p:ph type="sldImg"/>
          </p:nvPr>
        </p:nvSpPr>
        <p:spPr>
          <a:ln/>
        </p:spPr>
      </p:sp>
      <p:sp>
        <p:nvSpPr>
          <p:cNvPr id="171011" name="Rectangle 3">
            <a:extLst>
              <a:ext uri="{FF2B5EF4-FFF2-40B4-BE49-F238E27FC236}">
                <a16:creationId xmlns:a16="http://schemas.microsoft.com/office/drawing/2014/main" id="{64371946-D754-4F96-80ED-3B7E55AC1EF0}"/>
              </a:ext>
            </a:extLst>
          </p:cNvPr>
          <p:cNvSpPr>
            <a:spLocks noGrp="1" noChangeArrowheads="1"/>
          </p:cNvSpPr>
          <p:nvPr>
            <p:ph type="body" idx="1"/>
          </p:nvPr>
        </p:nvSpPr>
        <p:spPr/>
        <p:txBody>
          <a:bodyPr/>
          <a:lstStyle/>
          <a:p>
            <a:r>
              <a:rPr lang="en-US" altLang="en-US" sz="1600"/>
              <a:t>Math.random() returns a number between 0.0 and 1.0, not including 1.0.  </a:t>
            </a:r>
          </a:p>
          <a:p>
            <a:endParaRPr lang="en-US" altLang="en-US" sz="160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BD2C995-1B13-498C-BADA-238ACEF47B87}"/>
              </a:ext>
            </a:extLst>
          </p:cNvPr>
          <p:cNvSpPr>
            <a:spLocks noGrp="1" noChangeArrowheads="1"/>
          </p:cNvSpPr>
          <p:nvPr>
            <p:ph type="sldNum" sz="quarter" idx="5"/>
          </p:nvPr>
        </p:nvSpPr>
        <p:spPr>
          <a:ln/>
        </p:spPr>
        <p:txBody>
          <a:bodyPr/>
          <a:lstStyle/>
          <a:p>
            <a:fld id="{233C7C6B-7727-4998-99B6-DEE5A2B95C14}" type="slidenum">
              <a:rPr lang="en-US" altLang="en-US"/>
              <a:pPr/>
              <a:t>51</a:t>
            </a:fld>
            <a:endParaRPr lang="en-US" altLang="en-US"/>
          </a:p>
        </p:txBody>
      </p:sp>
      <p:sp>
        <p:nvSpPr>
          <p:cNvPr id="116738" name="Rectangle 2">
            <a:extLst>
              <a:ext uri="{FF2B5EF4-FFF2-40B4-BE49-F238E27FC236}">
                <a16:creationId xmlns:a16="http://schemas.microsoft.com/office/drawing/2014/main" id="{EEF03AB1-A34E-44B0-B02E-AC121445DFC6}"/>
              </a:ext>
            </a:extLst>
          </p:cNvPr>
          <p:cNvSpPr>
            <a:spLocks noChangeArrowheads="1" noTextEdit="1"/>
          </p:cNvSpPr>
          <p:nvPr>
            <p:ph type="sldImg"/>
          </p:nvPr>
        </p:nvSpPr>
        <p:spPr>
          <a:ln/>
        </p:spPr>
      </p:sp>
      <p:sp>
        <p:nvSpPr>
          <p:cNvPr id="116739" name="Rectangle 3">
            <a:extLst>
              <a:ext uri="{FF2B5EF4-FFF2-40B4-BE49-F238E27FC236}">
                <a16:creationId xmlns:a16="http://schemas.microsoft.com/office/drawing/2014/main" id="{F3282AC3-D3FD-4062-8516-06124798E97A}"/>
              </a:ext>
            </a:extLst>
          </p:cNvPr>
          <p:cNvSpPr>
            <a:spLocks noGrp="1" noChangeArrowheads="1"/>
          </p:cNvSpPr>
          <p:nvPr>
            <p:ph type="body" idx="1"/>
          </p:nvPr>
        </p:nvSpPr>
        <p:spPr/>
        <p:txBody>
          <a:bodyPr/>
          <a:lstStyle/>
          <a:p>
            <a:r>
              <a:rPr lang="en-US" altLang="en-US" sz="1600"/>
              <a:t>Class Random contains many useful random methods.  Math.random() can be used to generate the same results as the Random class methods.</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47D3056-1084-4A6F-9E3A-FE84CAB8BB30}"/>
              </a:ext>
            </a:extLst>
          </p:cNvPr>
          <p:cNvSpPr>
            <a:spLocks noGrp="1" noChangeArrowheads="1"/>
          </p:cNvSpPr>
          <p:nvPr>
            <p:ph type="sldNum" sz="quarter" idx="5"/>
          </p:nvPr>
        </p:nvSpPr>
        <p:spPr>
          <a:ln/>
        </p:spPr>
        <p:txBody>
          <a:bodyPr/>
          <a:lstStyle/>
          <a:p>
            <a:fld id="{A965B1AA-44A6-40CA-B5AB-24BA97EAD4BE}" type="slidenum">
              <a:rPr lang="en-US" altLang="en-US"/>
              <a:pPr/>
              <a:t>52</a:t>
            </a:fld>
            <a:endParaRPr lang="en-US" altLang="en-US"/>
          </a:p>
        </p:txBody>
      </p:sp>
      <p:sp>
        <p:nvSpPr>
          <p:cNvPr id="172034" name="Rectangle 2">
            <a:extLst>
              <a:ext uri="{FF2B5EF4-FFF2-40B4-BE49-F238E27FC236}">
                <a16:creationId xmlns:a16="http://schemas.microsoft.com/office/drawing/2014/main" id="{0213EA41-E9FB-4F40-8F84-9B1830FE592C}"/>
              </a:ext>
            </a:extLst>
          </p:cNvPr>
          <p:cNvSpPr>
            <a:spLocks noChangeArrowheads="1" noTextEdit="1"/>
          </p:cNvSpPr>
          <p:nvPr>
            <p:ph type="sldImg"/>
          </p:nvPr>
        </p:nvSpPr>
        <p:spPr>
          <a:ln/>
        </p:spPr>
      </p:sp>
      <p:sp>
        <p:nvSpPr>
          <p:cNvPr id="172035" name="Rectangle 3">
            <a:extLst>
              <a:ext uri="{FF2B5EF4-FFF2-40B4-BE49-F238E27FC236}">
                <a16:creationId xmlns:a16="http://schemas.microsoft.com/office/drawing/2014/main" id="{5D38035D-4040-4869-96D1-9F864EA66D4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B807809-1E44-4EE6-8DEA-888C35BF4A65}"/>
              </a:ext>
            </a:extLst>
          </p:cNvPr>
          <p:cNvSpPr>
            <a:spLocks noGrp="1" noChangeArrowheads="1"/>
          </p:cNvSpPr>
          <p:nvPr>
            <p:ph type="sldNum" sz="quarter" idx="5"/>
          </p:nvPr>
        </p:nvSpPr>
        <p:spPr>
          <a:ln/>
        </p:spPr>
        <p:txBody>
          <a:bodyPr/>
          <a:lstStyle/>
          <a:p>
            <a:fld id="{67874CD1-C3FC-434D-BACF-94319721AE3D}" type="slidenum">
              <a:rPr lang="en-US" altLang="en-US"/>
              <a:pPr/>
              <a:t>53</a:t>
            </a:fld>
            <a:endParaRPr lang="en-US" altLang="en-US"/>
          </a:p>
        </p:txBody>
      </p:sp>
      <p:sp>
        <p:nvSpPr>
          <p:cNvPr id="173058" name="Rectangle 2">
            <a:extLst>
              <a:ext uri="{FF2B5EF4-FFF2-40B4-BE49-F238E27FC236}">
                <a16:creationId xmlns:a16="http://schemas.microsoft.com/office/drawing/2014/main" id="{AD9CD322-8DC1-4615-BF3D-3E34F3C97ABD}"/>
              </a:ext>
            </a:extLst>
          </p:cNvPr>
          <p:cNvSpPr>
            <a:spLocks noChangeArrowheads="1" noTextEdit="1"/>
          </p:cNvSpPr>
          <p:nvPr>
            <p:ph type="sldImg"/>
          </p:nvPr>
        </p:nvSpPr>
        <p:spPr>
          <a:ln/>
        </p:spPr>
      </p:sp>
      <p:sp>
        <p:nvSpPr>
          <p:cNvPr id="173059" name="Rectangle 3">
            <a:extLst>
              <a:ext uri="{FF2B5EF4-FFF2-40B4-BE49-F238E27FC236}">
                <a16:creationId xmlns:a16="http://schemas.microsoft.com/office/drawing/2014/main" id="{8344E7A5-7C3D-465B-A8A0-DFE813506C4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B42E54C-6975-4A4E-B588-7DAEF47D7185}"/>
              </a:ext>
            </a:extLst>
          </p:cNvPr>
          <p:cNvSpPr>
            <a:spLocks noGrp="1" noChangeArrowheads="1"/>
          </p:cNvSpPr>
          <p:nvPr>
            <p:ph type="sldNum" sz="quarter" idx="5"/>
          </p:nvPr>
        </p:nvSpPr>
        <p:spPr>
          <a:ln/>
        </p:spPr>
        <p:txBody>
          <a:bodyPr/>
          <a:lstStyle/>
          <a:p>
            <a:fld id="{6DE5964E-7C1D-4A35-9E87-94D50C5F0B31}" type="slidenum">
              <a:rPr lang="en-US" altLang="en-US"/>
              <a:pPr/>
              <a:t>54</a:t>
            </a:fld>
            <a:endParaRPr lang="en-US" altLang="en-US"/>
          </a:p>
        </p:txBody>
      </p:sp>
      <p:sp>
        <p:nvSpPr>
          <p:cNvPr id="174082" name="Rectangle 2">
            <a:extLst>
              <a:ext uri="{FF2B5EF4-FFF2-40B4-BE49-F238E27FC236}">
                <a16:creationId xmlns:a16="http://schemas.microsoft.com/office/drawing/2014/main" id="{93058658-2558-46E5-B653-C117E3422E17}"/>
              </a:ext>
            </a:extLst>
          </p:cNvPr>
          <p:cNvSpPr>
            <a:spLocks noChangeArrowheads="1" noTextEdit="1"/>
          </p:cNvSpPr>
          <p:nvPr>
            <p:ph type="sldImg"/>
          </p:nvPr>
        </p:nvSpPr>
        <p:spPr>
          <a:ln/>
        </p:spPr>
      </p:sp>
      <p:sp>
        <p:nvSpPr>
          <p:cNvPr id="174083" name="Rectangle 3">
            <a:extLst>
              <a:ext uri="{FF2B5EF4-FFF2-40B4-BE49-F238E27FC236}">
                <a16:creationId xmlns:a16="http://schemas.microsoft.com/office/drawing/2014/main" id="{97715D4D-7F02-4C41-8099-1290CA21577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EF3D025-5D4C-4A82-931F-7A44B4AF4C44}"/>
              </a:ext>
            </a:extLst>
          </p:cNvPr>
          <p:cNvSpPr>
            <a:spLocks noGrp="1" noChangeArrowheads="1"/>
          </p:cNvSpPr>
          <p:nvPr>
            <p:ph type="sldNum" sz="quarter" idx="5"/>
          </p:nvPr>
        </p:nvSpPr>
        <p:spPr>
          <a:ln/>
        </p:spPr>
        <p:txBody>
          <a:bodyPr/>
          <a:lstStyle/>
          <a:p>
            <a:fld id="{4485B3EA-271E-450B-86AB-79ED4F8EEA27}" type="slidenum">
              <a:rPr lang="en-US" altLang="en-US"/>
              <a:pPr/>
              <a:t>55</a:t>
            </a:fld>
            <a:endParaRPr lang="en-US" altLang="en-US"/>
          </a:p>
        </p:txBody>
      </p:sp>
      <p:sp>
        <p:nvSpPr>
          <p:cNvPr id="175106" name="Rectangle 2">
            <a:extLst>
              <a:ext uri="{FF2B5EF4-FFF2-40B4-BE49-F238E27FC236}">
                <a16:creationId xmlns:a16="http://schemas.microsoft.com/office/drawing/2014/main" id="{502A93D2-916C-4FCE-8D9F-C3E3681836EF}"/>
              </a:ext>
            </a:extLst>
          </p:cNvPr>
          <p:cNvSpPr>
            <a:spLocks noChangeArrowheads="1" noTextEdit="1"/>
          </p:cNvSpPr>
          <p:nvPr>
            <p:ph type="sldImg"/>
          </p:nvPr>
        </p:nvSpPr>
        <p:spPr>
          <a:ln/>
        </p:spPr>
      </p:sp>
      <p:sp>
        <p:nvSpPr>
          <p:cNvPr id="175107" name="Rectangle 3">
            <a:extLst>
              <a:ext uri="{FF2B5EF4-FFF2-40B4-BE49-F238E27FC236}">
                <a16:creationId xmlns:a16="http://schemas.microsoft.com/office/drawing/2014/main" id="{1FCE0720-8F16-4886-9F51-D719BDB990D1}"/>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D3BB2-F57F-43DB-BFE7-B2307977C8F0}"/>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A4DAB55-E0C5-4365-BA58-D710D24E0D04}"/>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2477942-292B-4F7F-BA7D-15450F1F68E7}"/>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25684C3C-E4F1-4E83-A698-629E386B5103}"/>
              </a:ext>
            </a:extLst>
          </p:cNvPr>
          <p:cNvSpPr>
            <a:spLocks noGrp="1"/>
          </p:cNvSpPr>
          <p:nvPr>
            <p:ph type="sldNum" sz="quarter" idx="11"/>
          </p:nvPr>
        </p:nvSpPr>
        <p:spPr/>
        <p:txBody>
          <a:bodyPr/>
          <a:lstStyle>
            <a:lvl1pPr>
              <a:defRPr/>
            </a:lvl1pPr>
          </a:lstStyle>
          <a:p>
            <a:fld id="{2161F8EC-5031-4E5D-8CC5-1780E75068E3}" type="slidenum">
              <a:rPr lang="en-US" altLang="en-US"/>
              <a:pPr/>
              <a:t>‹#›</a:t>
            </a:fld>
            <a:endParaRPr lang="en-US" altLang="en-US"/>
          </a:p>
        </p:txBody>
      </p:sp>
      <p:sp>
        <p:nvSpPr>
          <p:cNvPr id="6" name="Footer Placeholder 5">
            <a:extLst>
              <a:ext uri="{FF2B5EF4-FFF2-40B4-BE49-F238E27FC236}">
                <a16:creationId xmlns:a16="http://schemas.microsoft.com/office/drawing/2014/main" id="{E9637120-5ACC-4EC2-B074-BDF0EB50668F}"/>
              </a:ext>
            </a:extLst>
          </p:cNvPr>
          <p:cNvSpPr>
            <a:spLocks noGrp="1"/>
          </p:cNvSpPr>
          <p:nvPr>
            <p:ph type="ftr" sz="quarter" idx="12"/>
          </p:nvPr>
        </p:nvSpPr>
        <p:spPr/>
        <p:txBody>
          <a:bodyPr/>
          <a:lstStyle>
            <a:lvl1pPr>
              <a:defRPr b="1">
                <a:latin typeface="Tahoma" panose="020B0604030504040204" pitchFamily="34" charset="0"/>
              </a:defRPr>
            </a:lvl1pPr>
          </a:lstStyle>
          <a:p>
            <a:endParaRPr lang="en-US" altLang="en-US">
              <a:latin typeface="+mn-lt"/>
            </a:endParaRPr>
          </a:p>
          <a:p>
            <a:endParaRPr lang="en-US" altLang="en-US" b="0"/>
          </a:p>
          <a:p>
            <a:endParaRPr lang="en-US" altLang="en-US"/>
          </a:p>
          <a:p>
            <a:r>
              <a:rPr lang="en-US" altLang="en-US"/>
              <a:t>© A+ Computer Science  -  www.apluscompsci.com</a:t>
            </a:r>
          </a:p>
        </p:txBody>
      </p:sp>
    </p:spTree>
    <p:extLst>
      <p:ext uri="{BB962C8B-B14F-4D97-AF65-F5344CB8AC3E}">
        <p14:creationId xmlns:p14="http://schemas.microsoft.com/office/powerpoint/2010/main" val="9670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BF66D-EE14-4289-A26F-4AED3F1AA2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122C19-EE90-41F7-BDE1-881417A043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7136B6-3916-4B0C-87EB-B88C64F260BF}"/>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624E615C-CCCD-4DC2-91D3-CD773D88B4F5}"/>
              </a:ext>
            </a:extLst>
          </p:cNvPr>
          <p:cNvSpPr>
            <a:spLocks noGrp="1"/>
          </p:cNvSpPr>
          <p:nvPr>
            <p:ph type="sldNum" sz="quarter" idx="11"/>
          </p:nvPr>
        </p:nvSpPr>
        <p:spPr/>
        <p:txBody>
          <a:bodyPr/>
          <a:lstStyle>
            <a:lvl1pPr>
              <a:defRPr/>
            </a:lvl1pPr>
          </a:lstStyle>
          <a:p>
            <a:fld id="{5AD1A462-8A61-45FB-8BD3-16C9F847E045}" type="slidenum">
              <a:rPr lang="en-US" altLang="en-US"/>
              <a:pPr/>
              <a:t>‹#›</a:t>
            </a:fld>
            <a:endParaRPr lang="en-US" altLang="en-US"/>
          </a:p>
        </p:txBody>
      </p:sp>
      <p:sp>
        <p:nvSpPr>
          <p:cNvPr id="6" name="Footer Placeholder 5">
            <a:extLst>
              <a:ext uri="{FF2B5EF4-FFF2-40B4-BE49-F238E27FC236}">
                <a16:creationId xmlns:a16="http://schemas.microsoft.com/office/drawing/2014/main" id="{55E20D9C-BE2F-47DD-A738-717C3E2F2563}"/>
              </a:ext>
            </a:extLst>
          </p:cNvPr>
          <p:cNvSpPr>
            <a:spLocks noGrp="1"/>
          </p:cNvSpPr>
          <p:nvPr>
            <p:ph type="ftr" sz="quarter" idx="12"/>
          </p:nvPr>
        </p:nvSpPr>
        <p:spPr/>
        <p:txBody>
          <a:bodyPr/>
          <a:lstStyle>
            <a:lvl1pPr>
              <a:defRPr b="1">
                <a:latin typeface="Tahoma" panose="020B0604030504040204" pitchFamily="34" charset="0"/>
              </a:defRPr>
            </a:lvl1pPr>
          </a:lstStyle>
          <a:p>
            <a:endParaRPr lang="en-US" altLang="en-US">
              <a:latin typeface="+mn-lt"/>
            </a:endParaRPr>
          </a:p>
          <a:p>
            <a:endParaRPr lang="en-US" altLang="en-US" b="0"/>
          </a:p>
          <a:p>
            <a:endParaRPr lang="en-US" altLang="en-US"/>
          </a:p>
          <a:p>
            <a:r>
              <a:rPr lang="en-US" altLang="en-US"/>
              <a:t>© A+ Computer Science  -  www.apluscompsci.com</a:t>
            </a:r>
          </a:p>
        </p:txBody>
      </p:sp>
    </p:spTree>
    <p:extLst>
      <p:ext uri="{BB962C8B-B14F-4D97-AF65-F5344CB8AC3E}">
        <p14:creationId xmlns:p14="http://schemas.microsoft.com/office/powerpoint/2010/main" val="3266369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9FF61-8CEB-4DC9-B383-06EAE09A8D62}"/>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EECCE9-04CC-4177-BCD0-9F23EFAA9D42}"/>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555FAFCE-0A8D-4B55-8583-BC4904896C29}"/>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C3D4411E-48A5-4FFD-88A6-0E5DC02CEE66}"/>
              </a:ext>
            </a:extLst>
          </p:cNvPr>
          <p:cNvSpPr>
            <a:spLocks noGrp="1"/>
          </p:cNvSpPr>
          <p:nvPr>
            <p:ph type="sldNum" sz="quarter" idx="11"/>
          </p:nvPr>
        </p:nvSpPr>
        <p:spPr/>
        <p:txBody>
          <a:bodyPr/>
          <a:lstStyle>
            <a:lvl1pPr>
              <a:defRPr/>
            </a:lvl1pPr>
          </a:lstStyle>
          <a:p>
            <a:fld id="{871CFCCB-DE82-447E-9DFF-A97FC2DBE4CD}" type="slidenum">
              <a:rPr lang="en-US" altLang="en-US"/>
              <a:pPr/>
              <a:t>‹#›</a:t>
            </a:fld>
            <a:endParaRPr lang="en-US" altLang="en-US"/>
          </a:p>
        </p:txBody>
      </p:sp>
      <p:sp>
        <p:nvSpPr>
          <p:cNvPr id="6" name="Footer Placeholder 5">
            <a:extLst>
              <a:ext uri="{FF2B5EF4-FFF2-40B4-BE49-F238E27FC236}">
                <a16:creationId xmlns:a16="http://schemas.microsoft.com/office/drawing/2014/main" id="{37732B1D-71DC-4E4C-BBDC-88C6DF9E5DAF}"/>
              </a:ext>
            </a:extLst>
          </p:cNvPr>
          <p:cNvSpPr>
            <a:spLocks noGrp="1"/>
          </p:cNvSpPr>
          <p:nvPr>
            <p:ph type="ftr" sz="quarter" idx="12"/>
          </p:nvPr>
        </p:nvSpPr>
        <p:spPr/>
        <p:txBody>
          <a:bodyPr/>
          <a:lstStyle>
            <a:lvl1pPr>
              <a:defRPr b="1">
                <a:latin typeface="Tahoma" panose="020B0604030504040204" pitchFamily="34" charset="0"/>
              </a:defRPr>
            </a:lvl1pPr>
          </a:lstStyle>
          <a:p>
            <a:endParaRPr lang="en-US" altLang="en-US">
              <a:latin typeface="+mn-lt"/>
            </a:endParaRPr>
          </a:p>
          <a:p>
            <a:endParaRPr lang="en-US" altLang="en-US" b="0"/>
          </a:p>
          <a:p>
            <a:endParaRPr lang="en-US" altLang="en-US"/>
          </a:p>
          <a:p>
            <a:r>
              <a:rPr lang="en-US" altLang="en-US"/>
              <a:t>© A+ Computer Science  -  www.apluscompsci.com</a:t>
            </a:r>
          </a:p>
        </p:txBody>
      </p:sp>
    </p:spTree>
    <p:extLst>
      <p:ext uri="{BB962C8B-B14F-4D97-AF65-F5344CB8AC3E}">
        <p14:creationId xmlns:p14="http://schemas.microsoft.com/office/powerpoint/2010/main" val="3580365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AEF88-59A9-49AB-B299-AE4BB275F0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C18009-5F7B-400C-93E2-8373BE0A47D3}"/>
              </a:ext>
            </a:extLst>
          </p:cNvPr>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B6B4BE-49FC-4C0B-9D77-3AF0CD9A27CD}"/>
              </a:ext>
            </a:extLst>
          </p:cNvPr>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B0DEEB-FBCC-43A6-B6BD-246D4C44FC2A}"/>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251CFD9-517E-4FC7-BDE2-6180B5D4D844}"/>
              </a:ext>
            </a:extLst>
          </p:cNvPr>
          <p:cNvSpPr>
            <a:spLocks noGrp="1"/>
          </p:cNvSpPr>
          <p:nvPr>
            <p:ph type="sldNum" sz="quarter" idx="11"/>
          </p:nvPr>
        </p:nvSpPr>
        <p:spPr/>
        <p:txBody>
          <a:bodyPr/>
          <a:lstStyle>
            <a:lvl1pPr>
              <a:defRPr/>
            </a:lvl1pPr>
          </a:lstStyle>
          <a:p>
            <a:fld id="{ABF1F3EE-A034-4472-9179-A904F445BC03}" type="slidenum">
              <a:rPr lang="en-US" altLang="en-US"/>
              <a:pPr/>
              <a:t>‹#›</a:t>
            </a:fld>
            <a:endParaRPr lang="en-US" altLang="en-US"/>
          </a:p>
        </p:txBody>
      </p:sp>
      <p:sp>
        <p:nvSpPr>
          <p:cNvPr id="7" name="Footer Placeholder 6">
            <a:extLst>
              <a:ext uri="{FF2B5EF4-FFF2-40B4-BE49-F238E27FC236}">
                <a16:creationId xmlns:a16="http://schemas.microsoft.com/office/drawing/2014/main" id="{26F991B0-651A-4BC7-BC72-5F1CC71DD97A}"/>
              </a:ext>
            </a:extLst>
          </p:cNvPr>
          <p:cNvSpPr>
            <a:spLocks noGrp="1"/>
          </p:cNvSpPr>
          <p:nvPr>
            <p:ph type="ftr" sz="quarter" idx="12"/>
          </p:nvPr>
        </p:nvSpPr>
        <p:spPr/>
        <p:txBody>
          <a:bodyPr/>
          <a:lstStyle>
            <a:lvl1pPr>
              <a:defRPr b="1">
                <a:latin typeface="Tahoma" panose="020B0604030504040204" pitchFamily="34" charset="0"/>
              </a:defRPr>
            </a:lvl1pPr>
          </a:lstStyle>
          <a:p>
            <a:endParaRPr lang="en-US" altLang="en-US">
              <a:latin typeface="+mn-lt"/>
            </a:endParaRPr>
          </a:p>
          <a:p>
            <a:endParaRPr lang="en-US" altLang="en-US" b="0"/>
          </a:p>
          <a:p>
            <a:endParaRPr lang="en-US" altLang="en-US"/>
          </a:p>
          <a:p>
            <a:r>
              <a:rPr lang="en-US" altLang="en-US"/>
              <a:t>© A+ Computer Science  -  www.apluscompsci.com</a:t>
            </a:r>
          </a:p>
        </p:txBody>
      </p:sp>
    </p:spTree>
    <p:extLst>
      <p:ext uri="{BB962C8B-B14F-4D97-AF65-F5344CB8AC3E}">
        <p14:creationId xmlns:p14="http://schemas.microsoft.com/office/powerpoint/2010/main" val="3490581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13BC5-71EC-4249-A1EB-95E52A04850F}"/>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92D9E77-2759-41DC-BF1F-B216D7312294}"/>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20597A-BCFF-4A90-9D80-CEC4C36FDAFF}"/>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34D000-C96E-49FA-BC39-2B443B0C8EB8}"/>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F74F93-5171-4510-891A-229C88CC6132}"/>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BB83A0-D7AA-4A1B-B571-E303985307BB}"/>
              </a:ext>
            </a:extLst>
          </p:cNvPr>
          <p:cNvSpPr>
            <a:spLocks noGrp="1"/>
          </p:cNvSpPr>
          <p:nvPr>
            <p:ph type="dt" sz="half" idx="10"/>
          </p:nvPr>
        </p:nvSpPr>
        <p:spPr/>
        <p:txBody>
          <a:bodyPr/>
          <a:lstStyle>
            <a:lvl1pPr>
              <a:defRPr/>
            </a:lvl1pPr>
          </a:lstStyle>
          <a:p>
            <a:endParaRPr lang="en-US" altLang="en-US"/>
          </a:p>
        </p:txBody>
      </p:sp>
      <p:sp>
        <p:nvSpPr>
          <p:cNvPr id="8" name="Slide Number Placeholder 7">
            <a:extLst>
              <a:ext uri="{FF2B5EF4-FFF2-40B4-BE49-F238E27FC236}">
                <a16:creationId xmlns:a16="http://schemas.microsoft.com/office/drawing/2014/main" id="{DE1367FF-E15C-4F74-B707-5E23FB0A9096}"/>
              </a:ext>
            </a:extLst>
          </p:cNvPr>
          <p:cNvSpPr>
            <a:spLocks noGrp="1"/>
          </p:cNvSpPr>
          <p:nvPr>
            <p:ph type="sldNum" sz="quarter" idx="11"/>
          </p:nvPr>
        </p:nvSpPr>
        <p:spPr/>
        <p:txBody>
          <a:bodyPr/>
          <a:lstStyle>
            <a:lvl1pPr>
              <a:defRPr/>
            </a:lvl1pPr>
          </a:lstStyle>
          <a:p>
            <a:fld id="{2EB04603-5208-4854-B8C0-063077F0D1ED}" type="slidenum">
              <a:rPr lang="en-US" altLang="en-US"/>
              <a:pPr/>
              <a:t>‹#›</a:t>
            </a:fld>
            <a:endParaRPr lang="en-US" altLang="en-US"/>
          </a:p>
        </p:txBody>
      </p:sp>
      <p:sp>
        <p:nvSpPr>
          <p:cNvPr id="9" name="Footer Placeholder 8">
            <a:extLst>
              <a:ext uri="{FF2B5EF4-FFF2-40B4-BE49-F238E27FC236}">
                <a16:creationId xmlns:a16="http://schemas.microsoft.com/office/drawing/2014/main" id="{DD57C540-12CE-4337-9489-E9B4AA069360}"/>
              </a:ext>
            </a:extLst>
          </p:cNvPr>
          <p:cNvSpPr>
            <a:spLocks noGrp="1"/>
          </p:cNvSpPr>
          <p:nvPr>
            <p:ph type="ftr" sz="quarter" idx="12"/>
          </p:nvPr>
        </p:nvSpPr>
        <p:spPr/>
        <p:txBody>
          <a:bodyPr/>
          <a:lstStyle>
            <a:lvl1pPr>
              <a:defRPr b="1">
                <a:latin typeface="Tahoma" panose="020B0604030504040204" pitchFamily="34" charset="0"/>
              </a:defRPr>
            </a:lvl1pPr>
          </a:lstStyle>
          <a:p>
            <a:endParaRPr lang="en-US" altLang="en-US">
              <a:latin typeface="+mn-lt"/>
            </a:endParaRPr>
          </a:p>
          <a:p>
            <a:endParaRPr lang="en-US" altLang="en-US" b="0"/>
          </a:p>
          <a:p>
            <a:endParaRPr lang="en-US" altLang="en-US"/>
          </a:p>
          <a:p>
            <a:r>
              <a:rPr lang="en-US" altLang="en-US"/>
              <a:t>© A+ Computer Science  -  www.apluscompsci.com</a:t>
            </a:r>
          </a:p>
        </p:txBody>
      </p:sp>
    </p:spTree>
    <p:extLst>
      <p:ext uri="{BB962C8B-B14F-4D97-AF65-F5344CB8AC3E}">
        <p14:creationId xmlns:p14="http://schemas.microsoft.com/office/powerpoint/2010/main" val="3677841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327A7-6225-4AD0-A83E-917F6DFB31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2782128-EADE-4091-930C-33579AA315AD}"/>
              </a:ext>
            </a:extLst>
          </p:cNvPr>
          <p:cNvSpPr>
            <a:spLocks noGrp="1"/>
          </p:cNvSpPr>
          <p:nvPr>
            <p:ph type="dt" sz="half" idx="10"/>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164DD497-3FAA-4680-8930-0919E493765C}"/>
              </a:ext>
            </a:extLst>
          </p:cNvPr>
          <p:cNvSpPr>
            <a:spLocks noGrp="1"/>
          </p:cNvSpPr>
          <p:nvPr>
            <p:ph type="sldNum" sz="quarter" idx="11"/>
          </p:nvPr>
        </p:nvSpPr>
        <p:spPr/>
        <p:txBody>
          <a:bodyPr/>
          <a:lstStyle>
            <a:lvl1pPr>
              <a:defRPr/>
            </a:lvl1pPr>
          </a:lstStyle>
          <a:p>
            <a:fld id="{B673E8C0-A371-4654-AEC2-27E659A34F12}" type="slidenum">
              <a:rPr lang="en-US" altLang="en-US"/>
              <a:pPr/>
              <a:t>‹#›</a:t>
            </a:fld>
            <a:endParaRPr lang="en-US" altLang="en-US"/>
          </a:p>
        </p:txBody>
      </p:sp>
      <p:sp>
        <p:nvSpPr>
          <p:cNvPr id="5" name="Footer Placeholder 4">
            <a:extLst>
              <a:ext uri="{FF2B5EF4-FFF2-40B4-BE49-F238E27FC236}">
                <a16:creationId xmlns:a16="http://schemas.microsoft.com/office/drawing/2014/main" id="{113A8963-76E5-4552-90EF-418B10B17595}"/>
              </a:ext>
            </a:extLst>
          </p:cNvPr>
          <p:cNvSpPr>
            <a:spLocks noGrp="1"/>
          </p:cNvSpPr>
          <p:nvPr>
            <p:ph type="ftr" sz="quarter" idx="12"/>
          </p:nvPr>
        </p:nvSpPr>
        <p:spPr/>
        <p:txBody>
          <a:bodyPr/>
          <a:lstStyle>
            <a:lvl1pPr>
              <a:defRPr b="1">
                <a:latin typeface="Tahoma" panose="020B0604030504040204" pitchFamily="34" charset="0"/>
              </a:defRPr>
            </a:lvl1pPr>
          </a:lstStyle>
          <a:p>
            <a:endParaRPr lang="en-US" altLang="en-US">
              <a:latin typeface="+mn-lt"/>
            </a:endParaRPr>
          </a:p>
          <a:p>
            <a:endParaRPr lang="en-US" altLang="en-US" b="0"/>
          </a:p>
          <a:p>
            <a:endParaRPr lang="en-US" altLang="en-US"/>
          </a:p>
          <a:p>
            <a:r>
              <a:rPr lang="en-US" altLang="en-US"/>
              <a:t>© A+ Computer Science  -  www.apluscompsci.com</a:t>
            </a:r>
          </a:p>
        </p:txBody>
      </p:sp>
    </p:spTree>
    <p:extLst>
      <p:ext uri="{BB962C8B-B14F-4D97-AF65-F5344CB8AC3E}">
        <p14:creationId xmlns:p14="http://schemas.microsoft.com/office/powerpoint/2010/main" val="3098034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0F5165-8FFE-4C54-AC1D-2B1EA9EA12D6}"/>
              </a:ext>
            </a:extLst>
          </p:cNvPr>
          <p:cNvSpPr>
            <a:spLocks noGrp="1"/>
          </p:cNvSpPr>
          <p:nvPr>
            <p:ph type="dt" sz="half" idx="10"/>
          </p:nvPr>
        </p:nvSpPr>
        <p:spPr/>
        <p:txBody>
          <a:bodyPr/>
          <a:lstStyle>
            <a:lvl1pPr>
              <a:defRPr/>
            </a:lvl1pPr>
          </a:lstStyle>
          <a:p>
            <a:endParaRPr lang="en-US" altLang="en-US"/>
          </a:p>
        </p:txBody>
      </p:sp>
      <p:sp>
        <p:nvSpPr>
          <p:cNvPr id="3" name="Slide Number Placeholder 2">
            <a:extLst>
              <a:ext uri="{FF2B5EF4-FFF2-40B4-BE49-F238E27FC236}">
                <a16:creationId xmlns:a16="http://schemas.microsoft.com/office/drawing/2014/main" id="{6BD230E6-33E2-41AE-9B8F-53E98E67DDD1}"/>
              </a:ext>
            </a:extLst>
          </p:cNvPr>
          <p:cNvSpPr>
            <a:spLocks noGrp="1"/>
          </p:cNvSpPr>
          <p:nvPr>
            <p:ph type="sldNum" sz="quarter" idx="11"/>
          </p:nvPr>
        </p:nvSpPr>
        <p:spPr/>
        <p:txBody>
          <a:bodyPr/>
          <a:lstStyle>
            <a:lvl1pPr>
              <a:defRPr/>
            </a:lvl1pPr>
          </a:lstStyle>
          <a:p>
            <a:fld id="{F606D46D-9504-4479-9C0A-5EFB8CB0DF7E}" type="slidenum">
              <a:rPr lang="en-US" altLang="en-US"/>
              <a:pPr/>
              <a:t>‹#›</a:t>
            </a:fld>
            <a:endParaRPr lang="en-US" altLang="en-US"/>
          </a:p>
        </p:txBody>
      </p:sp>
      <p:sp>
        <p:nvSpPr>
          <p:cNvPr id="4" name="Footer Placeholder 3">
            <a:extLst>
              <a:ext uri="{FF2B5EF4-FFF2-40B4-BE49-F238E27FC236}">
                <a16:creationId xmlns:a16="http://schemas.microsoft.com/office/drawing/2014/main" id="{89CF0CE8-BF60-41F3-965E-92D1D8D6830B}"/>
              </a:ext>
            </a:extLst>
          </p:cNvPr>
          <p:cNvSpPr>
            <a:spLocks noGrp="1"/>
          </p:cNvSpPr>
          <p:nvPr>
            <p:ph type="ftr" sz="quarter" idx="12"/>
          </p:nvPr>
        </p:nvSpPr>
        <p:spPr/>
        <p:txBody>
          <a:bodyPr/>
          <a:lstStyle>
            <a:lvl1pPr>
              <a:defRPr b="1">
                <a:latin typeface="Tahoma" panose="020B0604030504040204" pitchFamily="34" charset="0"/>
              </a:defRPr>
            </a:lvl1pPr>
          </a:lstStyle>
          <a:p>
            <a:endParaRPr lang="en-US" altLang="en-US">
              <a:latin typeface="+mn-lt"/>
            </a:endParaRPr>
          </a:p>
          <a:p>
            <a:endParaRPr lang="en-US" altLang="en-US" b="0"/>
          </a:p>
          <a:p>
            <a:endParaRPr lang="en-US" altLang="en-US"/>
          </a:p>
          <a:p>
            <a:r>
              <a:rPr lang="en-US" altLang="en-US"/>
              <a:t>© A+ Computer Science  -  www.apluscompsci.com</a:t>
            </a:r>
          </a:p>
        </p:txBody>
      </p:sp>
    </p:spTree>
    <p:extLst>
      <p:ext uri="{BB962C8B-B14F-4D97-AF65-F5344CB8AC3E}">
        <p14:creationId xmlns:p14="http://schemas.microsoft.com/office/powerpoint/2010/main" val="2627567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9C37B-3315-4FDF-9A24-90450C4388F7}"/>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03A4197-45E7-4DD1-BDB8-76CDA06DEE53}"/>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B977262-809C-498D-94C3-D6E344429AB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0C9B0B-F48C-4053-8469-14CAAFB6C72D}"/>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FE5D3A87-AC41-4759-A1CE-BE8B28B566F5}"/>
              </a:ext>
            </a:extLst>
          </p:cNvPr>
          <p:cNvSpPr>
            <a:spLocks noGrp="1"/>
          </p:cNvSpPr>
          <p:nvPr>
            <p:ph type="sldNum" sz="quarter" idx="11"/>
          </p:nvPr>
        </p:nvSpPr>
        <p:spPr/>
        <p:txBody>
          <a:bodyPr/>
          <a:lstStyle>
            <a:lvl1pPr>
              <a:defRPr/>
            </a:lvl1pPr>
          </a:lstStyle>
          <a:p>
            <a:fld id="{990CBD4A-AEA1-4B07-B740-FBB95CA6EFD8}" type="slidenum">
              <a:rPr lang="en-US" altLang="en-US"/>
              <a:pPr/>
              <a:t>‹#›</a:t>
            </a:fld>
            <a:endParaRPr lang="en-US" altLang="en-US"/>
          </a:p>
        </p:txBody>
      </p:sp>
      <p:sp>
        <p:nvSpPr>
          <p:cNvPr id="7" name="Footer Placeholder 6">
            <a:extLst>
              <a:ext uri="{FF2B5EF4-FFF2-40B4-BE49-F238E27FC236}">
                <a16:creationId xmlns:a16="http://schemas.microsoft.com/office/drawing/2014/main" id="{8DBCFBAD-E164-4919-91AA-9EA31B7AA990}"/>
              </a:ext>
            </a:extLst>
          </p:cNvPr>
          <p:cNvSpPr>
            <a:spLocks noGrp="1"/>
          </p:cNvSpPr>
          <p:nvPr>
            <p:ph type="ftr" sz="quarter" idx="12"/>
          </p:nvPr>
        </p:nvSpPr>
        <p:spPr/>
        <p:txBody>
          <a:bodyPr/>
          <a:lstStyle>
            <a:lvl1pPr>
              <a:defRPr b="1">
                <a:latin typeface="Tahoma" panose="020B0604030504040204" pitchFamily="34" charset="0"/>
              </a:defRPr>
            </a:lvl1pPr>
          </a:lstStyle>
          <a:p>
            <a:endParaRPr lang="en-US" altLang="en-US">
              <a:latin typeface="+mn-lt"/>
            </a:endParaRPr>
          </a:p>
          <a:p>
            <a:endParaRPr lang="en-US" altLang="en-US" b="0"/>
          </a:p>
          <a:p>
            <a:endParaRPr lang="en-US" altLang="en-US"/>
          </a:p>
          <a:p>
            <a:r>
              <a:rPr lang="en-US" altLang="en-US"/>
              <a:t>© A+ Computer Science  -  www.apluscompsci.com</a:t>
            </a:r>
          </a:p>
        </p:txBody>
      </p:sp>
    </p:spTree>
    <p:extLst>
      <p:ext uri="{BB962C8B-B14F-4D97-AF65-F5344CB8AC3E}">
        <p14:creationId xmlns:p14="http://schemas.microsoft.com/office/powerpoint/2010/main" val="2299880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D8C80-D544-4904-9D92-5BF6050B182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F4C917-EBCB-4676-A441-29E74A581265}"/>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A281AD-4BEF-4CD0-8FE1-D65BCCB31925}"/>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906D27-EA0D-4387-B606-334D6FF63B49}"/>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2157A27C-A70E-40A4-90DB-D53D2CEA2665}"/>
              </a:ext>
            </a:extLst>
          </p:cNvPr>
          <p:cNvSpPr>
            <a:spLocks noGrp="1"/>
          </p:cNvSpPr>
          <p:nvPr>
            <p:ph type="sldNum" sz="quarter" idx="11"/>
          </p:nvPr>
        </p:nvSpPr>
        <p:spPr/>
        <p:txBody>
          <a:bodyPr/>
          <a:lstStyle>
            <a:lvl1pPr>
              <a:defRPr/>
            </a:lvl1pPr>
          </a:lstStyle>
          <a:p>
            <a:fld id="{38C9BD43-15DC-43E6-AB9D-E1B26C05A5FE}" type="slidenum">
              <a:rPr lang="en-US" altLang="en-US"/>
              <a:pPr/>
              <a:t>‹#›</a:t>
            </a:fld>
            <a:endParaRPr lang="en-US" altLang="en-US"/>
          </a:p>
        </p:txBody>
      </p:sp>
      <p:sp>
        <p:nvSpPr>
          <p:cNvPr id="7" name="Footer Placeholder 6">
            <a:extLst>
              <a:ext uri="{FF2B5EF4-FFF2-40B4-BE49-F238E27FC236}">
                <a16:creationId xmlns:a16="http://schemas.microsoft.com/office/drawing/2014/main" id="{EEDCDB28-9A76-4940-A26A-1AECBF4B940B}"/>
              </a:ext>
            </a:extLst>
          </p:cNvPr>
          <p:cNvSpPr>
            <a:spLocks noGrp="1"/>
          </p:cNvSpPr>
          <p:nvPr>
            <p:ph type="ftr" sz="quarter" idx="12"/>
          </p:nvPr>
        </p:nvSpPr>
        <p:spPr/>
        <p:txBody>
          <a:bodyPr/>
          <a:lstStyle>
            <a:lvl1pPr>
              <a:defRPr b="1">
                <a:latin typeface="Tahoma" panose="020B0604030504040204" pitchFamily="34" charset="0"/>
              </a:defRPr>
            </a:lvl1pPr>
          </a:lstStyle>
          <a:p>
            <a:endParaRPr lang="en-US" altLang="en-US">
              <a:latin typeface="+mn-lt"/>
            </a:endParaRPr>
          </a:p>
          <a:p>
            <a:endParaRPr lang="en-US" altLang="en-US" b="0"/>
          </a:p>
          <a:p>
            <a:endParaRPr lang="en-US" altLang="en-US"/>
          </a:p>
          <a:p>
            <a:r>
              <a:rPr lang="en-US" altLang="en-US"/>
              <a:t>© A+ Computer Science  -  www.apluscompsci.com</a:t>
            </a:r>
          </a:p>
        </p:txBody>
      </p:sp>
    </p:spTree>
    <p:extLst>
      <p:ext uri="{BB962C8B-B14F-4D97-AF65-F5344CB8AC3E}">
        <p14:creationId xmlns:p14="http://schemas.microsoft.com/office/powerpoint/2010/main" val="3655928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ED81A-F006-4A1D-A00C-12EB07D0744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EC160F5-0C51-431B-9BFA-5A57E88B4A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198E92-FE41-4E22-B669-417FABD255C3}"/>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E4898D5B-49BE-4BC9-B34B-70483E1D6AEE}"/>
              </a:ext>
            </a:extLst>
          </p:cNvPr>
          <p:cNvSpPr>
            <a:spLocks noGrp="1"/>
          </p:cNvSpPr>
          <p:nvPr>
            <p:ph type="sldNum" sz="quarter" idx="11"/>
          </p:nvPr>
        </p:nvSpPr>
        <p:spPr/>
        <p:txBody>
          <a:bodyPr/>
          <a:lstStyle>
            <a:lvl1pPr>
              <a:defRPr/>
            </a:lvl1pPr>
          </a:lstStyle>
          <a:p>
            <a:fld id="{DC290838-F4EC-4D83-A69D-986E4BCB4695}" type="slidenum">
              <a:rPr lang="en-US" altLang="en-US"/>
              <a:pPr/>
              <a:t>‹#›</a:t>
            </a:fld>
            <a:endParaRPr lang="en-US" altLang="en-US"/>
          </a:p>
        </p:txBody>
      </p:sp>
      <p:sp>
        <p:nvSpPr>
          <p:cNvPr id="6" name="Footer Placeholder 5">
            <a:extLst>
              <a:ext uri="{FF2B5EF4-FFF2-40B4-BE49-F238E27FC236}">
                <a16:creationId xmlns:a16="http://schemas.microsoft.com/office/drawing/2014/main" id="{1303A787-3A6B-460F-8165-5DC6E5CF6D52}"/>
              </a:ext>
            </a:extLst>
          </p:cNvPr>
          <p:cNvSpPr>
            <a:spLocks noGrp="1"/>
          </p:cNvSpPr>
          <p:nvPr>
            <p:ph type="ftr" sz="quarter" idx="12"/>
          </p:nvPr>
        </p:nvSpPr>
        <p:spPr/>
        <p:txBody>
          <a:bodyPr/>
          <a:lstStyle>
            <a:lvl1pPr>
              <a:defRPr b="1">
                <a:latin typeface="Tahoma" panose="020B0604030504040204" pitchFamily="34" charset="0"/>
              </a:defRPr>
            </a:lvl1pPr>
          </a:lstStyle>
          <a:p>
            <a:endParaRPr lang="en-US" altLang="en-US">
              <a:latin typeface="+mn-lt"/>
            </a:endParaRPr>
          </a:p>
          <a:p>
            <a:endParaRPr lang="en-US" altLang="en-US" b="0"/>
          </a:p>
          <a:p>
            <a:endParaRPr lang="en-US" altLang="en-US"/>
          </a:p>
          <a:p>
            <a:r>
              <a:rPr lang="en-US" altLang="en-US"/>
              <a:t>© A+ Computer Science  -  www.apluscompsci.com</a:t>
            </a:r>
          </a:p>
        </p:txBody>
      </p:sp>
    </p:spTree>
    <p:extLst>
      <p:ext uri="{BB962C8B-B14F-4D97-AF65-F5344CB8AC3E}">
        <p14:creationId xmlns:p14="http://schemas.microsoft.com/office/powerpoint/2010/main" val="1255244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89791B-04E1-4A57-A2AE-B1C7982F9E62}"/>
              </a:ext>
            </a:extLst>
          </p:cNvPr>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12CA0E-7345-4A0D-B108-7D2A138CA66C}"/>
              </a:ext>
            </a:extLst>
          </p:cNvPr>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FA444C-8849-4670-9211-E0E3A68D317D}"/>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2661E983-2F92-485B-8489-CCB7D79A4A87}"/>
              </a:ext>
            </a:extLst>
          </p:cNvPr>
          <p:cNvSpPr>
            <a:spLocks noGrp="1"/>
          </p:cNvSpPr>
          <p:nvPr>
            <p:ph type="sldNum" sz="quarter" idx="11"/>
          </p:nvPr>
        </p:nvSpPr>
        <p:spPr/>
        <p:txBody>
          <a:bodyPr/>
          <a:lstStyle>
            <a:lvl1pPr>
              <a:defRPr/>
            </a:lvl1pPr>
          </a:lstStyle>
          <a:p>
            <a:fld id="{BFA72696-BD01-4621-BFFA-C3A0EA104B10}" type="slidenum">
              <a:rPr lang="en-US" altLang="en-US"/>
              <a:pPr/>
              <a:t>‹#›</a:t>
            </a:fld>
            <a:endParaRPr lang="en-US" altLang="en-US"/>
          </a:p>
        </p:txBody>
      </p:sp>
      <p:sp>
        <p:nvSpPr>
          <p:cNvPr id="6" name="Footer Placeholder 5">
            <a:extLst>
              <a:ext uri="{FF2B5EF4-FFF2-40B4-BE49-F238E27FC236}">
                <a16:creationId xmlns:a16="http://schemas.microsoft.com/office/drawing/2014/main" id="{0D23B33E-AF8D-4D2F-AB51-9B6FC10B6658}"/>
              </a:ext>
            </a:extLst>
          </p:cNvPr>
          <p:cNvSpPr>
            <a:spLocks noGrp="1"/>
          </p:cNvSpPr>
          <p:nvPr>
            <p:ph type="ftr" sz="quarter" idx="12"/>
          </p:nvPr>
        </p:nvSpPr>
        <p:spPr/>
        <p:txBody>
          <a:bodyPr/>
          <a:lstStyle>
            <a:lvl1pPr>
              <a:defRPr b="1">
                <a:latin typeface="Tahoma" panose="020B0604030504040204" pitchFamily="34" charset="0"/>
              </a:defRPr>
            </a:lvl1pPr>
          </a:lstStyle>
          <a:p>
            <a:endParaRPr lang="en-US" altLang="en-US">
              <a:latin typeface="+mn-lt"/>
            </a:endParaRPr>
          </a:p>
          <a:p>
            <a:endParaRPr lang="en-US" altLang="en-US" b="0"/>
          </a:p>
          <a:p>
            <a:endParaRPr lang="en-US" altLang="en-US"/>
          </a:p>
          <a:p>
            <a:r>
              <a:rPr lang="en-US" altLang="en-US"/>
              <a:t>© A+ Computer Science  -  www.apluscompsci.com</a:t>
            </a:r>
          </a:p>
        </p:txBody>
      </p:sp>
    </p:spTree>
    <p:extLst>
      <p:ext uri="{BB962C8B-B14F-4D97-AF65-F5344CB8AC3E}">
        <p14:creationId xmlns:p14="http://schemas.microsoft.com/office/powerpoint/2010/main" val="792601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E1FFA44-3EF5-4323-B8A1-EB7860FA535B}"/>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02613883-C944-4106-B9E6-690F9C2D5975}"/>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9A4A9A1F-B65C-4F8D-B8DE-FE9E0172F193}"/>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l" eaLnBrk="0" hangingPunct="0">
              <a:defRPr sz="1400" b="0">
                <a:latin typeface="+mn-lt"/>
              </a:defRPr>
            </a:lvl1pPr>
          </a:lstStyle>
          <a:p>
            <a:endParaRPr lang="en-US" altLang="en-US"/>
          </a:p>
        </p:txBody>
      </p:sp>
      <p:sp>
        <p:nvSpPr>
          <p:cNvPr id="1030" name="Rectangle 6">
            <a:extLst>
              <a:ext uri="{FF2B5EF4-FFF2-40B4-BE49-F238E27FC236}">
                <a16:creationId xmlns:a16="http://schemas.microsoft.com/office/drawing/2014/main" id="{11E5B5BE-0676-4364-8E70-627AB32049AB}"/>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r" eaLnBrk="0" hangingPunct="0">
              <a:defRPr sz="1400" b="0">
                <a:latin typeface="+mn-lt"/>
              </a:defRPr>
            </a:lvl1pPr>
          </a:lstStyle>
          <a:p>
            <a:fld id="{8600D782-7110-41B4-809A-371728916E24}" type="slidenum">
              <a:rPr lang="en-US" altLang="en-US"/>
              <a:pPr/>
              <a:t>‹#›</a:t>
            </a:fld>
            <a:endParaRPr lang="en-US" altLang="en-US"/>
          </a:p>
        </p:txBody>
      </p:sp>
      <p:sp>
        <p:nvSpPr>
          <p:cNvPr id="1031" name="Rectangle 7">
            <a:extLst>
              <a:ext uri="{FF2B5EF4-FFF2-40B4-BE49-F238E27FC236}">
                <a16:creationId xmlns:a16="http://schemas.microsoft.com/office/drawing/2014/main" id="{C3F87CC9-9F10-43DA-A6AF-A277943EF65D}"/>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800" b="0">
                <a:latin typeface="+mn-lt"/>
              </a:defRPr>
            </a:lvl1pPr>
          </a:lstStyle>
          <a:p>
            <a:endParaRPr lang="en-US" altLang="en-US" b="1"/>
          </a:p>
          <a:p>
            <a:endParaRPr lang="en-US" altLang="en-US">
              <a:latin typeface="Tahoma" panose="020B0604030504040204" pitchFamily="34" charset="0"/>
            </a:endParaRPr>
          </a:p>
          <a:p>
            <a:endParaRPr lang="en-US" altLang="en-US" b="1">
              <a:latin typeface="Tahoma" panose="020B0604030504040204" pitchFamily="34" charset="0"/>
            </a:endParaRPr>
          </a:p>
          <a:p>
            <a:r>
              <a:rPr lang="en-US" altLang="en-US" b="1">
                <a:latin typeface="Tahoma" panose="020B0604030504040204"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anose="02020603050405020304" pitchFamily="18" charset="0"/>
        </a:defRPr>
      </a:lvl2pPr>
      <a:lvl3pPr algn="ctr" rtl="0" fontAlgn="base">
        <a:spcBef>
          <a:spcPct val="0"/>
        </a:spcBef>
        <a:spcAft>
          <a:spcPct val="0"/>
        </a:spcAft>
        <a:defRPr sz="4400">
          <a:solidFill>
            <a:schemeClr val="tx2"/>
          </a:solidFill>
          <a:latin typeface="Times New Roman" panose="02020603050405020304" pitchFamily="18" charset="0"/>
        </a:defRPr>
      </a:lvl3pPr>
      <a:lvl4pPr algn="ctr" rtl="0" fontAlgn="base">
        <a:spcBef>
          <a:spcPct val="0"/>
        </a:spcBef>
        <a:spcAft>
          <a:spcPct val="0"/>
        </a:spcAft>
        <a:defRPr sz="4400">
          <a:solidFill>
            <a:schemeClr val="tx2"/>
          </a:solidFill>
          <a:latin typeface="Times New Roman" panose="02020603050405020304" pitchFamily="18" charset="0"/>
        </a:defRPr>
      </a:lvl4pPr>
      <a:lvl5pPr algn="ctr" rtl="0" fontAlgn="base">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A5C5E768-B579-4637-9023-2C08B1422FBF}"/>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4102" name="WordArt 6">
            <a:extLst>
              <a:ext uri="{FF2B5EF4-FFF2-40B4-BE49-F238E27FC236}">
                <a16:creationId xmlns:a16="http://schemas.microsoft.com/office/drawing/2014/main" id="{BD58F6CD-B015-4E43-BC0A-5AFEA4A9A823}"/>
              </a:ext>
            </a:extLst>
          </p:cNvPr>
          <p:cNvSpPr>
            <a:spLocks noChangeArrowheads="1" noChangeShapeType="1" noTextEdit="1"/>
          </p:cNvSpPr>
          <p:nvPr/>
        </p:nvSpPr>
        <p:spPr bwMode="auto">
          <a:xfrm>
            <a:off x="685800" y="1295400"/>
            <a:ext cx="7772400" cy="38100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Boolean</a:t>
            </a:r>
          </a:p>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Algebra</a:t>
            </a:r>
          </a:p>
        </p:txBody>
      </p:sp>
      <p:sp>
        <p:nvSpPr>
          <p:cNvPr id="4103" name="WordArt 7">
            <a:extLst>
              <a:ext uri="{FF2B5EF4-FFF2-40B4-BE49-F238E27FC236}">
                <a16:creationId xmlns:a16="http://schemas.microsoft.com/office/drawing/2014/main" id="{F4FBEF85-49B0-4BBF-B097-EB22F0C94572}"/>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29178A5E-5E70-454B-A5A1-BAA6EF5497E7}"/>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72706" name="WordArt 2">
            <a:extLst>
              <a:ext uri="{FF2B5EF4-FFF2-40B4-BE49-F238E27FC236}">
                <a16:creationId xmlns:a16="http://schemas.microsoft.com/office/drawing/2014/main" id="{D6DCF58D-A523-4C16-BB91-8C692F8E8E58}"/>
              </a:ext>
            </a:extLst>
          </p:cNvPr>
          <p:cNvSpPr>
            <a:spLocks noChangeArrowheads="1" noChangeShapeType="1" noTextEdit="1"/>
          </p:cNvSpPr>
          <p:nvPr/>
        </p:nvSpPr>
        <p:spPr bwMode="auto">
          <a:xfrm>
            <a:off x="1524000" y="533400"/>
            <a:ext cx="5943600" cy="12192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George Boole</a:t>
            </a:r>
          </a:p>
        </p:txBody>
      </p:sp>
      <p:sp>
        <p:nvSpPr>
          <p:cNvPr id="72707" name="Text Box 3">
            <a:extLst>
              <a:ext uri="{FF2B5EF4-FFF2-40B4-BE49-F238E27FC236}">
                <a16:creationId xmlns:a16="http://schemas.microsoft.com/office/drawing/2014/main" id="{78843702-6B28-45A5-A103-9E0471D05341}"/>
              </a:ext>
            </a:extLst>
          </p:cNvPr>
          <p:cNvSpPr txBox="1">
            <a:spLocks noChangeArrowheads="1"/>
          </p:cNvSpPr>
          <p:nvPr/>
        </p:nvSpPr>
        <p:spPr bwMode="auto">
          <a:xfrm>
            <a:off x="685800" y="1981200"/>
            <a:ext cx="7797800"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3200"/>
              <a:t>George Boole’s work is considered by</a:t>
            </a:r>
          </a:p>
          <a:p>
            <a:pPr algn="l"/>
            <a:r>
              <a:rPr lang="en-US" altLang="en-US" sz="3200"/>
              <a:t>many the starting point of Boolean</a:t>
            </a:r>
          </a:p>
          <a:p>
            <a:pPr algn="l"/>
            <a:r>
              <a:rPr lang="en-US" altLang="en-US" sz="3200"/>
              <a:t>Algebra.  His work is also considered</a:t>
            </a:r>
          </a:p>
          <a:p>
            <a:pPr algn="l"/>
            <a:r>
              <a:rPr lang="en-US" altLang="en-US" sz="3200"/>
              <a:t>as a beginning of sorts for Comp Sci.</a:t>
            </a:r>
            <a:endParaRPr lang="en-US" altLang="en-US"/>
          </a:p>
        </p:txBody>
      </p:sp>
      <p:sp>
        <p:nvSpPr>
          <p:cNvPr id="72708" name="WordArt 4">
            <a:extLst>
              <a:ext uri="{FF2B5EF4-FFF2-40B4-BE49-F238E27FC236}">
                <a16:creationId xmlns:a16="http://schemas.microsoft.com/office/drawing/2014/main" id="{7D9C8132-C7E0-495B-8936-3CC9E032BDA8}"/>
              </a:ext>
            </a:extLst>
          </p:cNvPr>
          <p:cNvSpPr>
            <a:spLocks noChangeArrowheads="1" noChangeShapeType="1" noTextEdit="1"/>
          </p:cNvSpPr>
          <p:nvPr/>
        </p:nvSpPr>
        <p:spPr bwMode="auto">
          <a:xfrm>
            <a:off x="990600" y="4724400"/>
            <a:ext cx="7086600" cy="800100"/>
          </a:xfrm>
          <a:prstGeom prst="rect">
            <a:avLst/>
          </a:prstGeom>
        </p:spPr>
        <p:txBody>
          <a:bodyPr wrap="none" fromWordArt="1">
            <a:prstTxWarp prst="textPlain">
              <a:avLst>
                <a:gd name="adj" fmla="val 50000"/>
              </a:avLst>
            </a:prstTxWarp>
          </a:bodyPr>
          <a:lstStyle/>
          <a:p>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Alice in Wonderland</a:t>
            </a:r>
          </a:p>
        </p:txBody>
      </p:sp>
      <p:sp>
        <p:nvSpPr>
          <p:cNvPr id="72709" name="WordArt 5">
            <a:extLst>
              <a:ext uri="{FF2B5EF4-FFF2-40B4-BE49-F238E27FC236}">
                <a16:creationId xmlns:a16="http://schemas.microsoft.com/office/drawing/2014/main" id="{1468F000-FC68-4817-99F7-6D574E38DE61}"/>
              </a:ext>
            </a:extLst>
          </p:cNvPr>
          <p:cNvSpPr>
            <a:spLocks noChangeArrowheads="1" noChangeShapeType="1" noTextEdit="1"/>
          </p:cNvSpPr>
          <p:nvPr/>
        </p:nvSpPr>
        <p:spPr bwMode="auto">
          <a:xfrm>
            <a:off x="6400800" y="5791200"/>
            <a:ext cx="2057400" cy="2286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Lewis Carroll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B523E7E4-0AE0-43D9-BDCA-24932F1F7E74}"/>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33795" name="Rectangle 3">
            <a:extLst>
              <a:ext uri="{FF2B5EF4-FFF2-40B4-BE49-F238E27FC236}">
                <a16:creationId xmlns:a16="http://schemas.microsoft.com/office/drawing/2014/main" id="{8A7B4CBB-6E0E-4DBA-8988-9A4556411EA4}"/>
              </a:ext>
            </a:extLst>
          </p:cNvPr>
          <p:cNvSpPr>
            <a:spLocks noChangeArrowheads="1"/>
          </p:cNvSpPr>
          <p:nvPr/>
        </p:nvSpPr>
        <p:spPr bwMode="auto">
          <a:xfrm>
            <a:off x="1371600" y="1905000"/>
            <a:ext cx="6153150" cy="4371975"/>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altLang="en-US">
                <a:solidFill>
                  <a:srgbClr val="000099"/>
                </a:solidFill>
              </a:rPr>
              <a:t>A boolean is any condition or</a:t>
            </a:r>
          </a:p>
          <a:p>
            <a:pPr algn="l"/>
            <a:r>
              <a:rPr lang="en-US" altLang="en-US">
                <a:solidFill>
                  <a:srgbClr val="000099"/>
                </a:solidFill>
              </a:rPr>
              <a:t>variable that can be evaluated</a:t>
            </a:r>
          </a:p>
          <a:p>
            <a:pPr algn="l"/>
            <a:r>
              <a:rPr lang="en-US" altLang="en-US">
                <a:solidFill>
                  <a:srgbClr val="000099"/>
                </a:solidFill>
              </a:rPr>
              <a:t>to true or false.</a:t>
            </a:r>
          </a:p>
          <a:p>
            <a:pPr algn="l" eaLnBrk="0" hangingPunct="0"/>
            <a:endParaRPr lang="en-US" altLang="en-US">
              <a:solidFill>
                <a:srgbClr val="000099"/>
              </a:solidFill>
            </a:endParaRPr>
          </a:p>
          <a:p>
            <a:pPr algn="l" eaLnBrk="0" hangingPunct="0"/>
            <a:r>
              <a:rPr lang="en-US" altLang="en-US">
                <a:solidFill>
                  <a:srgbClr val="000099"/>
                </a:solidFill>
              </a:rPr>
              <a:t>boolean stop = false;</a:t>
            </a:r>
          </a:p>
          <a:p>
            <a:pPr algn="l" eaLnBrk="0" hangingPunct="0"/>
            <a:r>
              <a:rPr lang="en-US" altLang="en-US">
                <a:solidFill>
                  <a:srgbClr val="000099"/>
                </a:solidFill>
              </a:rPr>
              <a:t>boolean go = true;</a:t>
            </a:r>
          </a:p>
          <a:p>
            <a:pPr algn="l" eaLnBrk="0" hangingPunct="0"/>
            <a:endParaRPr lang="en-US" altLang="en-US">
              <a:solidFill>
                <a:srgbClr val="000099"/>
              </a:solidFill>
            </a:endParaRPr>
          </a:p>
          <a:p>
            <a:pPr algn="l" eaLnBrk="0" hangingPunct="0"/>
            <a:r>
              <a:rPr lang="en-US" altLang="en-US">
                <a:solidFill>
                  <a:srgbClr val="000099"/>
                </a:solidFill>
              </a:rPr>
              <a:t>if(x&gt;10) {  }</a:t>
            </a:r>
          </a:p>
          <a:p>
            <a:pPr algn="l" eaLnBrk="0" hangingPunct="0"/>
            <a:endParaRPr lang="en-US" altLang="en-US">
              <a:solidFill>
                <a:srgbClr val="000099"/>
              </a:solidFill>
            </a:endParaRPr>
          </a:p>
          <a:p>
            <a:pPr algn="l" eaLnBrk="0" hangingPunct="0"/>
            <a:r>
              <a:rPr lang="en-US" altLang="en-US">
                <a:solidFill>
                  <a:srgbClr val="000099"/>
                </a:solidFill>
              </a:rPr>
              <a:t>while(z&lt;20) { }</a:t>
            </a:r>
          </a:p>
        </p:txBody>
      </p:sp>
      <p:sp>
        <p:nvSpPr>
          <p:cNvPr id="33796" name="WordArt 4">
            <a:extLst>
              <a:ext uri="{FF2B5EF4-FFF2-40B4-BE49-F238E27FC236}">
                <a16:creationId xmlns:a16="http://schemas.microsoft.com/office/drawing/2014/main" id="{CBC40833-936D-4947-982D-A8A3E04DC1BC}"/>
              </a:ext>
            </a:extLst>
          </p:cNvPr>
          <p:cNvSpPr>
            <a:spLocks noChangeArrowheads="1" noChangeShapeType="1" noTextEdit="1"/>
          </p:cNvSpPr>
          <p:nvPr/>
        </p:nvSpPr>
        <p:spPr bwMode="auto">
          <a:xfrm>
            <a:off x="1066800" y="533400"/>
            <a:ext cx="6781800" cy="9906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a boolean?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grpId="0" nodeType="clickEffect">
                                  <p:stCondLst>
                                    <p:cond delay="0"/>
                                  </p:stCondLst>
                                  <p:childTnLst>
                                    <p:set>
                                      <p:cBhvr>
                                        <p:cTn id="6" dur="1" fill="hold">
                                          <p:stCondLst>
                                            <p:cond delay="0"/>
                                          </p:stCondLst>
                                        </p:cTn>
                                        <p:tgtEl>
                                          <p:spTgt spid="33795"/>
                                        </p:tgtEl>
                                        <p:attrNameLst>
                                          <p:attrName>style.visibility</p:attrName>
                                        </p:attrNameLst>
                                      </p:cBhvr>
                                      <p:to>
                                        <p:strVal val="visible"/>
                                      </p:to>
                                    </p:set>
                                    <p:anim calcmode="lin" valueType="num">
                                      <p:cBhvr additive="base">
                                        <p:cTn id="7" dur="500" fill="hold"/>
                                        <p:tgtEl>
                                          <p:spTgt spid="33795"/>
                                        </p:tgtEl>
                                        <p:attrNameLst>
                                          <p:attrName>ppt_x</p:attrName>
                                        </p:attrNameLst>
                                      </p:cBhvr>
                                      <p:tavLst>
                                        <p:tav tm="0">
                                          <p:val>
                                            <p:strVal val="0-#ppt_w/2"/>
                                          </p:val>
                                        </p:tav>
                                        <p:tav tm="100000">
                                          <p:val>
                                            <p:strVal val="#ppt_x"/>
                                          </p:val>
                                        </p:tav>
                                      </p:tavLst>
                                    </p:anim>
                                    <p:anim calcmode="lin" valueType="num">
                                      <p:cBhvr additive="base">
                                        <p:cTn id="8" dur="500" fill="hold"/>
                                        <p:tgtEl>
                                          <p:spTgt spid="3379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 name="Footer Placeholder 3">
            <a:extLst>
              <a:ext uri="{FF2B5EF4-FFF2-40B4-BE49-F238E27FC236}">
                <a16:creationId xmlns:a16="http://schemas.microsoft.com/office/drawing/2014/main" id="{2D17766B-A743-4866-A9C0-DBBA0636B689}"/>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41990" name="WordArt 1030">
            <a:extLst>
              <a:ext uri="{FF2B5EF4-FFF2-40B4-BE49-F238E27FC236}">
                <a16:creationId xmlns:a16="http://schemas.microsoft.com/office/drawing/2014/main" id="{7181FD74-8C16-4696-BE96-7AED53C6CAC7}"/>
              </a:ext>
            </a:extLst>
          </p:cNvPr>
          <p:cNvSpPr>
            <a:spLocks noChangeArrowheads="1" noChangeShapeType="1" noTextEdit="1"/>
          </p:cNvSpPr>
          <p:nvPr/>
        </p:nvSpPr>
        <p:spPr bwMode="auto">
          <a:xfrm>
            <a:off x="762000" y="228600"/>
            <a:ext cx="7467600" cy="838200"/>
          </a:xfrm>
          <a:prstGeom prst="rect">
            <a:avLst/>
          </a:prstGeom>
        </p:spPr>
        <p:txBody>
          <a:bodyPr wrap="none" fromWordArt="1">
            <a:prstTxWarp prst="textPlain">
              <a:avLst>
                <a:gd name="adj" fmla="val 50000"/>
              </a:avLst>
            </a:prstTxWarp>
          </a:bodyPr>
          <a:lstStyle/>
          <a:p>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Operator Precedence</a:t>
            </a:r>
          </a:p>
        </p:txBody>
      </p:sp>
      <p:graphicFrame>
        <p:nvGraphicFramePr>
          <p:cNvPr id="42109" name="Group 1149">
            <a:extLst>
              <a:ext uri="{FF2B5EF4-FFF2-40B4-BE49-F238E27FC236}">
                <a16:creationId xmlns:a16="http://schemas.microsoft.com/office/drawing/2014/main" id="{464DEA99-C241-42DB-A5B7-EFF06F520934}"/>
              </a:ext>
            </a:extLst>
          </p:cNvPr>
          <p:cNvGraphicFramePr>
            <a:graphicFrameLocks noGrp="1"/>
          </p:cNvGraphicFramePr>
          <p:nvPr/>
        </p:nvGraphicFramePr>
        <p:xfrm>
          <a:off x="1828800" y="1219200"/>
          <a:ext cx="4876800" cy="4689475"/>
        </p:xfrm>
        <a:graphic>
          <a:graphicData uri="http://schemas.openxmlformats.org/drawingml/2006/table">
            <a:tbl>
              <a:tblPr/>
              <a:tblGrid>
                <a:gridCol w="3805238">
                  <a:extLst>
                    <a:ext uri="{9D8B030D-6E8A-4147-A177-3AD203B41FA5}">
                      <a16:colId xmlns:a16="http://schemas.microsoft.com/office/drawing/2014/main" val="615225232"/>
                    </a:ext>
                  </a:extLst>
                </a:gridCol>
                <a:gridCol w="1071562">
                  <a:extLst>
                    <a:ext uri="{9D8B030D-6E8A-4147-A177-3AD203B41FA5}">
                      <a16:colId xmlns:a16="http://schemas.microsoft.com/office/drawing/2014/main" val="2510852384"/>
                    </a:ext>
                  </a:extLst>
                </a:gridCol>
              </a:tblGrid>
              <a:tr h="131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accent2"/>
                          </a:solidFill>
                          <a:effectLst/>
                          <a:latin typeface="Tahoma" panose="020B0604030504040204" pitchFamily="34" charset="0"/>
                        </a:rPr>
                        <a:t>()</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accent2"/>
                          </a:solidFill>
                          <a:effectLst/>
                          <a:latin typeface="Tahoma" panose="020B0604030504040204" pitchFamily="34" charset="0"/>
                        </a:rPr>
                        <a:t>HIGH</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ECFF">
                        <a:alpha val="50000"/>
                      </a:srgbClr>
                    </a:solidFill>
                  </a:tcPr>
                </a:tc>
                <a:extLst>
                  <a:ext uri="{0D108BD9-81ED-4DB2-BD59-A6C34878D82A}">
                    <a16:rowId xmlns:a16="http://schemas.microsoft.com/office/drawing/2014/main" val="1020589449"/>
                  </a:ext>
                </a:extLst>
              </a:tr>
              <a:tr h="26670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accent2"/>
                          </a:solidFill>
                          <a:effectLst/>
                          <a:latin typeface="Tahoma" panose="020B0604030504040204" pitchFamily="34" charset="0"/>
                        </a:rPr>
                        <a:t>!   ++   --</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1" i="0" u="none" strike="noStrike" cap="none" normalizeH="0" baseline="0">
                        <a:ln>
                          <a:noFill/>
                        </a:ln>
                        <a:solidFill>
                          <a:schemeClr val="accent2"/>
                        </a:solidFill>
                        <a:effectLst/>
                        <a:latin typeface="Tahoma" panose="020B0604030504040204" pitchFamily="34"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ECFF">
                        <a:alpha val="50000"/>
                      </a:srgbClr>
                    </a:solidFill>
                  </a:tcPr>
                </a:tc>
                <a:extLst>
                  <a:ext uri="{0D108BD9-81ED-4DB2-BD59-A6C34878D82A}">
                    <a16:rowId xmlns:a16="http://schemas.microsoft.com/office/drawing/2014/main" val="2257911520"/>
                  </a:ext>
                </a:extLst>
              </a:tr>
              <a:tr h="26511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accent2"/>
                          </a:solidFill>
                          <a:effectLst/>
                          <a:latin typeface="Tahoma" panose="020B0604030504040204" pitchFamily="34" charset="0"/>
                        </a:rPr>
                        <a:t>*   /   %</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1" i="0" u="none" strike="noStrike" cap="none" normalizeH="0" baseline="0">
                        <a:ln>
                          <a:noFill/>
                        </a:ln>
                        <a:solidFill>
                          <a:schemeClr val="accent2"/>
                        </a:solidFill>
                        <a:effectLst/>
                        <a:latin typeface="Tahoma" panose="020B0604030504040204" pitchFamily="34"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ECFF">
                        <a:alpha val="50000"/>
                      </a:srgbClr>
                    </a:solidFill>
                  </a:tcPr>
                </a:tc>
                <a:extLst>
                  <a:ext uri="{0D108BD9-81ED-4DB2-BD59-A6C34878D82A}">
                    <a16:rowId xmlns:a16="http://schemas.microsoft.com/office/drawing/2014/main" val="3539531796"/>
                  </a:ext>
                </a:extLst>
              </a:tr>
              <a:tr h="26670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accent2"/>
                          </a:solidFill>
                          <a:effectLst/>
                          <a:latin typeface="Tahoma" panose="020B0604030504040204" pitchFamily="34" charset="0"/>
                        </a:rPr>
                        <a:t>+   -</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1" i="0" u="none" strike="noStrike" cap="none" normalizeH="0" baseline="0">
                        <a:ln>
                          <a:noFill/>
                        </a:ln>
                        <a:solidFill>
                          <a:schemeClr val="accent2"/>
                        </a:solidFill>
                        <a:effectLst/>
                        <a:latin typeface="Tahoma" panose="020B0604030504040204" pitchFamily="34"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ECFF">
                        <a:alpha val="50000"/>
                      </a:srgbClr>
                    </a:solidFill>
                  </a:tcPr>
                </a:tc>
                <a:extLst>
                  <a:ext uri="{0D108BD9-81ED-4DB2-BD59-A6C34878D82A}">
                    <a16:rowId xmlns:a16="http://schemas.microsoft.com/office/drawing/2014/main" val="3253978657"/>
                  </a:ext>
                </a:extLst>
              </a:tr>
              <a:tr h="26511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accent2"/>
                          </a:solidFill>
                          <a:effectLst/>
                          <a:latin typeface="Tahoma" panose="020B0604030504040204" pitchFamily="34" charset="0"/>
                        </a:rPr>
                        <a:t>&lt;&lt;   &gt;&gt;  (bitwise shifts)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1" i="0" u="none" strike="noStrike" cap="none" normalizeH="0" baseline="0">
                        <a:ln>
                          <a:noFill/>
                        </a:ln>
                        <a:solidFill>
                          <a:schemeClr val="accent2"/>
                        </a:solidFill>
                        <a:effectLst/>
                        <a:latin typeface="Tahoma" panose="020B0604030504040204" pitchFamily="34"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ECFF">
                        <a:alpha val="50000"/>
                      </a:srgbClr>
                    </a:solidFill>
                  </a:tcPr>
                </a:tc>
                <a:extLst>
                  <a:ext uri="{0D108BD9-81ED-4DB2-BD59-A6C34878D82A}">
                    <a16:rowId xmlns:a16="http://schemas.microsoft.com/office/drawing/2014/main" val="2214213075"/>
                  </a:ext>
                </a:extLst>
              </a:tr>
              <a:tr h="26670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accent2"/>
                          </a:solidFill>
                          <a:effectLst/>
                          <a:latin typeface="Tahoma" panose="020B0604030504040204" pitchFamily="34" charset="0"/>
                        </a:rPr>
                        <a:t>&lt;   &lt;=   &gt;   &gt;=</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1" i="0" u="none" strike="noStrike" cap="none" normalizeH="0" baseline="0">
                        <a:ln>
                          <a:noFill/>
                        </a:ln>
                        <a:solidFill>
                          <a:schemeClr val="accent2"/>
                        </a:solidFill>
                        <a:effectLst/>
                        <a:latin typeface="Tahoma" panose="020B0604030504040204" pitchFamily="34"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ECFF">
                        <a:alpha val="50000"/>
                      </a:srgbClr>
                    </a:solidFill>
                  </a:tcPr>
                </a:tc>
                <a:extLst>
                  <a:ext uri="{0D108BD9-81ED-4DB2-BD59-A6C34878D82A}">
                    <a16:rowId xmlns:a16="http://schemas.microsoft.com/office/drawing/2014/main" val="2978747075"/>
                  </a:ext>
                </a:extLst>
              </a:tr>
              <a:tr h="26511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accent2"/>
                          </a:solidFill>
                          <a:effectLst/>
                          <a:latin typeface="Tahoma" panose="020B0604030504040204" pitchFamily="34" charset="0"/>
                        </a:rPr>
                        <a:t>==   !=</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1" i="0" u="none" strike="noStrike" cap="none" normalizeH="0" baseline="0">
                        <a:ln>
                          <a:noFill/>
                        </a:ln>
                        <a:solidFill>
                          <a:schemeClr val="accent2"/>
                        </a:solidFill>
                        <a:effectLst/>
                        <a:latin typeface="Tahoma" panose="020B0604030504040204" pitchFamily="34"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ECFF">
                        <a:alpha val="50000"/>
                      </a:srgbClr>
                    </a:solidFill>
                  </a:tcPr>
                </a:tc>
                <a:extLst>
                  <a:ext uri="{0D108BD9-81ED-4DB2-BD59-A6C34878D82A}">
                    <a16:rowId xmlns:a16="http://schemas.microsoft.com/office/drawing/2014/main" val="3538323107"/>
                  </a:ext>
                </a:extLst>
              </a:tr>
              <a:tr h="26670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accent2"/>
                          </a:solidFill>
                          <a:effectLst/>
                          <a:latin typeface="Tahoma" panose="020B0604030504040204" pitchFamily="34" charset="0"/>
                        </a:rPr>
                        <a:t>&amp; (bitwise and )</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1" i="0" u="none" strike="noStrike" cap="none" normalizeH="0" baseline="0">
                        <a:ln>
                          <a:noFill/>
                        </a:ln>
                        <a:solidFill>
                          <a:schemeClr val="accent2"/>
                        </a:solidFill>
                        <a:effectLst/>
                        <a:latin typeface="Tahoma" panose="020B0604030504040204" pitchFamily="34"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ECFF">
                        <a:alpha val="50000"/>
                      </a:srgbClr>
                    </a:solidFill>
                  </a:tcPr>
                </a:tc>
                <a:extLst>
                  <a:ext uri="{0D108BD9-81ED-4DB2-BD59-A6C34878D82A}">
                    <a16:rowId xmlns:a16="http://schemas.microsoft.com/office/drawing/2014/main" val="1606996104"/>
                  </a:ext>
                </a:extLst>
              </a:tr>
              <a:tr h="26670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accent2"/>
                          </a:solidFill>
                          <a:effectLst/>
                          <a:latin typeface="Tahoma" panose="020B0604030504040204" pitchFamily="34" charset="0"/>
                        </a:rPr>
                        <a:t>^ (bitwise xor )</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1" i="0" u="none" strike="noStrike" cap="none" normalizeH="0" baseline="0">
                        <a:ln>
                          <a:noFill/>
                        </a:ln>
                        <a:solidFill>
                          <a:schemeClr val="accent2"/>
                        </a:solidFill>
                        <a:effectLst/>
                        <a:latin typeface="Tahoma" panose="020B0604030504040204" pitchFamily="34"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ECFF">
                        <a:alpha val="50000"/>
                      </a:srgbClr>
                    </a:solidFill>
                  </a:tcPr>
                </a:tc>
                <a:extLst>
                  <a:ext uri="{0D108BD9-81ED-4DB2-BD59-A6C34878D82A}">
                    <a16:rowId xmlns:a16="http://schemas.microsoft.com/office/drawing/2014/main" val="3977086187"/>
                  </a:ext>
                </a:extLst>
              </a:tr>
              <a:tr h="26670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accent2"/>
                          </a:solidFill>
                          <a:effectLst/>
                          <a:latin typeface="Tahoma" panose="020B0604030504040204" pitchFamily="34" charset="0"/>
                        </a:rPr>
                        <a:t>|  (bitwise or )</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1" i="0" u="none" strike="noStrike" cap="none" normalizeH="0" baseline="0">
                        <a:ln>
                          <a:noFill/>
                        </a:ln>
                        <a:solidFill>
                          <a:schemeClr val="accent2"/>
                        </a:solidFill>
                        <a:effectLst/>
                        <a:latin typeface="Tahoma" panose="020B0604030504040204" pitchFamily="34"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ECFF">
                        <a:alpha val="50000"/>
                      </a:srgbClr>
                    </a:solidFill>
                  </a:tcPr>
                </a:tc>
                <a:extLst>
                  <a:ext uri="{0D108BD9-81ED-4DB2-BD59-A6C34878D82A}">
                    <a16:rowId xmlns:a16="http://schemas.microsoft.com/office/drawing/2014/main" val="4053943356"/>
                  </a:ext>
                </a:extLst>
              </a:tr>
              <a:tr h="26511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accent2"/>
                          </a:solidFill>
                          <a:effectLst/>
                          <a:latin typeface="Tahoma" panose="020B0604030504040204" pitchFamily="34" charset="0"/>
                        </a:rPr>
                        <a:t>&amp;&amp;  (logical and )</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1" i="0" u="none" strike="noStrike" cap="none" normalizeH="0" baseline="0">
                        <a:ln>
                          <a:noFill/>
                        </a:ln>
                        <a:solidFill>
                          <a:schemeClr val="accent2"/>
                        </a:solidFill>
                        <a:effectLst/>
                        <a:latin typeface="Tahoma" panose="020B0604030504040204" pitchFamily="34"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ECFF">
                        <a:alpha val="50000"/>
                      </a:srgbClr>
                    </a:solidFill>
                  </a:tcPr>
                </a:tc>
                <a:extLst>
                  <a:ext uri="{0D108BD9-81ED-4DB2-BD59-A6C34878D82A}">
                    <a16:rowId xmlns:a16="http://schemas.microsoft.com/office/drawing/2014/main" val="708246076"/>
                  </a:ext>
                </a:extLst>
              </a:tr>
              <a:tr h="26511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accent2"/>
                          </a:solidFill>
                          <a:effectLst/>
                          <a:latin typeface="Tahoma" panose="020B0604030504040204" pitchFamily="34" charset="0"/>
                        </a:rPr>
                        <a:t>||  (logical or )</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1" i="0" u="none" strike="noStrike" cap="none" normalizeH="0" baseline="0">
                        <a:ln>
                          <a:noFill/>
                        </a:ln>
                        <a:solidFill>
                          <a:schemeClr val="accent2"/>
                        </a:solidFill>
                        <a:effectLst/>
                        <a:latin typeface="Tahoma" panose="020B0604030504040204" pitchFamily="34"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ECFF">
                        <a:alpha val="50000"/>
                      </a:srgbClr>
                    </a:solidFill>
                  </a:tcPr>
                </a:tc>
                <a:extLst>
                  <a:ext uri="{0D108BD9-81ED-4DB2-BD59-A6C34878D82A}">
                    <a16:rowId xmlns:a16="http://schemas.microsoft.com/office/drawing/2014/main" val="2046725360"/>
                  </a:ext>
                </a:extLst>
              </a:tr>
              <a:tr h="26511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accent2"/>
                          </a:solidFill>
                          <a:effectLst/>
                          <a:latin typeface="Tahoma" panose="020B0604030504040204" pitchFamily="34" charset="0"/>
                        </a:rPr>
                        <a:t>=   +=   -=   *=   /=   %=</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1" i="0" u="none" strike="noStrike" cap="none" normalizeH="0" baseline="0">
                        <a:ln>
                          <a:noFill/>
                        </a:ln>
                        <a:solidFill>
                          <a:schemeClr val="accent2"/>
                        </a:solidFill>
                        <a:effectLst/>
                        <a:latin typeface="Tahoma" panose="020B0604030504040204" pitchFamily="34"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ECFF">
                        <a:alpha val="50000"/>
                      </a:srgbClr>
                    </a:solidFill>
                  </a:tcPr>
                </a:tc>
                <a:extLst>
                  <a:ext uri="{0D108BD9-81ED-4DB2-BD59-A6C34878D82A}">
                    <a16:rowId xmlns:a16="http://schemas.microsoft.com/office/drawing/2014/main" val="1423815748"/>
                  </a:ext>
                </a:extLst>
              </a:tr>
              <a:tr h="26670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accent2"/>
                          </a:solidFill>
                          <a:effectLst/>
                          <a:latin typeface="Tahoma" panose="020B0604030504040204" pitchFamily="34" charset="0"/>
                        </a:rPr>
                        <a:t>,</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accent2"/>
                          </a:solidFill>
                          <a:effectLst/>
                          <a:latin typeface="Tahoma" panose="020B0604030504040204" pitchFamily="34" charset="0"/>
                        </a:rPr>
                        <a:t>LOW</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CCECFF">
                        <a:alpha val="50000"/>
                      </a:srgbClr>
                    </a:solidFill>
                  </a:tcPr>
                </a:tc>
                <a:extLst>
                  <a:ext uri="{0D108BD9-81ED-4DB2-BD59-A6C34878D82A}">
                    <a16:rowId xmlns:a16="http://schemas.microsoft.com/office/drawing/2014/main" val="3101566820"/>
                  </a:ext>
                </a:extLst>
              </a:tr>
            </a:tbl>
          </a:graphicData>
        </a:graphic>
      </p:graphicFrame>
      <p:sp>
        <p:nvSpPr>
          <p:cNvPr id="42072" name="Line 1112">
            <a:extLst>
              <a:ext uri="{FF2B5EF4-FFF2-40B4-BE49-F238E27FC236}">
                <a16:creationId xmlns:a16="http://schemas.microsoft.com/office/drawing/2014/main" id="{C8244CA8-9D2C-407C-AB1C-26C84989A2D4}"/>
              </a:ext>
            </a:extLst>
          </p:cNvPr>
          <p:cNvSpPr>
            <a:spLocks noChangeShapeType="1"/>
          </p:cNvSpPr>
          <p:nvPr/>
        </p:nvSpPr>
        <p:spPr bwMode="auto">
          <a:xfrm>
            <a:off x="6096000" y="1676400"/>
            <a:ext cx="0" cy="3657600"/>
          </a:xfrm>
          <a:prstGeom prst="line">
            <a:avLst/>
          </a:prstGeom>
          <a:noFill/>
          <a:ln w="50800">
            <a:solidFill>
              <a:srgbClr val="FF0000"/>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ooter Placeholder 3">
            <a:extLst>
              <a:ext uri="{FF2B5EF4-FFF2-40B4-BE49-F238E27FC236}">
                <a16:creationId xmlns:a16="http://schemas.microsoft.com/office/drawing/2014/main" id="{F8015458-EFF8-437C-A930-F9A406966F0F}"/>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81923" name="WordArt 3">
            <a:extLst>
              <a:ext uri="{FF2B5EF4-FFF2-40B4-BE49-F238E27FC236}">
                <a16:creationId xmlns:a16="http://schemas.microsoft.com/office/drawing/2014/main" id="{8DFE0963-40E9-4B9F-9608-73ADAB81C1E8}"/>
              </a:ext>
            </a:extLst>
          </p:cNvPr>
          <p:cNvSpPr>
            <a:spLocks noChangeArrowheads="1" noChangeShapeType="1" noTextEdit="1"/>
          </p:cNvSpPr>
          <p:nvPr/>
        </p:nvSpPr>
        <p:spPr bwMode="auto">
          <a:xfrm>
            <a:off x="838200" y="762000"/>
            <a:ext cx="7086600" cy="7620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Common Boolean Symbols</a:t>
            </a:r>
          </a:p>
        </p:txBody>
      </p:sp>
      <p:graphicFrame>
        <p:nvGraphicFramePr>
          <p:cNvPr id="81994" name="Group 74">
            <a:extLst>
              <a:ext uri="{FF2B5EF4-FFF2-40B4-BE49-F238E27FC236}">
                <a16:creationId xmlns:a16="http://schemas.microsoft.com/office/drawing/2014/main" id="{2098793D-A5E0-49D9-94AD-27F9AE5D6A30}"/>
              </a:ext>
            </a:extLst>
          </p:cNvPr>
          <p:cNvGraphicFramePr>
            <a:graphicFrameLocks noGrp="1"/>
          </p:cNvGraphicFramePr>
          <p:nvPr/>
        </p:nvGraphicFramePr>
        <p:xfrm>
          <a:off x="533400" y="2133600"/>
          <a:ext cx="8077200" cy="3440113"/>
        </p:xfrm>
        <a:graphic>
          <a:graphicData uri="http://schemas.openxmlformats.org/drawingml/2006/table">
            <a:tbl>
              <a:tblPr/>
              <a:tblGrid>
                <a:gridCol w="1676400">
                  <a:extLst>
                    <a:ext uri="{9D8B030D-6E8A-4147-A177-3AD203B41FA5}">
                      <a16:colId xmlns:a16="http://schemas.microsoft.com/office/drawing/2014/main" val="1034489654"/>
                    </a:ext>
                  </a:extLst>
                </a:gridCol>
                <a:gridCol w="3865563">
                  <a:extLst>
                    <a:ext uri="{9D8B030D-6E8A-4147-A177-3AD203B41FA5}">
                      <a16:colId xmlns:a16="http://schemas.microsoft.com/office/drawing/2014/main" val="21631488"/>
                    </a:ext>
                  </a:extLst>
                </a:gridCol>
                <a:gridCol w="2535237">
                  <a:extLst>
                    <a:ext uri="{9D8B030D-6E8A-4147-A177-3AD203B41FA5}">
                      <a16:colId xmlns:a16="http://schemas.microsoft.com/office/drawing/2014/main" val="3661266757"/>
                    </a:ext>
                  </a:extLst>
                </a:gridCol>
              </a:tblGrid>
              <a:tr h="1011238">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accent2"/>
                          </a:solidFill>
                          <a:effectLst/>
                          <a:latin typeface="Tahoma" panose="020B0604030504040204"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ECFF">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accent2"/>
                          </a:solidFill>
                          <a:effectLst/>
                          <a:latin typeface="Tahoma" panose="020B0604030504040204" pitchFamily="34" charset="0"/>
                        </a:rPr>
                        <a:t>Boolean Symbol</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ECFF">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accent2"/>
                          </a:solidFill>
                          <a:effectLst/>
                          <a:latin typeface="Tahoma" panose="020B0604030504040204" pitchFamily="34" charset="0"/>
                        </a:rPr>
                        <a:t>Java Counterpart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CECFF">
                        <a:alpha val="50000"/>
                      </a:srgbClr>
                    </a:solidFill>
                  </a:tcPr>
                </a:tc>
                <a:extLst>
                  <a:ext uri="{0D108BD9-81ED-4DB2-BD59-A6C34878D82A}">
                    <a16:rowId xmlns:a16="http://schemas.microsoft.com/office/drawing/2014/main" val="3927117281"/>
                  </a:ext>
                </a:extLst>
              </a:tr>
              <a:tr h="809625">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accent2"/>
                          </a:solidFill>
                          <a:effectLst/>
                          <a:latin typeface="Tahoma" panose="020B0604030504040204" pitchFamily="34" charset="0"/>
                        </a:rPr>
                        <a:t>and</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3200" b="1" i="0" u="none" strike="noStrike" cap="none" normalizeH="0" baseline="0">
                          <a:ln>
                            <a:noFill/>
                          </a:ln>
                          <a:solidFill>
                            <a:schemeClr val="accent2"/>
                          </a:solidFill>
                          <a:effectLst/>
                          <a:latin typeface="Tahoma" panose="020B0604030504040204" pitchFamily="34" charset="0"/>
                        </a:rPr>
                        <a:t>۸</a:t>
                      </a:r>
                      <a:r>
                        <a:rPr kumimoji="0" lang="en-US" altLang="en-US" sz="2800" b="1" i="0" u="none" strike="noStrike" cap="none" normalizeH="0" baseline="0">
                          <a:ln>
                            <a:noFill/>
                          </a:ln>
                          <a:solidFill>
                            <a:schemeClr val="accent2"/>
                          </a:solidFill>
                          <a:effectLst/>
                          <a:latin typeface="Tahoma" panose="020B0604030504040204" pitchFamily="34" charset="0"/>
                        </a:rPr>
                        <a:t>  logical and</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accent2"/>
                          </a:solidFill>
                          <a:effectLst/>
                          <a:latin typeface="Tahoma" panose="020B0604030504040204" pitchFamily="34" charset="0"/>
                        </a:rPr>
                        <a:t>&amp;&amp;</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536076845"/>
                  </a:ext>
                </a:extLst>
              </a:tr>
              <a:tr h="809625">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accent2"/>
                          </a:solidFill>
                          <a:effectLst/>
                          <a:latin typeface="Tahoma" panose="020B0604030504040204" pitchFamily="34" charset="0"/>
                        </a:rPr>
                        <a:t>or</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3200" b="1" i="0" u="none" strike="noStrike" cap="none" normalizeH="0" baseline="0">
                          <a:ln>
                            <a:noFill/>
                          </a:ln>
                          <a:solidFill>
                            <a:schemeClr val="accent2"/>
                          </a:solidFill>
                          <a:effectLst/>
                          <a:latin typeface="Tahoma" panose="020B0604030504040204" pitchFamily="34" charset="0"/>
                        </a:rPr>
                        <a:t>۷</a:t>
                      </a:r>
                      <a:r>
                        <a:rPr kumimoji="0" lang="en-US" altLang="en-US" sz="2800" b="1" i="0" u="none" strike="noStrike" cap="none" normalizeH="0" baseline="0">
                          <a:ln>
                            <a:noFill/>
                          </a:ln>
                          <a:solidFill>
                            <a:schemeClr val="accent2"/>
                          </a:solidFill>
                          <a:effectLst/>
                          <a:latin typeface="Tahoma" panose="020B0604030504040204" pitchFamily="34" charset="0"/>
                        </a:rPr>
                        <a:t>  logical or</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accent2"/>
                          </a:solidFill>
                          <a:effectLst/>
                          <a:latin typeface="Tahoma" panose="020B0604030504040204" pitchFamily="34" charset="0"/>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561970805"/>
                  </a:ext>
                </a:extLst>
              </a:tr>
              <a:tr h="809625">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accent2"/>
                          </a:solidFill>
                          <a:effectLst/>
                          <a:latin typeface="Tahoma" panose="020B0604030504040204" pitchFamily="34" charset="0"/>
                        </a:rPr>
                        <a:t>not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3200" b="1" i="0" u="none" strike="noStrike" cap="none" normalizeH="0" baseline="0">
                          <a:ln>
                            <a:noFill/>
                          </a:ln>
                          <a:solidFill>
                            <a:schemeClr val="accent2"/>
                          </a:solidFill>
                          <a:effectLst/>
                          <a:latin typeface="Tahoma" panose="020B0604030504040204" pitchFamily="34" charset="0"/>
                        </a:rPr>
                        <a:t>¬</a:t>
                      </a:r>
                      <a:r>
                        <a:rPr kumimoji="0" lang="en-US" altLang="en-US" sz="2800" b="1" i="0" u="none" strike="noStrike" cap="none" normalizeH="0" baseline="0">
                          <a:ln>
                            <a:noFill/>
                          </a:ln>
                          <a:solidFill>
                            <a:schemeClr val="accent2"/>
                          </a:solidFill>
                          <a:effectLst/>
                          <a:latin typeface="Tahoma" panose="020B0604030504040204" pitchFamily="34" charset="0"/>
                        </a:rPr>
                        <a:t> logical not</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accent2"/>
                          </a:solidFill>
                          <a:effectLst/>
                          <a:latin typeface="Tahoma" panose="020B0604030504040204" pitchFamily="34" charset="0"/>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71946447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05149E19-5C84-4D6B-B031-ECFE46CA2AF9}"/>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73730" name="Rectangle 2">
            <a:extLst>
              <a:ext uri="{FF2B5EF4-FFF2-40B4-BE49-F238E27FC236}">
                <a16:creationId xmlns:a16="http://schemas.microsoft.com/office/drawing/2014/main" id="{03306B98-C800-4A1A-94FD-66C875528C07}"/>
              </a:ext>
            </a:extLst>
          </p:cNvPr>
          <p:cNvSpPr>
            <a:spLocks noChangeArrowheads="1"/>
          </p:cNvSpPr>
          <p:nvPr/>
        </p:nvSpPr>
        <p:spPr bwMode="auto">
          <a:xfrm>
            <a:off x="1219200" y="1295400"/>
            <a:ext cx="6289675" cy="448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eaLnBrk="0" hangingPunct="0"/>
            <a:endParaRPr lang="en-US" altLang="en-US" sz="3600"/>
          </a:p>
          <a:p>
            <a:pPr algn="l" eaLnBrk="0" hangingPunct="0"/>
            <a:r>
              <a:rPr lang="en-US" altLang="en-US" sz="3600"/>
              <a:t> </a:t>
            </a:r>
            <a:r>
              <a:rPr lang="en-US" altLang="en-US" sz="3200"/>
              <a:t>&amp;&amp;  </a:t>
            </a:r>
          </a:p>
          <a:p>
            <a:pPr algn="l" eaLnBrk="0" hangingPunct="0"/>
            <a:r>
              <a:rPr lang="en-US" altLang="en-US" sz="3200"/>
              <a:t>    all conditions must be true</a:t>
            </a:r>
          </a:p>
          <a:p>
            <a:pPr algn="l" eaLnBrk="0" hangingPunct="0"/>
            <a:endParaRPr lang="en-US" altLang="en-US" sz="3200"/>
          </a:p>
          <a:p>
            <a:pPr algn="l" eaLnBrk="0" hangingPunct="0"/>
            <a:r>
              <a:rPr lang="en-US" altLang="en-US" sz="3200"/>
              <a:t>  </a:t>
            </a:r>
            <a:r>
              <a:rPr lang="en-US" altLang="en-US" sz="3200">
                <a:solidFill>
                  <a:srgbClr val="660066"/>
                </a:solidFill>
              </a:rPr>
              <a:t>if (total==17 &amp;&amp; 92==num)</a:t>
            </a:r>
          </a:p>
          <a:p>
            <a:pPr algn="l" eaLnBrk="0" hangingPunct="0"/>
            <a:r>
              <a:rPr lang="en-US" altLang="en-US" sz="3200">
                <a:solidFill>
                  <a:srgbClr val="660066"/>
                </a:solidFill>
              </a:rPr>
              <a:t> { </a:t>
            </a:r>
          </a:p>
          <a:p>
            <a:pPr algn="l"/>
            <a:r>
              <a:rPr lang="en-US" altLang="en-US">
                <a:solidFill>
                  <a:srgbClr val="6600CC"/>
                </a:solidFill>
              </a:rPr>
              <a:t>    do something 1;</a:t>
            </a:r>
          </a:p>
          <a:p>
            <a:pPr algn="l"/>
            <a:r>
              <a:rPr lang="en-US" altLang="en-US">
                <a:solidFill>
                  <a:srgbClr val="6600CC"/>
                </a:solidFill>
              </a:rPr>
              <a:t>    do something 2;</a:t>
            </a:r>
          </a:p>
          <a:p>
            <a:pPr algn="l" eaLnBrk="0" hangingPunct="0"/>
            <a:r>
              <a:rPr lang="en-US" altLang="en-US" sz="3200">
                <a:solidFill>
                  <a:srgbClr val="660066"/>
                </a:solidFill>
              </a:rPr>
              <a:t> }</a:t>
            </a:r>
          </a:p>
        </p:txBody>
      </p:sp>
      <p:sp>
        <p:nvSpPr>
          <p:cNvPr id="73731" name="Rectangle 3">
            <a:extLst>
              <a:ext uri="{FF2B5EF4-FFF2-40B4-BE49-F238E27FC236}">
                <a16:creationId xmlns:a16="http://schemas.microsoft.com/office/drawing/2014/main" id="{C7E32163-AE95-4583-9B42-38AC686E6FAC}"/>
              </a:ext>
            </a:extLst>
          </p:cNvPr>
          <p:cNvSpPr>
            <a:spLocks noChangeArrowheads="1"/>
          </p:cNvSpPr>
          <p:nvPr/>
        </p:nvSpPr>
        <p:spPr bwMode="auto">
          <a:xfrm>
            <a:off x="457200" y="307340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endParaRPr lang="en-US" altLang="en-US" sz="2400" b="0">
              <a:latin typeface="Times New Roman" panose="02020603050405020304" pitchFamily="18" charset="0"/>
            </a:endParaRPr>
          </a:p>
        </p:txBody>
      </p:sp>
      <p:sp>
        <p:nvSpPr>
          <p:cNvPr id="73732" name="Rectangle 4">
            <a:extLst>
              <a:ext uri="{FF2B5EF4-FFF2-40B4-BE49-F238E27FC236}">
                <a16:creationId xmlns:a16="http://schemas.microsoft.com/office/drawing/2014/main" id="{D2F09A30-B26A-42C0-8FC2-E14A34610F2B}"/>
              </a:ext>
            </a:extLst>
          </p:cNvPr>
          <p:cNvSpPr>
            <a:spLocks noChangeArrowheads="1"/>
          </p:cNvSpPr>
          <p:nvPr/>
        </p:nvSpPr>
        <p:spPr bwMode="auto">
          <a:xfrm>
            <a:off x="288925" y="452913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endParaRPr lang="en-US" altLang="en-US" sz="2400" b="0">
              <a:latin typeface="Times New Roman" panose="02020603050405020304" pitchFamily="18" charset="0"/>
            </a:endParaRPr>
          </a:p>
        </p:txBody>
      </p:sp>
      <p:sp>
        <p:nvSpPr>
          <p:cNvPr id="73733" name="WordArt 5">
            <a:extLst>
              <a:ext uri="{FF2B5EF4-FFF2-40B4-BE49-F238E27FC236}">
                <a16:creationId xmlns:a16="http://schemas.microsoft.com/office/drawing/2014/main" id="{74C623DE-0F98-44CA-A203-94DE70486A94}"/>
              </a:ext>
            </a:extLst>
          </p:cNvPr>
          <p:cNvSpPr>
            <a:spLocks noChangeArrowheads="1" noChangeShapeType="1" noTextEdit="1"/>
          </p:cNvSpPr>
          <p:nvPr/>
        </p:nvSpPr>
        <p:spPr bwMode="auto">
          <a:xfrm>
            <a:off x="1752600" y="381000"/>
            <a:ext cx="4876800" cy="1066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Footer Placeholder 3">
            <a:extLst>
              <a:ext uri="{FF2B5EF4-FFF2-40B4-BE49-F238E27FC236}">
                <a16:creationId xmlns:a16="http://schemas.microsoft.com/office/drawing/2014/main" id="{05C8BA55-F474-4A72-B918-FE46742DAE3E}"/>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74754" name="WordArt 2">
            <a:extLst>
              <a:ext uri="{FF2B5EF4-FFF2-40B4-BE49-F238E27FC236}">
                <a16:creationId xmlns:a16="http://schemas.microsoft.com/office/drawing/2014/main" id="{0FF831ED-9F9C-4BB4-9D72-47D96C953301}"/>
              </a:ext>
            </a:extLst>
          </p:cNvPr>
          <p:cNvSpPr>
            <a:spLocks noChangeArrowheads="1" noChangeShapeType="1" noTextEdit="1"/>
          </p:cNvSpPr>
          <p:nvPr/>
        </p:nvSpPr>
        <p:spPr bwMode="auto">
          <a:xfrm>
            <a:off x="1752600" y="381000"/>
            <a:ext cx="4876800" cy="1066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AND</a:t>
            </a:r>
          </a:p>
        </p:txBody>
      </p:sp>
      <p:sp>
        <p:nvSpPr>
          <p:cNvPr id="74755" name="Rectangle 3">
            <a:extLst>
              <a:ext uri="{FF2B5EF4-FFF2-40B4-BE49-F238E27FC236}">
                <a16:creationId xmlns:a16="http://schemas.microsoft.com/office/drawing/2014/main" id="{E6384CA0-6010-460E-BF70-74EC10A234FE}"/>
              </a:ext>
            </a:extLst>
          </p:cNvPr>
          <p:cNvSpPr>
            <a:spLocks noChangeArrowheads="1"/>
          </p:cNvSpPr>
          <p:nvPr/>
        </p:nvSpPr>
        <p:spPr bwMode="auto">
          <a:xfrm>
            <a:off x="609600" y="2667000"/>
            <a:ext cx="4953000" cy="2590800"/>
          </a:xfrm>
          <a:prstGeom prst="rect">
            <a:avLst/>
          </a:prstGeom>
          <a:solidFill>
            <a:srgbClr val="FF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74756" name="Rectangle 4">
            <a:extLst>
              <a:ext uri="{FF2B5EF4-FFF2-40B4-BE49-F238E27FC236}">
                <a16:creationId xmlns:a16="http://schemas.microsoft.com/office/drawing/2014/main" id="{32D66BF0-DBE0-4C06-A4C9-8F6D908DECE5}"/>
              </a:ext>
            </a:extLst>
          </p:cNvPr>
          <p:cNvSpPr>
            <a:spLocks noChangeArrowheads="1"/>
          </p:cNvSpPr>
          <p:nvPr/>
        </p:nvSpPr>
        <p:spPr bwMode="auto">
          <a:xfrm>
            <a:off x="1143000" y="3124200"/>
            <a:ext cx="1676400" cy="1371600"/>
          </a:xfrm>
          <a:prstGeom prst="rect">
            <a:avLst/>
          </a:prstGeom>
          <a:solidFill>
            <a:srgbClr val="FFFFCC"/>
          </a:solidFill>
          <a:ln w="12700">
            <a:solidFill>
              <a:srgbClr val="FFFFCC"/>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7" name="Line 5">
            <a:extLst>
              <a:ext uri="{FF2B5EF4-FFF2-40B4-BE49-F238E27FC236}">
                <a16:creationId xmlns:a16="http://schemas.microsoft.com/office/drawing/2014/main" id="{5B69BFCC-FBD5-4E31-BBEE-529D02BE3BEE}"/>
              </a:ext>
            </a:extLst>
          </p:cNvPr>
          <p:cNvSpPr>
            <a:spLocks noChangeShapeType="1"/>
          </p:cNvSpPr>
          <p:nvPr/>
        </p:nvSpPr>
        <p:spPr bwMode="auto">
          <a:xfrm flipH="1">
            <a:off x="2057400" y="3733800"/>
            <a:ext cx="762000"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58" name="Line 6">
            <a:extLst>
              <a:ext uri="{FF2B5EF4-FFF2-40B4-BE49-F238E27FC236}">
                <a16:creationId xmlns:a16="http://schemas.microsoft.com/office/drawing/2014/main" id="{A93689A5-66FA-4EBF-B1F5-2EE615486F26}"/>
              </a:ext>
            </a:extLst>
          </p:cNvPr>
          <p:cNvSpPr>
            <a:spLocks noChangeShapeType="1"/>
          </p:cNvSpPr>
          <p:nvPr/>
        </p:nvSpPr>
        <p:spPr bwMode="auto">
          <a:xfrm flipH="1">
            <a:off x="2057400" y="4038600"/>
            <a:ext cx="762000"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59" name="Line 7">
            <a:extLst>
              <a:ext uri="{FF2B5EF4-FFF2-40B4-BE49-F238E27FC236}">
                <a16:creationId xmlns:a16="http://schemas.microsoft.com/office/drawing/2014/main" id="{0270E8AD-7A76-40BD-B253-7D0BBB18E12D}"/>
              </a:ext>
            </a:extLst>
          </p:cNvPr>
          <p:cNvSpPr>
            <a:spLocks noChangeShapeType="1"/>
          </p:cNvSpPr>
          <p:nvPr/>
        </p:nvSpPr>
        <p:spPr bwMode="auto">
          <a:xfrm>
            <a:off x="4114800" y="3886200"/>
            <a:ext cx="685800"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60" name="Text Box 8">
            <a:extLst>
              <a:ext uri="{FF2B5EF4-FFF2-40B4-BE49-F238E27FC236}">
                <a16:creationId xmlns:a16="http://schemas.microsoft.com/office/drawing/2014/main" id="{75481F34-64F1-4CC6-A2EC-A26A54D66A8C}"/>
              </a:ext>
            </a:extLst>
          </p:cNvPr>
          <p:cNvSpPr txBox="1">
            <a:spLocks noChangeArrowheads="1"/>
          </p:cNvSpPr>
          <p:nvPr/>
        </p:nvSpPr>
        <p:spPr bwMode="auto">
          <a:xfrm>
            <a:off x="1600200" y="3352800"/>
            <a:ext cx="422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C</a:t>
            </a:r>
          </a:p>
        </p:txBody>
      </p:sp>
      <p:sp>
        <p:nvSpPr>
          <p:cNvPr id="74761" name="Text Box 9">
            <a:extLst>
              <a:ext uri="{FF2B5EF4-FFF2-40B4-BE49-F238E27FC236}">
                <a16:creationId xmlns:a16="http://schemas.microsoft.com/office/drawing/2014/main" id="{64EE9E3A-664C-4297-8062-3D2C0E3700CA}"/>
              </a:ext>
            </a:extLst>
          </p:cNvPr>
          <p:cNvSpPr txBox="1">
            <a:spLocks noChangeArrowheads="1"/>
          </p:cNvSpPr>
          <p:nvPr/>
        </p:nvSpPr>
        <p:spPr bwMode="auto">
          <a:xfrm>
            <a:off x="1600200" y="3810000"/>
            <a:ext cx="409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S</a:t>
            </a:r>
          </a:p>
        </p:txBody>
      </p:sp>
      <p:sp>
        <p:nvSpPr>
          <p:cNvPr id="74762" name="Text Box 10">
            <a:extLst>
              <a:ext uri="{FF2B5EF4-FFF2-40B4-BE49-F238E27FC236}">
                <a16:creationId xmlns:a16="http://schemas.microsoft.com/office/drawing/2014/main" id="{F63881C9-96A2-48DF-AC81-2E14B2DD0C75}"/>
              </a:ext>
            </a:extLst>
          </p:cNvPr>
          <p:cNvSpPr txBox="1">
            <a:spLocks noChangeArrowheads="1"/>
          </p:cNvSpPr>
          <p:nvPr/>
        </p:nvSpPr>
        <p:spPr bwMode="auto">
          <a:xfrm>
            <a:off x="4800600" y="3657600"/>
            <a:ext cx="355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I</a:t>
            </a:r>
          </a:p>
        </p:txBody>
      </p:sp>
      <p:sp>
        <p:nvSpPr>
          <p:cNvPr id="74763" name="Text Box 11">
            <a:extLst>
              <a:ext uri="{FF2B5EF4-FFF2-40B4-BE49-F238E27FC236}">
                <a16:creationId xmlns:a16="http://schemas.microsoft.com/office/drawing/2014/main" id="{E56A1DBC-D349-477E-B1D7-AB79DCDDA8A7}"/>
              </a:ext>
            </a:extLst>
          </p:cNvPr>
          <p:cNvSpPr txBox="1">
            <a:spLocks noChangeArrowheads="1"/>
          </p:cNvSpPr>
          <p:nvPr/>
        </p:nvSpPr>
        <p:spPr bwMode="auto">
          <a:xfrm>
            <a:off x="1828800" y="4648200"/>
            <a:ext cx="1755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I = C </a:t>
            </a:r>
            <a:r>
              <a:rPr lang="ar-SA" altLang="en-US"/>
              <a:t>۸</a:t>
            </a:r>
            <a:r>
              <a:rPr lang="en-US" altLang="en-US"/>
              <a:t> S</a:t>
            </a:r>
          </a:p>
        </p:txBody>
      </p:sp>
      <p:graphicFrame>
        <p:nvGraphicFramePr>
          <p:cNvPr id="74844" name="Group 92">
            <a:extLst>
              <a:ext uri="{FF2B5EF4-FFF2-40B4-BE49-F238E27FC236}">
                <a16:creationId xmlns:a16="http://schemas.microsoft.com/office/drawing/2014/main" id="{5101E3B6-93B7-4611-85B5-DC87ACE9599C}"/>
              </a:ext>
            </a:extLst>
          </p:cNvPr>
          <p:cNvGraphicFramePr>
            <a:graphicFrameLocks noGrp="1"/>
          </p:cNvGraphicFramePr>
          <p:nvPr/>
        </p:nvGraphicFramePr>
        <p:xfrm>
          <a:off x="6172200" y="2667000"/>
          <a:ext cx="2514600" cy="2587625"/>
        </p:xfrm>
        <a:graphic>
          <a:graphicData uri="http://schemas.openxmlformats.org/drawingml/2006/table">
            <a:tbl>
              <a:tblPr/>
              <a:tblGrid>
                <a:gridCol w="838200">
                  <a:extLst>
                    <a:ext uri="{9D8B030D-6E8A-4147-A177-3AD203B41FA5}">
                      <a16:colId xmlns:a16="http://schemas.microsoft.com/office/drawing/2014/main" val="2492469700"/>
                    </a:ext>
                  </a:extLst>
                </a:gridCol>
                <a:gridCol w="838200">
                  <a:extLst>
                    <a:ext uri="{9D8B030D-6E8A-4147-A177-3AD203B41FA5}">
                      <a16:colId xmlns:a16="http://schemas.microsoft.com/office/drawing/2014/main" val="2944475272"/>
                    </a:ext>
                  </a:extLst>
                </a:gridCol>
                <a:gridCol w="838200">
                  <a:extLst>
                    <a:ext uri="{9D8B030D-6E8A-4147-A177-3AD203B41FA5}">
                      <a16:colId xmlns:a16="http://schemas.microsoft.com/office/drawing/2014/main" val="71838645"/>
                    </a:ext>
                  </a:extLst>
                </a:gridCol>
              </a:tblGrid>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C</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I</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extLst>
                  <a:ext uri="{0D108BD9-81ED-4DB2-BD59-A6C34878D82A}">
                    <a16:rowId xmlns:a16="http://schemas.microsoft.com/office/drawing/2014/main" val="3096161232"/>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840676092"/>
                  </a:ext>
                </a:extLst>
              </a:tr>
              <a:tr h="48895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2957863338"/>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472309678"/>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2684996938"/>
                  </a:ext>
                </a:extLst>
              </a:tr>
            </a:tbl>
          </a:graphicData>
        </a:graphic>
      </p:graphicFrame>
      <p:sp>
        <p:nvSpPr>
          <p:cNvPr id="74794" name="Text Box 42">
            <a:extLst>
              <a:ext uri="{FF2B5EF4-FFF2-40B4-BE49-F238E27FC236}">
                <a16:creationId xmlns:a16="http://schemas.microsoft.com/office/drawing/2014/main" id="{580275AE-FB73-40B1-9BF4-261B3FB280B7}"/>
              </a:ext>
            </a:extLst>
          </p:cNvPr>
          <p:cNvSpPr txBox="1">
            <a:spLocks noChangeArrowheads="1"/>
          </p:cNvSpPr>
          <p:nvPr/>
        </p:nvSpPr>
        <p:spPr bwMode="auto">
          <a:xfrm>
            <a:off x="1143000" y="1981200"/>
            <a:ext cx="3751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Engineering Symbol</a:t>
            </a:r>
          </a:p>
        </p:txBody>
      </p:sp>
      <p:sp>
        <p:nvSpPr>
          <p:cNvPr id="74795" name="Oval 43">
            <a:extLst>
              <a:ext uri="{FF2B5EF4-FFF2-40B4-BE49-F238E27FC236}">
                <a16:creationId xmlns:a16="http://schemas.microsoft.com/office/drawing/2014/main" id="{1FA8FFA3-41F3-4119-A0B5-39C1D2D5E7ED}"/>
              </a:ext>
            </a:extLst>
          </p:cNvPr>
          <p:cNvSpPr>
            <a:spLocks noChangeArrowheads="1"/>
          </p:cNvSpPr>
          <p:nvPr/>
        </p:nvSpPr>
        <p:spPr bwMode="auto">
          <a:xfrm>
            <a:off x="3276600" y="3429000"/>
            <a:ext cx="914400" cy="838200"/>
          </a:xfrm>
          <a:prstGeom prst="ellipse">
            <a:avLst/>
          </a:prstGeom>
          <a:solidFill>
            <a:schemeClr val="accent1"/>
          </a:solidFill>
          <a:ln w="12700">
            <a:solidFill>
              <a:schemeClr val="accent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96" name="Rectangle 44">
            <a:extLst>
              <a:ext uri="{FF2B5EF4-FFF2-40B4-BE49-F238E27FC236}">
                <a16:creationId xmlns:a16="http://schemas.microsoft.com/office/drawing/2014/main" id="{50AE33F2-F830-40DA-8D76-5780B6E88E21}"/>
              </a:ext>
            </a:extLst>
          </p:cNvPr>
          <p:cNvSpPr>
            <a:spLocks noChangeArrowheads="1"/>
          </p:cNvSpPr>
          <p:nvPr/>
        </p:nvSpPr>
        <p:spPr bwMode="auto">
          <a:xfrm>
            <a:off x="2819400" y="3429000"/>
            <a:ext cx="990600" cy="838200"/>
          </a:xfrm>
          <a:prstGeom prst="rect">
            <a:avLst/>
          </a:prstGeom>
          <a:solidFill>
            <a:schemeClr val="accent1"/>
          </a:solidFill>
          <a:ln w="12700">
            <a:solidFill>
              <a:schemeClr val="accent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3067F58C-878C-45C3-95D6-BFB9E5768EF2}"/>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75778" name="Rectangle 2">
            <a:extLst>
              <a:ext uri="{FF2B5EF4-FFF2-40B4-BE49-F238E27FC236}">
                <a16:creationId xmlns:a16="http://schemas.microsoft.com/office/drawing/2014/main" id="{10E00016-3B33-45E8-973F-E6F67AA0EACF}"/>
              </a:ext>
            </a:extLst>
          </p:cNvPr>
          <p:cNvSpPr>
            <a:spLocks noChangeArrowheads="1"/>
          </p:cNvSpPr>
          <p:nvPr/>
        </p:nvSpPr>
        <p:spPr bwMode="auto">
          <a:xfrm>
            <a:off x="1295400" y="1828800"/>
            <a:ext cx="5840413" cy="387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eaLnBrk="0" hangingPunct="0"/>
            <a:r>
              <a:rPr lang="en-US" altLang="en-US" sz="3200"/>
              <a:t>|| </a:t>
            </a:r>
          </a:p>
          <a:p>
            <a:pPr algn="l" eaLnBrk="0" hangingPunct="0"/>
            <a:r>
              <a:rPr lang="en-US" altLang="en-US" sz="3200"/>
              <a:t>    any condition can be true</a:t>
            </a:r>
          </a:p>
          <a:p>
            <a:pPr algn="l" eaLnBrk="0" hangingPunct="0"/>
            <a:endParaRPr lang="en-US" altLang="en-US" sz="3200"/>
          </a:p>
          <a:p>
            <a:pPr algn="l" eaLnBrk="0" hangingPunct="0"/>
            <a:r>
              <a:rPr lang="en-US" altLang="en-US" sz="3200">
                <a:solidFill>
                  <a:srgbClr val="336600"/>
                </a:solidFill>
              </a:rPr>
              <a:t>if (total==9 || num==31)</a:t>
            </a:r>
          </a:p>
          <a:p>
            <a:pPr algn="l" eaLnBrk="0" hangingPunct="0"/>
            <a:r>
              <a:rPr lang="en-US" altLang="en-US" sz="3200">
                <a:solidFill>
                  <a:srgbClr val="336600"/>
                </a:solidFill>
              </a:rPr>
              <a:t>{</a:t>
            </a:r>
          </a:p>
          <a:p>
            <a:pPr algn="l"/>
            <a:r>
              <a:rPr lang="en-US" altLang="en-US"/>
              <a:t>    </a:t>
            </a:r>
            <a:r>
              <a:rPr lang="en-US" altLang="en-US">
                <a:solidFill>
                  <a:srgbClr val="6600CC"/>
                </a:solidFill>
              </a:rPr>
              <a:t>do something 1;</a:t>
            </a:r>
          </a:p>
          <a:p>
            <a:pPr algn="l"/>
            <a:r>
              <a:rPr lang="en-US" altLang="en-US">
                <a:solidFill>
                  <a:srgbClr val="6600CC"/>
                </a:solidFill>
              </a:rPr>
              <a:t>    do something 2;</a:t>
            </a:r>
          </a:p>
          <a:p>
            <a:pPr algn="l" eaLnBrk="0" hangingPunct="0"/>
            <a:r>
              <a:rPr lang="en-US" altLang="en-US" sz="3200">
                <a:solidFill>
                  <a:srgbClr val="336600"/>
                </a:solidFill>
              </a:rPr>
              <a:t>}</a:t>
            </a:r>
          </a:p>
        </p:txBody>
      </p:sp>
      <p:sp>
        <p:nvSpPr>
          <p:cNvPr id="75779" name="WordArt 3">
            <a:extLst>
              <a:ext uri="{FF2B5EF4-FFF2-40B4-BE49-F238E27FC236}">
                <a16:creationId xmlns:a16="http://schemas.microsoft.com/office/drawing/2014/main" id="{7924E60D-7C6F-436A-BE09-353D8A2B2A60}"/>
              </a:ext>
            </a:extLst>
          </p:cNvPr>
          <p:cNvSpPr>
            <a:spLocks noChangeArrowheads="1" noChangeShapeType="1" noTextEdit="1"/>
          </p:cNvSpPr>
          <p:nvPr/>
        </p:nvSpPr>
        <p:spPr bwMode="auto">
          <a:xfrm>
            <a:off x="1752600" y="381000"/>
            <a:ext cx="4876800" cy="1066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OR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Footer Placeholder 3">
            <a:extLst>
              <a:ext uri="{FF2B5EF4-FFF2-40B4-BE49-F238E27FC236}">
                <a16:creationId xmlns:a16="http://schemas.microsoft.com/office/drawing/2014/main" id="{64F97D40-EB6B-4B7E-B996-63A73DFB848C}"/>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76802" name="WordArt 2">
            <a:extLst>
              <a:ext uri="{FF2B5EF4-FFF2-40B4-BE49-F238E27FC236}">
                <a16:creationId xmlns:a16="http://schemas.microsoft.com/office/drawing/2014/main" id="{838025E0-5794-4766-9FB5-7C135137C918}"/>
              </a:ext>
            </a:extLst>
          </p:cNvPr>
          <p:cNvSpPr>
            <a:spLocks noChangeArrowheads="1" noChangeShapeType="1" noTextEdit="1"/>
          </p:cNvSpPr>
          <p:nvPr/>
        </p:nvSpPr>
        <p:spPr bwMode="auto">
          <a:xfrm>
            <a:off x="1752600" y="381000"/>
            <a:ext cx="4876800" cy="1066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OR</a:t>
            </a:r>
          </a:p>
        </p:txBody>
      </p:sp>
      <p:sp>
        <p:nvSpPr>
          <p:cNvPr id="76803" name="Rectangle 3">
            <a:extLst>
              <a:ext uri="{FF2B5EF4-FFF2-40B4-BE49-F238E27FC236}">
                <a16:creationId xmlns:a16="http://schemas.microsoft.com/office/drawing/2014/main" id="{99C4B2CC-87D5-467D-8A63-B769D2753562}"/>
              </a:ext>
            </a:extLst>
          </p:cNvPr>
          <p:cNvSpPr>
            <a:spLocks noChangeArrowheads="1"/>
          </p:cNvSpPr>
          <p:nvPr/>
        </p:nvSpPr>
        <p:spPr bwMode="auto">
          <a:xfrm>
            <a:off x="609600" y="2743200"/>
            <a:ext cx="4953000" cy="2590800"/>
          </a:xfrm>
          <a:prstGeom prst="rect">
            <a:avLst/>
          </a:prstGeom>
          <a:solidFill>
            <a:srgbClr val="FF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76804" name="Rectangle 4">
            <a:extLst>
              <a:ext uri="{FF2B5EF4-FFF2-40B4-BE49-F238E27FC236}">
                <a16:creationId xmlns:a16="http://schemas.microsoft.com/office/drawing/2014/main" id="{BE10C02D-EBC2-42AD-BD37-4C45AF1E5E60}"/>
              </a:ext>
            </a:extLst>
          </p:cNvPr>
          <p:cNvSpPr>
            <a:spLocks noChangeArrowheads="1"/>
          </p:cNvSpPr>
          <p:nvPr/>
        </p:nvSpPr>
        <p:spPr bwMode="auto">
          <a:xfrm>
            <a:off x="1143000" y="3124200"/>
            <a:ext cx="1676400" cy="1371600"/>
          </a:xfrm>
          <a:prstGeom prst="rect">
            <a:avLst/>
          </a:prstGeom>
          <a:solidFill>
            <a:srgbClr val="FFFFCC"/>
          </a:solidFill>
          <a:ln w="12700">
            <a:solidFill>
              <a:srgbClr val="FFFFCC"/>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6805" name="Line 5">
            <a:extLst>
              <a:ext uri="{FF2B5EF4-FFF2-40B4-BE49-F238E27FC236}">
                <a16:creationId xmlns:a16="http://schemas.microsoft.com/office/drawing/2014/main" id="{860CCD67-7FA7-45A1-9789-A466ED1399A1}"/>
              </a:ext>
            </a:extLst>
          </p:cNvPr>
          <p:cNvSpPr>
            <a:spLocks noChangeShapeType="1"/>
          </p:cNvSpPr>
          <p:nvPr/>
        </p:nvSpPr>
        <p:spPr bwMode="auto">
          <a:xfrm flipH="1">
            <a:off x="1905000" y="3657600"/>
            <a:ext cx="762000"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06" name="Line 6">
            <a:extLst>
              <a:ext uri="{FF2B5EF4-FFF2-40B4-BE49-F238E27FC236}">
                <a16:creationId xmlns:a16="http://schemas.microsoft.com/office/drawing/2014/main" id="{3C5475E2-3BD8-4508-BF2A-8ADF4CFF5C00}"/>
              </a:ext>
            </a:extLst>
          </p:cNvPr>
          <p:cNvSpPr>
            <a:spLocks noChangeShapeType="1"/>
          </p:cNvSpPr>
          <p:nvPr/>
        </p:nvSpPr>
        <p:spPr bwMode="auto">
          <a:xfrm flipH="1">
            <a:off x="1905000" y="4038600"/>
            <a:ext cx="762000"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07" name="Line 7">
            <a:extLst>
              <a:ext uri="{FF2B5EF4-FFF2-40B4-BE49-F238E27FC236}">
                <a16:creationId xmlns:a16="http://schemas.microsoft.com/office/drawing/2014/main" id="{80F46450-527E-4FA3-A1C1-5D9B6F10D869}"/>
              </a:ext>
            </a:extLst>
          </p:cNvPr>
          <p:cNvSpPr>
            <a:spLocks noChangeShapeType="1"/>
          </p:cNvSpPr>
          <p:nvPr/>
        </p:nvSpPr>
        <p:spPr bwMode="auto">
          <a:xfrm>
            <a:off x="3962400" y="3810000"/>
            <a:ext cx="685800"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08" name="Text Box 8">
            <a:extLst>
              <a:ext uri="{FF2B5EF4-FFF2-40B4-BE49-F238E27FC236}">
                <a16:creationId xmlns:a16="http://schemas.microsoft.com/office/drawing/2014/main" id="{D1FA04C5-3E39-4B68-B363-086CBF461B4C}"/>
              </a:ext>
            </a:extLst>
          </p:cNvPr>
          <p:cNvSpPr txBox="1">
            <a:spLocks noChangeArrowheads="1"/>
          </p:cNvSpPr>
          <p:nvPr/>
        </p:nvSpPr>
        <p:spPr bwMode="auto">
          <a:xfrm>
            <a:off x="1371600" y="3352800"/>
            <a:ext cx="422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C</a:t>
            </a:r>
          </a:p>
        </p:txBody>
      </p:sp>
      <p:sp>
        <p:nvSpPr>
          <p:cNvPr id="76809" name="Text Box 9">
            <a:extLst>
              <a:ext uri="{FF2B5EF4-FFF2-40B4-BE49-F238E27FC236}">
                <a16:creationId xmlns:a16="http://schemas.microsoft.com/office/drawing/2014/main" id="{F97D9417-9B4C-436D-89EC-33D1D5D19098}"/>
              </a:ext>
            </a:extLst>
          </p:cNvPr>
          <p:cNvSpPr txBox="1">
            <a:spLocks noChangeArrowheads="1"/>
          </p:cNvSpPr>
          <p:nvPr/>
        </p:nvSpPr>
        <p:spPr bwMode="auto">
          <a:xfrm>
            <a:off x="1371600" y="3733800"/>
            <a:ext cx="409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S</a:t>
            </a:r>
          </a:p>
        </p:txBody>
      </p:sp>
      <p:sp>
        <p:nvSpPr>
          <p:cNvPr id="76810" name="Text Box 10">
            <a:extLst>
              <a:ext uri="{FF2B5EF4-FFF2-40B4-BE49-F238E27FC236}">
                <a16:creationId xmlns:a16="http://schemas.microsoft.com/office/drawing/2014/main" id="{DC9C0A8F-5B2F-42EF-B8CB-E73A9A4ECAD9}"/>
              </a:ext>
            </a:extLst>
          </p:cNvPr>
          <p:cNvSpPr txBox="1">
            <a:spLocks noChangeArrowheads="1"/>
          </p:cNvSpPr>
          <p:nvPr/>
        </p:nvSpPr>
        <p:spPr bwMode="auto">
          <a:xfrm>
            <a:off x="4648200" y="3505200"/>
            <a:ext cx="355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I</a:t>
            </a:r>
          </a:p>
        </p:txBody>
      </p:sp>
      <p:sp>
        <p:nvSpPr>
          <p:cNvPr id="76811" name="Text Box 11">
            <a:extLst>
              <a:ext uri="{FF2B5EF4-FFF2-40B4-BE49-F238E27FC236}">
                <a16:creationId xmlns:a16="http://schemas.microsoft.com/office/drawing/2014/main" id="{58E615B5-E430-4527-81A2-693F0884549E}"/>
              </a:ext>
            </a:extLst>
          </p:cNvPr>
          <p:cNvSpPr txBox="1">
            <a:spLocks noChangeArrowheads="1"/>
          </p:cNvSpPr>
          <p:nvPr/>
        </p:nvSpPr>
        <p:spPr bwMode="auto">
          <a:xfrm>
            <a:off x="1828800" y="4648200"/>
            <a:ext cx="1755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I = C </a:t>
            </a:r>
            <a:r>
              <a:rPr lang="ar-SA" altLang="en-US"/>
              <a:t>۷</a:t>
            </a:r>
            <a:r>
              <a:rPr lang="en-US" altLang="en-US"/>
              <a:t> S</a:t>
            </a:r>
          </a:p>
        </p:txBody>
      </p:sp>
      <p:graphicFrame>
        <p:nvGraphicFramePr>
          <p:cNvPr id="76888" name="Group 88">
            <a:extLst>
              <a:ext uri="{FF2B5EF4-FFF2-40B4-BE49-F238E27FC236}">
                <a16:creationId xmlns:a16="http://schemas.microsoft.com/office/drawing/2014/main" id="{AE523CD4-B1D0-4E07-9240-DD93D8B99C04}"/>
              </a:ext>
            </a:extLst>
          </p:cNvPr>
          <p:cNvGraphicFramePr>
            <a:graphicFrameLocks noGrp="1"/>
          </p:cNvGraphicFramePr>
          <p:nvPr/>
        </p:nvGraphicFramePr>
        <p:xfrm>
          <a:off x="6019800" y="2667000"/>
          <a:ext cx="2514600" cy="2587625"/>
        </p:xfrm>
        <a:graphic>
          <a:graphicData uri="http://schemas.openxmlformats.org/drawingml/2006/table">
            <a:tbl>
              <a:tblPr/>
              <a:tblGrid>
                <a:gridCol w="838200">
                  <a:extLst>
                    <a:ext uri="{9D8B030D-6E8A-4147-A177-3AD203B41FA5}">
                      <a16:colId xmlns:a16="http://schemas.microsoft.com/office/drawing/2014/main" val="3026035905"/>
                    </a:ext>
                  </a:extLst>
                </a:gridCol>
                <a:gridCol w="838200">
                  <a:extLst>
                    <a:ext uri="{9D8B030D-6E8A-4147-A177-3AD203B41FA5}">
                      <a16:colId xmlns:a16="http://schemas.microsoft.com/office/drawing/2014/main" val="4164332032"/>
                    </a:ext>
                  </a:extLst>
                </a:gridCol>
                <a:gridCol w="838200">
                  <a:extLst>
                    <a:ext uri="{9D8B030D-6E8A-4147-A177-3AD203B41FA5}">
                      <a16:colId xmlns:a16="http://schemas.microsoft.com/office/drawing/2014/main" val="4143593001"/>
                    </a:ext>
                  </a:extLst>
                </a:gridCol>
              </a:tblGrid>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C</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I</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extLst>
                  <a:ext uri="{0D108BD9-81ED-4DB2-BD59-A6C34878D82A}">
                    <a16:rowId xmlns:a16="http://schemas.microsoft.com/office/drawing/2014/main" val="288535395"/>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519484598"/>
                  </a:ext>
                </a:extLst>
              </a:tr>
              <a:tr h="51435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805704159"/>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4036984340"/>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914381746"/>
                  </a:ext>
                </a:extLst>
              </a:tr>
            </a:tbl>
          </a:graphicData>
        </a:graphic>
      </p:graphicFrame>
      <p:sp>
        <p:nvSpPr>
          <p:cNvPr id="76842" name="Text Box 42">
            <a:extLst>
              <a:ext uri="{FF2B5EF4-FFF2-40B4-BE49-F238E27FC236}">
                <a16:creationId xmlns:a16="http://schemas.microsoft.com/office/drawing/2014/main" id="{12149E69-E5C7-460F-80A5-B9CC10298E3A}"/>
              </a:ext>
            </a:extLst>
          </p:cNvPr>
          <p:cNvSpPr txBox="1">
            <a:spLocks noChangeArrowheads="1"/>
          </p:cNvSpPr>
          <p:nvPr/>
        </p:nvSpPr>
        <p:spPr bwMode="auto">
          <a:xfrm>
            <a:off x="1143000" y="1981200"/>
            <a:ext cx="3751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Engineering Symbol</a:t>
            </a:r>
          </a:p>
        </p:txBody>
      </p:sp>
      <p:sp>
        <p:nvSpPr>
          <p:cNvPr id="76843" name="AutoShape 43">
            <a:extLst>
              <a:ext uri="{FF2B5EF4-FFF2-40B4-BE49-F238E27FC236}">
                <a16:creationId xmlns:a16="http://schemas.microsoft.com/office/drawing/2014/main" id="{2DCFE274-9DDC-433E-AF01-160912723D5D}"/>
              </a:ext>
            </a:extLst>
          </p:cNvPr>
          <p:cNvSpPr>
            <a:spLocks noChangeArrowheads="1"/>
          </p:cNvSpPr>
          <p:nvPr/>
        </p:nvSpPr>
        <p:spPr bwMode="auto">
          <a:xfrm flipH="1">
            <a:off x="2514600" y="3352800"/>
            <a:ext cx="1295400" cy="914400"/>
          </a:xfrm>
          <a:prstGeom prst="flowChartOnlineStorage">
            <a:avLst/>
          </a:prstGeom>
          <a:solidFill>
            <a:schemeClr val="accent1"/>
          </a:solidFill>
          <a:ln w="12700">
            <a:solidFill>
              <a:schemeClr val="accent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6844" name="Oval 44">
            <a:extLst>
              <a:ext uri="{FF2B5EF4-FFF2-40B4-BE49-F238E27FC236}">
                <a16:creationId xmlns:a16="http://schemas.microsoft.com/office/drawing/2014/main" id="{28B037EB-FB79-4A67-9D5E-99C7C3BEBAE7}"/>
              </a:ext>
            </a:extLst>
          </p:cNvPr>
          <p:cNvSpPr>
            <a:spLocks noChangeArrowheads="1"/>
          </p:cNvSpPr>
          <p:nvPr/>
        </p:nvSpPr>
        <p:spPr bwMode="auto">
          <a:xfrm>
            <a:off x="2819400" y="3352800"/>
            <a:ext cx="1371600" cy="914400"/>
          </a:xfrm>
          <a:prstGeom prst="ellipse">
            <a:avLst/>
          </a:prstGeom>
          <a:solidFill>
            <a:schemeClr val="accent1"/>
          </a:solidFill>
          <a:ln w="12700">
            <a:solidFill>
              <a:schemeClr val="accent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9162456A-39E0-4DC0-A824-C0F1C21751F7}"/>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24930" name="Rectangle 2">
            <a:extLst>
              <a:ext uri="{FF2B5EF4-FFF2-40B4-BE49-F238E27FC236}">
                <a16:creationId xmlns:a16="http://schemas.microsoft.com/office/drawing/2014/main" id="{DC5CA1CA-3C36-4CD2-A919-2C28D8133863}"/>
              </a:ext>
            </a:extLst>
          </p:cNvPr>
          <p:cNvSpPr>
            <a:spLocks noChangeArrowheads="1"/>
          </p:cNvSpPr>
          <p:nvPr/>
        </p:nvSpPr>
        <p:spPr bwMode="auto">
          <a:xfrm>
            <a:off x="2514600" y="1828800"/>
            <a:ext cx="4110038"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en-US"/>
              <a:t>true and false = false</a:t>
            </a:r>
          </a:p>
          <a:p>
            <a:pPr algn="l" eaLnBrk="0" hangingPunct="0"/>
            <a:r>
              <a:rPr lang="en-US" altLang="en-US"/>
              <a:t>false and true = false</a:t>
            </a:r>
          </a:p>
          <a:p>
            <a:pPr algn="l" eaLnBrk="0" hangingPunct="0"/>
            <a:r>
              <a:rPr lang="en-US" altLang="en-US"/>
              <a:t>false and false = false</a:t>
            </a:r>
          </a:p>
          <a:p>
            <a:pPr algn="l" eaLnBrk="0" hangingPunct="0"/>
            <a:r>
              <a:rPr lang="en-US" altLang="en-US"/>
              <a:t>true and true = true</a:t>
            </a:r>
          </a:p>
          <a:p>
            <a:pPr algn="l" eaLnBrk="0" hangingPunct="0"/>
            <a:endParaRPr lang="en-US" altLang="en-US"/>
          </a:p>
          <a:p>
            <a:pPr algn="l" eaLnBrk="0" hangingPunct="0"/>
            <a:r>
              <a:rPr lang="en-US" altLang="en-US"/>
              <a:t>false or true = true</a:t>
            </a:r>
          </a:p>
          <a:p>
            <a:pPr algn="l" eaLnBrk="0" hangingPunct="0"/>
            <a:r>
              <a:rPr lang="en-US" altLang="en-US"/>
              <a:t>true or false = true</a:t>
            </a:r>
          </a:p>
          <a:p>
            <a:pPr algn="l" eaLnBrk="0" hangingPunct="0"/>
            <a:r>
              <a:rPr lang="en-US" altLang="en-US"/>
              <a:t>true or true = true</a:t>
            </a:r>
          </a:p>
          <a:p>
            <a:pPr algn="l" eaLnBrk="0" hangingPunct="0"/>
            <a:r>
              <a:rPr lang="en-US" altLang="en-US"/>
              <a:t>false or false = false</a:t>
            </a:r>
          </a:p>
        </p:txBody>
      </p:sp>
      <p:sp>
        <p:nvSpPr>
          <p:cNvPr id="124931" name="WordArt 3">
            <a:extLst>
              <a:ext uri="{FF2B5EF4-FFF2-40B4-BE49-F238E27FC236}">
                <a16:creationId xmlns:a16="http://schemas.microsoft.com/office/drawing/2014/main" id="{C512A13C-F620-479A-AD6B-67E7B8E41535}"/>
              </a:ext>
            </a:extLst>
          </p:cNvPr>
          <p:cNvSpPr>
            <a:spLocks noChangeArrowheads="1" noChangeShapeType="1" noTextEdit="1"/>
          </p:cNvSpPr>
          <p:nvPr/>
        </p:nvSpPr>
        <p:spPr bwMode="auto">
          <a:xfrm>
            <a:off x="1066800" y="457200"/>
            <a:ext cx="6934200" cy="1066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Fundamental Boolean Logic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D3B8CE8-B333-4C21-AAB8-95B036012607}"/>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77826" name="Rectangle 2">
            <a:extLst>
              <a:ext uri="{FF2B5EF4-FFF2-40B4-BE49-F238E27FC236}">
                <a16:creationId xmlns:a16="http://schemas.microsoft.com/office/drawing/2014/main" id="{2FF47255-3DE7-4362-9241-6BE4AB17C6B3}"/>
              </a:ext>
            </a:extLst>
          </p:cNvPr>
          <p:cNvSpPr>
            <a:spLocks noChangeArrowheads="1"/>
          </p:cNvSpPr>
          <p:nvPr/>
        </p:nvSpPr>
        <p:spPr bwMode="auto">
          <a:xfrm>
            <a:off x="1371600" y="1981200"/>
            <a:ext cx="6194425" cy="368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eaLnBrk="0" hangingPunct="0"/>
            <a:r>
              <a:rPr lang="en-US" altLang="en-US" sz="3200"/>
              <a:t>! 	</a:t>
            </a:r>
          </a:p>
          <a:p>
            <a:pPr algn="l" eaLnBrk="0" hangingPunct="0"/>
            <a:r>
              <a:rPr lang="en-US" altLang="en-US" sz="3200"/>
              <a:t>   true  ( if condition is false  )</a:t>
            </a:r>
          </a:p>
          <a:p>
            <a:pPr algn="l" eaLnBrk="0" hangingPunct="0"/>
            <a:endParaRPr lang="en-US" altLang="en-US" sz="3200"/>
          </a:p>
          <a:p>
            <a:pPr algn="l" eaLnBrk="0" hangingPunct="0"/>
            <a:r>
              <a:rPr lang="en-US" altLang="en-US">
                <a:solidFill>
                  <a:srgbClr val="336600"/>
                </a:solidFill>
              </a:rPr>
              <a:t>if (! pass.equals("pass"))</a:t>
            </a:r>
          </a:p>
          <a:p>
            <a:pPr algn="l" eaLnBrk="0" hangingPunct="0"/>
            <a:r>
              <a:rPr lang="en-US" altLang="en-US">
                <a:solidFill>
                  <a:srgbClr val="336600"/>
                </a:solidFill>
              </a:rPr>
              <a:t>{</a:t>
            </a:r>
          </a:p>
          <a:p>
            <a:pPr algn="l"/>
            <a:r>
              <a:rPr lang="en-US" altLang="en-US"/>
              <a:t>    </a:t>
            </a:r>
            <a:r>
              <a:rPr lang="en-US" altLang="en-US">
                <a:solidFill>
                  <a:srgbClr val="6600CC"/>
                </a:solidFill>
              </a:rPr>
              <a:t>do something 1;</a:t>
            </a:r>
          </a:p>
          <a:p>
            <a:pPr algn="l"/>
            <a:r>
              <a:rPr lang="en-US" altLang="en-US">
                <a:solidFill>
                  <a:srgbClr val="6600CC"/>
                </a:solidFill>
              </a:rPr>
              <a:t>    do something 2;</a:t>
            </a:r>
          </a:p>
          <a:p>
            <a:pPr algn="l" eaLnBrk="0" hangingPunct="0"/>
            <a:r>
              <a:rPr lang="en-US" altLang="en-US">
                <a:solidFill>
                  <a:srgbClr val="336600"/>
                </a:solidFill>
              </a:rPr>
              <a:t>}</a:t>
            </a:r>
          </a:p>
        </p:txBody>
      </p:sp>
      <p:sp>
        <p:nvSpPr>
          <p:cNvPr id="77827" name="WordArt 3">
            <a:extLst>
              <a:ext uri="{FF2B5EF4-FFF2-40B4-BE49-F238E27FC236}">
                <a16:creationId xmlns:a16="http://schemas.microsoft.com/office/drawing/2014/main" id="{1FC60D4F-E6ED-41EB-82A8-3C474C3FF76A}"/>
              </a:ext>
            </a:extLst>
          </p:cNvPr>
          <p:cNvSpPr>
            <a:spLocks noChangeArrowheads="1" noChangeShapeType="1" noTextEdit="1"/>
          </p:cNvSpPr>
          <p:nvPr/>
        </p:nvSpPr>
        <p:spPr bwMode="auto">
          <a:xfrm>
            <a:off x="1752600" y="381000"/>
            <a:ext cx="4876800" cy="1066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NOT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ooter Placeholder 3">
            <a:extLst>
              <a:ext uri="{FF2B5EF4-FFF2-40B4-BE49-F238E27FC236}">
                <a16:creationId xmlns:a16="http://schemas.microsoft.com/office/drawing/2014/main" id="{8F2BCE94-1E1B-4650-AA60-2861D63FBDBE}"/>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78850" name="WordArt 2">
            <a:extLst>
              <a:ext uri="{FF2B5EF4-FFF2-40B4-BE49-F238E27FC236}">
                <a16:creationId xmlns:a16="http://schemas.microsoft.com/office/drawing/2014/main" id="{4976B55D-2124-40F8-9413-3AE24EBFB1BD}"/>
              </a:ext>
            </a:extLst>
          </p:cNvPr>
          <p:cNvSpPr>
            <a:spLocks noChangeArrowheads="1" noChangeShapeType="1" noTextEdit="1"/>
          </p:cNvSpPr>
          <p:nvPr/>
        </p:nvSpPr>
        <p:spPr bwMode="auto">
          <a:xfrm>
            <a:off x="1752600" y="381000"/>
            <a:ext cx="4876800" cy="1066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NOT</a:t>
            </a:r>
          </a:p>
        </p:txBody>
      </p:sp>
      <p:sp>
        <p:nvSpPr>
          <p:cNvPr id="78851" name="Rectangle 3">
            <a:extLst>
              <a:ext uri="{FF2B5EF4-FFF2-40B4-BE49-F238E27FC236}">
                <a16:creationId xmlns:a16="http://schemas.microsoft.com/office/drawing/2014/main" id="{262C9ABA-2F52-4EB9-A586-C6834C2DC504}"/>
              </a:ext>
            </a:extLst>
          </p:cNvPr>
          <p:cNvSpPr>
            <a:spLocks noChangeArrowheads="1"/>
          </p:cNvSpPr>
          <p:nvPr/>
        </p:nvSpPr>
        <p:spPr bwMode="auto">
          <a:xfrm>
            <a:off x="838200" y="2743200"/>
            <a:ext cx="4953000" cy="2590800"/>
          </a:xfrm>
          <a:prstGeom prst="rect">
            <a:avLst/>
          </a:prstGeom>
          <a:solidFill>
            <a:srgbClr val="FF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78852" name="Line 4">
            <a:extLst>
              <a:ext uri="{FF2B5EF4-FFF2-40B4-BE49-F238E27FC236}">
                <a16:creationId xmlns:a16="http://schemas.microsoft.com/office/drawing/2014/main" id="{17EEC1F6-409F-4074-A67D-DC2D7F000111}"/>
              </a:ext>
            </a:extLst>
          </p:cNvPr>
          <p:cNvSpPr>
            <a:spLocks noChangeShapeType="1"/>
          </p:cNvSpPr>
          <p:nvPr/>
        </p:nvSpPr>
        <p:spPr bwMode="auto">
          <a:xfrm>
            <a:off x="4191000" y="3810000"/>
            <a:ext cx="685800"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53" name="Text Box 5">
            <a:extLst>
              <a:ext uri="{FF2B5EF4-FFF2-40B4-BE49-F238E27FC236}">
                <a16:creationId xmlns:a16="http://schemas.microsoft.com/office/drawing/2014/main" id="{99AE8CE8-DEFF-4E41-B5BD-B435366DA27E}"/>
              </a:ext>
            </a:extLst>
          </p:cNvPr>
          <p:cNvSpPr txBox="1">
            <a:spLocks noChangeArrowheads="1"/>
          </p:cNvSpPr>
          <p:nvPr/>
        </p:nvSpPr>
        <p:spPr bwMode="auto">
          <a:xfrm>
            <a:off x="4876800" y="3505200"/>
            <a:ext cx="355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I</a:t>
            </a:r>
          </a:p>
        </p:txBody>
      </p:sp>
      <p:sp>
        <p:nvSpPr>
          <p:cNvPr id="78854" name="Text Box 6">
            <a:extLst>
              <a:ext uri="{FF2B5EF4-FFF2-40B4-BE49-F238E27FC236}">
                <a16:creationId xmlns:a16="http://schemas.microsoft.com/office/drawing/2014/main" id="{4B2CC018-4884-439D-9EAB-91E918D3E68D}"/>
              </a:ext>
            </a:extLst>
          </p:cNvPr>
          <p:cNvSpPr txBox="1">
            <a:spLocks noChangeArrowheads="1"/>
          </p:cNvSpPr>
          <p:nvPr/>
        </p:nvSpPr>
        <p:spPr bwMode="auto">
          <a:xfrm>
            <a:off x="2057400" y="4648200"/>
            <a:ext cx="15938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I = ¬ C </a:t>
            </a:r>
          </a:p>
        </p:txBody>
      </p:sp>
      <p:graphicFrame>
        <p:nvGraphicFramePr>
          <p:cNvPr id="78893" name="Group 45">
            <a:extLst>
              <a:ext uri="{FF2B5EF4-FFF2-40B4-BE49-F238E27FC236}">
                <a16:creationId xmlns:a16="http://schemas.microsoft.com/office/drawing/2014/main" id="{874DCCF9-41B9-4B94-9555-88E1CD3833D9}"/>
              </a:ext>
            </a:extLst>
          </p:cNvPr>
          <p:cNvGraphicFramePr>
            <a:graphicFrameLocks noGrp="1"/>
          </p:cNvGraphicFramePr>
          <p:nvPr/>
        </p:nvGraphicFramePr>
        <p:xfrm>
          <a:off x="6781800" y="2819400"/>
          <a:ext cx="1676400" cy="1552575"/>
        </p:xfrm>
        <a:graphic>
          <a:graphicData uri="http://schemas.openxmlformats.org/drawingml/2006/table">
            <a:tbl>
              <a:tblPr/>
              <a:tblGrid>
                <a:gridCol w="838200">
                  <a:extLst>
                    <a:ext uri="{9D8B030D-6E8A-4147-A177-3AD203B41FA5}">
                      <a16:colId xmlns:a16="http://schemas.microsoft.com/office/drawing/2014/main" val="2691631331"/>
                    </a:ext>
                  </a:extLst>
                </a:gridCol>
                <a:gridCol w="838200">
                  <a:extLst>
                    <a:ext uri="{9D8B030D-6E8A-4147-A177-3AD203B41FA5}">
                      <a16:colId xmlns:a16="http://schemas.microsoft.com/office/drawing/2014/main" val="3217873231"/>
                    </a:ext>
                  </a:extLst>
                </a:gridCol>
              </a:tblGrid>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C</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I</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extLst>
                  <a:ext uri="{0D108BD9-81ED-4DB2-BD59-A6C34878D82A}">
                    <a16:rowId xmlns:a16="http://schemas.microsoft.com/office/drawing/2014/main" val="4043156641"/>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971553100"/>
                  </a:ext>
                </a:extLst>
              </a:tr>
              <a:tr h="51435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558571365"/>
                  </a:ext>
                </a:extLst>
              </a:tr>
            </a:tbl>
          </a:graphicData>
        </a:graphic>
      </p:graphicFrame>
      <p:sp>
        <p:nvSpPr>
          <p:cNvPr id="78872" name="Text Box 24">
            <a:extLst>
              <a:ext uri="{FF2B5EF4-FFF2-40B4-BE49-F238E27FC236}">
                <a16:creationId xmlns:a16="http://schemas.microsoft.com/office/drawing/2014/main" id="{E4A505DE-676B-4CD4-AE92-A5FAE8B7CE27}"/>
              </a:ext>
            </a:extLst>
          </p:cNvPr>
          <p:cNvSpPr txBox="1">
            <a:spLocks noChangeArrowheads="1"/>
          </p:cNvSpPr>
          <p:nvPr/>
        </p:nvSpPr>
        <p:spPr bwMode="auto">
          <a:xfrm>
            <a:off x="1371600" y="1981200"/>
            <a:ext cx="3751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Engineering Symbol</a:t>
            </a:r>
          </a:p>
        </p:txBody>
      </p:sp>
      <p:sp>
        <p:nvSpPr>
          <p:cNvPr id="78873" name="AutoShape 25">
            <a:extLst>
              <a:ext uri="{FF2B5EF4-FFF2-40B4-BE49-F238E27FC236}">
                <a16:creationId xmlns:a16="http://schemas.microsoft.com/office/drawing/2014/main" id="{DE190410-C888-4DE8-8005-C474F1F761F9}"/>
              </a:ext>
            </a:extLst>
          </p:cNvPr>
          <p:cNvSpPr>
            <a:spLocks noChangeArrowheads="1"/>
          </p:cNvSpPr>
          <p:nvPr/>
        </p:nvSpPr>
        <p:spPr bwMode="auto">
          <a:xfrm>
            <a:off x="1828800" y="3048000"/>
            <a:ext cx="2438400" cy="1524000"/>
          </a:xfrm>
          <a:prstGeom prst="diamond">
            <a:avLst/>
          </a:prstGeom>
          <a:solidFill>
            <a:schemeClr val="accent1"/>
          </a:solidFill>
          <a:ln w="12700">
            <a:solidFill>
              <a:schemeClr val="accent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78874" name="Rectangle 26">
            <a:extLst>
              <a:ext uri="{FF2B5EF4-FFF2-40B4-BE49-F238E27FC236}">
                <a16:creationId xmlns:a16="http://schemas.microsoft.com/office/drawing/2014/main" id="{BB5DE2D2-CD51-42F0-9AAF-67AFF0F46D31}"/>
              </a:ext>
            </a:extLst>
          </p:cNvPr>
          <p:cNvSpPr>
            <a:spLocks noChangeArrowheads="1"/>
          </p:cNvSpPr>
          <p:nvPr/>
        </p:nvSpPr>
        <p:spPr bwMode="auto">
          <a:xfrm>
            <a:off x="1828800" y="3048000"/>
            <a:ext cx="1219200" cy="1524000"/>
          </a:xfrm>
          <a:prstGeom prst="rect">
            <a:avLst/>
          </a:prstGeom>
          <a:solidFill>
            <a:srgbClr val="FFFFCC"/>
          </a:solidFill>
          <a:ln w="12700">
            <a:solidFill>
              <a:srgbClr val="FFFFCC"/>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875" name="Rectangle 27">
            <a:extLst>
              <a:ext uri="{FF2B5EF4-FFF2-40B4-BE49-F238E27FC236}">
                <a16:creationId xmlns:a16="http://schemas.microsoft.com/office/drawing/2014/main" id="{A2EF5026-0777-4F2D-9463-1C22E2E87710}"/>
              </a:ext>
            </a:extLst>
          </p:cNvPr>
          <p:cNvSpPr>
            <a:spLocks noChangeArrowheads="1"/>
          </p:cNvSpPr>
          <p:nvPr/>
        </p:nvSpPr>
        <p:spPr bwMode="auto">
          <a:xfrm>
            <a:off x="1371600" y="3124200"/>
            <a:ext cx="1524000" cy="1371600"/>
          </a:xfrm>
          <a:prstGeom prst="rect">
            <a:avLst/>
          </a:prstGeom>
          <a:solidFill>
            <a:srgbClr val="FFFFCC"/>
          </a:solidFill>
          <a:ln w="12700">
            <a:solidFill>
              <a:srgbClr val="FFFFCC"/>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876" name="Line 28">
            <a:extLst>
              <a:ext uri="{FF2B5EF4-FFF2-40B4-BE49-F238E27FC236}">
                <a16:creationId xmlns:a16="http://schemas.microsoft.com/office/drawing/2014/main" id="{3310D177-7561-47C9-AFD3-DC50DDD45704}"/>
              </a:ext>
            </a:extLst>
          </p:cNvPr>
          <p:cNvSpPr>
            <a:spLocks noChangeShapeType="1"/>
          </p:cNvSpPr>
          <p:nvPr/>
        </p:nvSpPr>
        <p:spPr bwMode="auto">
          <a:xfrm flipH="1">
            <a:off x="2286000" y="3810000"/>
            <a:ext cx="762000"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77" name="Text Box 29">
            <a:extLst>
              <a:ext uri="{FF2B5EF4-FFF2-40B4-BE49-F238E27FC236}">
                <a16:creationId xmlns:a16="http://schemas.microsoft.com/office/drawing/2014/main" id="{5E6262E4-0FD4-4423-B474-50F1F3CFC393}"/>
              </a:ext>
            </a:extLst>
          </p:cNvPr>
          <p:cNvSpPr txBox="1">
            <a:spLocks noChangeArrowheads="1"/>
          </p:cNvSpPr>
          <p:nvPr/>
        </p:nvSpPr>
        <p:spPr bwMode="auto">
          <a:xfrm>
            <a:off x="1828800" y="3581400"/>
            <a:ext cx="422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C</a:t>
            </a:r>
          </a:p>
        </p:txBody>
      </p:sp>
      <p:sp>
        <p:nvSpPr>
          <p:cNvPr id="78878" name="Oval 30">
            <a:extLst>
              <a:ext uri="{FF2B5EF4-FFF2-40B4-BE49-F238E27FC236}">
                <a16:creationId xmlns:a16="http://schemas.microsoft.com/office/drawing/2014/main" id="{81C8D26C-55BB-45F6-A38E-A06F15D7CDAE}"/>
              </a:ext>
            </a:extLst>
          </p:cNvPr>
          <p:cNvSpPr>
            <a:spLocks noChangeArrowheads="1"/>
          </p:cNvSpPr>
          <p:nvPr/>
        </p:nvSpPr>
        <p:spPr bwMode="auto">
          <a:xfrm>
            <a:off x="4114800" y="3581400"/>
            <a:ext cx="457200" cy="457200"/>
          </a:xfrm>
          <a:prstGeom prst="ellipse">
            <a:avLst/>
          </a:prstGeom>
          <a:solidFill>
            <a:schemeClr val="accent1"/>
          </a:solidFill>
          <a:ln w="12700">
            <a:solidFill>
              <a:schemeClr val="accent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4C88C50F-F5C5-4748-9866-006EDC91F641}"/>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79874" name="Rectangle 2">
            <a:extLst>
              <a:ext uri="{FF2B5EF4-FFF2-40B4-BE49-F238E27FC236}">
                <a16:creationId xmlns:a16="http://schemas.microsoft.com/office/drawing/2014/main" id="{1F5F60DE-E74A-4452-AF0C-5086BA8A776B}"/>
              </a:ext>
            </a:extLst>
          </p:cNvPr>
          <p:cNvSpPr>
            <a:spLocks noChangeArrowheads="1"/>
          </p:cNvSpPr>
          <p:nvPr/>
        </p:nvSpPr>
        <p:spPr bwMode="auto">
          <a:xfrm>
            <a:off x="762000" y="1981200"/>
            <a:ext cx="7200900" cy="387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eaLnBrk="0" hangingPunct="0"/>
            <a:r>
              <a:rPr lang="en-US" altLang="en-US" sz="3200"/>
              <a:t>^ </a:t>
            </a:r>
          </a:p>
          <a:p>
            <a:pPr algn="l" eaLnBrk="0" hangingPunct="0"/>
            <a:r>
              <a:rPr lang="en-US" altLang="en-US" sz="3200"/>
              <a:t>    true if only one condition is true</a:t>
            </a:r>
          </a:p>
          <a:p>
            <a:pPr algn="l" eaLnBrk="0" hangingPunct="0"/>
            <a:r>
              <a:rPr lang="en-US" altLang="en-US" sz="3200"/>
              <a:t>	</a:t>
            </a:r>
          </a:p>
          <a:p>
            <a:pPr algn="l" eaLnBrk="0" hangingPunct="0"/>
            <a:r>
              <a:rPr lang="en-US" altLang="en-US" sz="3200">
                <a:solidFill>
                  <a:srgbClr val="336600"/>
                </a:solidFill>
              </a:rPr>
              <a:t>if (total==34 </a:t>
            </a:r>
            <a:r>
              <a:rPr lang="en-US" altLang="en-US" sz="2000">
                <a:solidFill>
                  <a:srgbClr val="336600"/>
                </a:solidFill>
              </a:rPr>
              <a:t>^ </a:t>
            </a:r>
            <a:r>
              <a:rPr lang="en-US" altLang="en-US" sz="3200">
                <a:solidFill>
                  <a:srgbClr val="336600"/>
                </a:solidFill>
              </a:rPr>
              <a:t>num==23)</a:t>
            </a:r>
          </a:p>
          <a:p>
            <a:pPr algn="l" eaLnBrk="0" hangingPunct="0"/>
            <a:r>
              <a:rPr lang="en-US" altLang="en-US" sz="3200">
                <a:solidFill>
                  <a:srgbClr val="336600"/>
                </a:solidFill>
              </a:rPr>
              <a:t>{</a:t>
            </a:r>
          </a:p>
          <a:p>
            <a:pPr algn="l"/>
            <a:r>
              <a:rPr lang="en-US" altLang="en-US"/>
              <a:t>    </a:t>
            </a:r>
            <a:r>
              <a:rPr lang="en-US" altLang="en-US">
                <a:solidFill>
                  <a:srgbClr val="6600CC"/>
                </a:solidFill>
              </a:rPr>
              <a:t>do something 1;</a:t>
            </a:r>
          </a:p>
          <a:p>
            <a:pPr algn="l"/>
            <a:r>
              <a:rPr lang="en-US" altLang="en-US">
                <a:solidFill>
                  <a:srgbClr val="6600CC"/>
                </a:solidFill>
              </a:rPr>
              <a:t>    do something 2;</a:t>
            </a:r>
          </a:p>
          <a:p>
            <a:pPr algn="l" eaLnBrk="0" hangingPunct="0"/>
            <a:r>
              <a:rPr lang="en-US" altLang="en-US" sz="3200">
                <a:solidFill>
                  <a:srgbClr val="336600"/>
                </a:solidFill>
              </a:rPr>
              <a:t>}</a:t>
            </a:r>
          </a:p>
        </p:txBody>
      </p:sp>
      <p:sp>
        <p:nvSpPr>
          <p:cNvPr id="79875" name="WordArt 3">
            <a:extLst>
              <a:ext uri="{FF2B5EF4-FFF2-40B4-BE49-F238E27FC236}">
                <a16:creationId xmlns:a16="http://schemas.microsoft.com/office/drawing/2014/main" id="{6D835CE3-0026-4653-AF7A-019D6B3D5DFD}"/>
              </a:ext>
            </a:extLst>
          </p:cNvPr>
          <p:cNvSpPr>
            <a:spLocks noChangeArrowheads="1" noChangeShapeType="1" noTextEdit="1"/>
          </p:cNvSpPr>
          <p:nvPr/>
        </p:nvSpPr>
        <p:spPr bwMode="auto">
          <a:xfrm>
            <a:off x="1752600" y="381000"/>
            <a:ext cx="4876800" cy="1066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XOR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Footer Placeholder 3">
            <a:extLst>
              <a:ext uri="{FF2B5EF4-FFF2-40B4-BE49-F238E27FC236}">
                <a16:creationId xmlns:a16="http://schemas.microsoft.com/office/drawing/2014/main" id="{996D99F9-9E96-4F0E-BFB8-5ACF11D42ACB}"/>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80898" name="WordArt 2">
            <a:extLst>
              <a:ext uri="{FF2B5EF4-FFF2-40B4-BE49-F238E27FC236}">
                <a16:creationId xmlns:a16="http://schemas.microsoft.com/office/drawing/2014/main" id="{78A67559-983E-4DCE-BA83-F65DBB62B49D}"/>
              </a:ext>
            </a:extLst>
          </p:cNvPr>
          <p:cNvSpPr>
            <a:spLocks noChangeArrowheads="1" noChangeShapeType="1" noTextEdit="1"/>
          </p:cNvSpPr>
          <p:nvPr/>
        </p:nvSpPr>
        <p:spPr bwMode="auto">
          <a:xfrm>
            <a:off x="1752600" y="381000"/>
            <a:ext cx="4876800" cy="1066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XOR</a:t>
            </a:r>
          </a:p>
        </p:txBody>
      </p:sp>
      <p:graphicFrame>
        <p:nvGraphicFramePr>
          <p:cNvPr id="80985" name="Group 89">
            <a:extLst>
              <a:ext uri="{FF2B5EF4-FFF2-40B4-BE49-F238E27FC236}">
                <a16:creationId xmlns:a16="http://schemas.microsoft.com/office/drawing/2014/main" id="{B2273B3B-0031-472D-8487-EED165A13D16}"/>
              </a:ext>
            </a:extLst>
          </p:cNvPr>
          <p:cNvGraphicFramePr>
            <a:graphicFrameLocks noGrp="1"/>
          </p:cNvGraphicFramePr>
          <p:nvPr/>
        </p:nvGraphicFramePr>
        <p:xfrm>
          <a:off x="6019800" y="2743200"/>
          <a:ext cx="2514600" cy="2587625"/>
        </p:xfrm>
        <a:graphic>
          <a:graphicData uri="http://schemas.openxmlformats.org/drawingml/2006/table">
            <a:tbl>
              <a:tblPr/>
              <a:tblGrid>
                <a:gridCol w="838200">
                  <a:extLst>
                    <a:ext uri="{9D8B030D-6E8A-4147-A177-3AD203B41FA5}">
                      <a16:colId xmlns:a16="http://schemas.microsoft.com/office/drawing/2014/main" val="183237137"/>
                    </a:ext>
                  </a:extLst>
                </a:gridCol>
                <a:gridCol w="838200">
                  <a:extLst>
                    <a:ext uri="{9D8B030D-6E8A-4147-A177-3AD203B41FA5}">
                      <a16:colId xmlns:a16="http://schemas.microsoft.com/office/drawing/2014/main" val="2288335627"/>
                    </a:ext>
                  </a:extLst>
                </a:gridCol>
                <a:gridCol w="838200">
                  <a:extLst>
                    <a:ext uri="{9D8B030D-6E8A-4147-A177-3AD203B41FA5}">
                      <a16:colId xmlns:a16="http://schemas.microsoft.com/office/drawing/2014/main" val="4072553255"/>
                    </a:ext>
                  </a:extLst>
                </a:gridCol>
              </a:tblGrid>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C</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I</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extLst>
                  <a:ext uri="{0D108BD9-81ED-4DB2-BD59-A6C34878D82A}">
                    <a16:rowId xmlns:a16="http://schemas.microsoft.com/office/drawing/2014/main" val="3585389890"/>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21700398"/>
                  </a:ext>
                </a:extLst>
              </a:tr>
              <a:tr h="51435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2004641309"/>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838215981"/>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876387325"/>
                  </a:ext>
                </a:extLst>
              </a:tr>
            </a:tbl>
          </a:graphicData>
        </a:graphic>
      </p:graphicFrame>
      <p:sp>
        <p:nvSpPr>
          <p:cNvPr id="80929" name="Rectangle 33">
            <a:extLst>
              <a:ext uri="{FF2B5EF4-FFF2-40B4-BE49-F238E27FC236}">
                <a16:creationId xmlns:a16="http://schemas.microsoft.com/office/drawing/2014/main" id="{525C483F-7AE0-4C80-9AC0-9F74F4D4C513}"/>
              </a:ext>
            </a:extLst>
          </p:cNvPr>
          <p:cNvSpPr>
            <a:spLocks noChangeArrowheads="1"/>
          </p:cNvSpPr>
          <p:nvPr/>
        </p:nvSpPr>
        <p:spPr bwMode="auto">
          <a:xfrm>
            <a:off x="609600" y="2819400"/>
            <a:ext cx="4953000" cy="2590800"/>
          </a:xfrm>
          <a:prstGeom prst="rect">
            <a:avLst/>
          </a:prstGeom>
          <a:solidFill>
            <a:srgbClr val="FF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80930" name="Rectangle 34">
            <a:extLst>
              <a:ext uri="{FF2B5EF4-FFF2-40B4-BE49-F238E27FC236}">
                <a16:creationId xmlns:a16="http://schemas.microsoft.com/office/drawing/2014/main" id="{99D689C9-37B0-485B-8C05-542F1D41A774}"/>
              </a:ext>
            </a:extLst>
          </p:cNvPr>
          <p:cNvSpPr>
            <a:spLocks noChangeArrowheads="1"/>
          </p:cNvSpPr>
          <p:nvPr/>
        </p:nvSpPr>
        <p:spPr bwMode="auto">
          <a:xfrm>
            <a:off x="1143000" y="3200400"/>
            <a:ext cx="1676400" cy="1371600"/>
          </a:xfrm>
          <a:prstGeom prst="rect">
            <a:avLst/>
          </a:prstGeom>
          <a:solidFill>
            <a:srgbClr val="FFFFCC"/>
          </a:solidFill>
          <a:ln w="12700">
            <a:solidFill>
              <a:srgbClr val="FFFFCC"/>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931" name="Line 35">
            <a:extLst>
              <a:ext uri="{FF2B5EF4-FFF2-40B4-BE49-F238E27FC236}">
                <a16:creationId xmlns:a16="http://schemas.microsoft.com/office/drawing/2014/main" id="{BE5FD191-C641-48FB-9D59-EC26AA83ADCD}"/>
              </a:ext>
            </a:extLst>
          </p:cNvPr>
          <p:cNvSpPr>
            <a:spLocks noChangeShapeType="1"/>
          </p:cNvSpPr>
          <p:nvPr/>
        </p:nvSpPr>
        <p:spPr bwMode="auto">
          <a:xfrm flipH="1">
            <a:off x="1905000" y="3733800"/>
            <a:ext cx="762000"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32" name="Line 36">
            <a:extLst>
              <a:ext uri="{FF2B5EF4-FFF2-40B4-BE49-F238E27FC236}">
                <a16:creationId xmlns:a16="http://schemas.microsoft.com/office/drawing/2014/main" id="{C4525744-EED9-4218-BF0B-EF5FB9F6BFF0}"/>
              </a:ext>
            </a:extLst>
          </p:cNvPr>
          <p:cNvSpPr>
            <a:spLocks noChangeShapeType="1"/>
          </p:cNvSpPr>
          <p:nvPr/>
        </p:nvSpPr>
        <p:spPr bwMode="auto">
          <a:xfrm flipH="1">
            <a:off x="1905000" y="4114800"/>
            <a:ext cx="762000"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33" name="Line 37">
            <a:extLst>
              <a:ext uri="{FF2B5EF4-FFF2-40B4-BE49-F238E27FC236}">
                <a16:creationId xmlns:a16="http://schemas.microsoft.com/office/drawing/2014/main" id="{C555AC3A-C949-4D5B-A89E-DEA034D49BFF}"/>
              </a:ext>
            </a:extLst>
          </p:cNvPr>
          <p:cNvSpPr>
            <a:spLocks noChangeShapeType="1"/>
          </p:cNvSpPr>
          <p:nvPr/>
        </p:nvSpPr>
        <p:spPr bwMode="auto">
          <a:xfrm>
            <a:off x="3962400" y="3886200"/>
            <a:ext cx="685800" cy="0"/>
          </a:xfrm>
          <a:prstGeom prst="line">
            <a:avLst/>
          </a:prstGeom>
          <a:noFill/>
          <a:ln w="508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34" name="Text Box 38">
            <a:extLst>
              <a:ext uri="{FF2B5EF4-FFF2-40B4-BE49-F238E27FC236}">
                <a16:creationId xmlns:a16="http://schemas.microsoft.com/office/drawing/2014/main" id="{2F8FAEA0-4FBD-438A-8587-AED407E61B48}"/>
              </a:ext>
            </a:extLst>
          </p:cNvPr>
          <p:cNvSpPr txBox="1">
            <a:spLocks noChangeArrowheads="1"/>
          </p:cNvSpPr>
          <p:nvPr/>
        </p:nvSpPr>
        <p:spPr bwMode="auto">
          <a:xfrm>
            <a:off x="1371600" y="3429000"/>
            <a:ext cx="422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C</a:t>
            </a:r>
          </a:p>
        </p:txBody>
      </p:sp>
      <p:sp>
        <p:nvSpPr>
          <p:cNvPr id="80935" name="Text Box 39">
            <a:extLst>
              <a:ext uri="{FF2B5EF4-FFF2-40B4-BE49-F238E27FC236}">
                <a16:creationId xmlns:a16="http://schemas.microsoft.com/office/drawing/2014/main" id="{3B3561AF-045F-40D8-BD53-8D0CE3C7A99D}"/>
              </a:ext>
            </a:extLst>
          </p:cNvPr>
          <p:cNvSpPr txBox="1">
            <a:spLocks noChangeArrowheads="1"/>
          </p:cNvSpPr>
          <p:nvPr/>
        </p:nvSpPr>
        <p:spPr bwMode="auto">
          <a:xfrm>
            <a:off x="1371600" y="3810000"/>
            <a:ext cx="409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S</a:t>
            </a:r>
          </a:p>
        </p:txBody>
      </p:sp>
      <p:sp>
        <p:nvSpPr>
          <p:cNvPr id="80936" name="Text Box 40">
            <a:extLst>
              <a:ext uri="{FF2B5EF4-FFF2-40B4-BE49-F238E27FC236}">
                <a16:creationId xmlns:a16="http://schemas.microsoft.com/office/drawing/2014/main" id="{F5305933-8CE3-48D9-9CB9-D12B0DB64356}"/>
              </a:ext>
            </a:extLst>
          </p:cNvPr>
          <p:cNvSpPr txBox="1">
            <a:spLocks noChangeArrowheads="1"/>
          </p:cNvSpPr>
          <p:nvPr/>
        </p:nvSpPr>
        <p:spPr bwMode="auto">
          <a:xfrm>
            <a:off x="4648200" y="3581400"/>
            <a:ext cx="355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I</a:t>
            </a:r>
          </a:p>
        </p:txBody>
      </p:sp>
      <p:sp>
        <p:nvSpPr>
          <p:cNvPr id="80937" name="Text Box 41">
            <a:extLst>
              <a:ext uri="{FF2B5EF4-FFF2-40B4-BE49-F238E27FC236}">
                <a16:creationId xmlns:a16="http://schemas.microsoft.com/office/drawing/2014/main" id="{FA90478E-D977-48AE-B71D-7DD7CEA10D08}"/>
              </a:ext>
            </a:extLst>
          </p:cNvPr>
          <p:cNvSpPr txBox="1">
            <a:spLocks noChangeArrowheads="1"/>
          </p:cNvSpPr>
          <p:nvPr/>
        </p:nvSpPr>
        <p:spPr bwMode="auto">
          <a:xfrm>
            <a:off x="1143000" y="2057400"/>
            <a:ext cx="3751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Engineering Symbol</a:t>
            </a:r>
          </a:p>
        </p:txBody>
      </p:sp>
      <p:sp>
        <p:nvSpPr>
          <p:cNvPr id="80938" name="AutoShape 42">
            <a:extLst>
              <a:ext uri="{FF2B5EF4-FFF2-40B4-BE49-F238E27FC236}">
                <a16:creationId xmlns:a16="http://schemas.microsoft.com/office/drawing/2014/main" id="{F98B8C36-69B2-4445-81F1-0420DD401062}"/>
              </a:ext>
            </a:extLst>
          </p:cNvPr>
          <p:cNvSpPr>
            <a:spLocks noChangeArrowheads="1"/>
          </p:cNvSpPr>
          <p:nvPr/>
        </p:nvSpPr>
        <p:spPr bwMode="auto">
          <a:xfrm flipH="1">
            <a:off x="2514600" y="3429000"/>
            <a:ext cx="1295400" cy="914400"/>
          </a:xfrm>
          <a:prstGeom prst="flowChartOnlineStorage">
            <a:avLst/>
          </a:prstGeom>
          <a:solidFill>
            <a:schemeClr val="accent1"/>
          </a:solidFill>
          <a:ln w="12700">
            <a:solidFill>
              <a:schemeClr val="accent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939" name="Oval 43">
            <a:extLst>
              <a:ext uri="{FF2B5EF4-FFF2-40B4-BE49-F238E27FC236}">
                <a16:creationId xmlns:a16="http://schemas.microsoft.com/office/drawing/2014/main" id="{0836D4CF-91C0-4AB5-B7C6-BB943AD8B834}"/>
              </a:ext>
            </a:extLst>
          </p:cNvPr>
          <p:cNvSpPr>
            <a:spLocks noChangeArrowheads="1"/>
          </p:cNvSpPr>
          <p:nvPr/>
        </p:nvSpPr>
        <p:spPr bwMode="auto">
          <a:xfrm>
            <a:off x="2819400" y="3429000"/>
            <a:ext cx="1371600" cy="914400"/>
          </a:xfrm>
          <a:prstGeom prst="ellipse">
            <a:avLst/>
          </a:prstGeom>
          <a:solidFill>
            <a:schemeClr val="accent1"/>
          </a:solidFill>
          <a:ln w="12700">
            <a:solidFill>
              <a:schemeClr val="accent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940" name="AutoShape 44">
            <a:extLst>
              <a:ext uri="{FF2B5EF4-FFF2-40B4-BE49-F238E27FC236}">
                <a16:creationId xmlns:a16="http://schemas.microsoft.com/office/drawing/2014/main" id="{BEEBDAF6-A626-4A83-9A65-DD1888F79449}"/>
              </a:ext>
            </a:extLst>
          </p:cNvPr>
          <p:cNvSpPr>
            <a:spLocks/>
          </p:cNvSpPr>
          <p:nvPr/>
        </p:nvSpPr>
        <p:spPr bwMode="auto">
          <a:xfrm>
            <a:off x="2209800" y="3429000"/>
            <a:ext cx="152400" cy="914400"/>
          </a:xfrm>
          <a:prstGeom prst="rightBracket">
            <a:avLst>
              <a:gd name="adj" fmla="val 50000"/>
            </a:avLst>
          </a:prstGeom>
          <a:noFill/>
          <a:ln w="508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4D2083C-9D74-4CC7-81DD-5672075DAC0C}"/>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22882" name="WordArt 2">
            <a:extLst>
              <a:ext uri="{FF2B5EF4-FFF2-40B4-BE49-F238E27FC236}">
                <a16:creationId xmlns:a16="http://schemas.microsoft.com/office/drawing/2014/main" id="{F0EEBFEB-8F12-4942-99E4-D2AC4C27E645}"/>
              </a:ext>
            </a:extLst>
          </p:cNvPr>
          <p:cNvSpPr>
            <a:spLocks noChangeArrowheads="1" noChangeShapeType="1" noTextEdit="1"/>
          </p:cNvSpPr>
          <p:nvPr/>
        </p:nvSpPr>
        <p:spPr bwMode="auto">
          <a:xfrm>
            <a:off x="838200" y="838200"/>
            <a:ext cx="7467600" cy="42672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Open</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logical.java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82FEFA4-65D8-41D4-8118-8DDB58583480}"/>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62466" name="WordArt 2">
            <a:extLst>
              <a:ext uri="{FF2B5EF4-FFF2-40B4-BE49-F238E27FC236}">
                <a16:creationId xmlns:a16="http://schemas.microsoft.com/office/drawing/2014/main" id="{8F02C14C-E4FC-4FBE-922B-335F1F750C12}"/>
              </a:ext>
            </a:extLst>
          </p:cNvPr>
          <p:cNvSpPr>
            <a:spLocks noChangeArrowheads="1" noChangeShapeType="1" noTextEdit="1"/>
          </p:cNvSpPr>
          <p:nvPr/>
        </p:nvSpPr>
        <p:spPr bwMode="auto">
          <a:xfrm>
            <a:off x="838200" y="838200"/>
            <a:ext cx="7467600" cy="42672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Open</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dowhile.java</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password.java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7528DA8-4296-4DED-AA0C-734245C203CB}"/>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82947" name="WordArt 3">
            <a:extLst>
              <a:ext uri="{FF2B5EF4-FFF2-40B4-BE49-F238E27FC236}">
                <a16:creationId xmlns:a16="http://schemas.microsoft.com/office/drawing/2014/main" id="{553D459D-40D2-4057-814B-F734D0FDA9AE}"/>
              </a:ext>
            </a:extLst>
          </p:cNvPr>
          <p:cNvSpPr>
            <a:spLocks noChangeArrowheads="1" noChangeShapeType="1" noTextEdit="1"/>
          </p:cNvSpPr>
          <p:nvPr/>
        </p:nvSpPr>
        <p:spPr bwMode="auto">
          <a:xfrm>
            <a:off x="838200" y="685800"/>
            <a:ext cx="6934200" cy="4876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Common</a:t>
            </a:r>
          </a:p>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Boolean</a:t>
            </a:r>
          </a:p>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Laws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3">
            <a:extLst>
              <a:ext uri="{FF2B5EF4-FFF2-40B4-BE49-F238E27FC236}">
                <a16:creationId xmlns:a16="http://schemas.microsoft.com/office/drawing/2014/main" id="{6370A06B-E507-4680-AD37-57A20DF861E6}"/>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22530" name="Rectangle 2">
            <a:extLst>
              <a:ext uri="{FF2B5EF4-FFF2-40B4-BE49-F238E27FC236}">
                <a16:creationId xmlns:a16="http://schemas.microsoft.com/office/drawing/2014/main" id="{54FF334B-DF02-4427-8F96-BAE6B6B04BF3}"/>
              </a:ext>
            </a:extLst>
          </p:cNvPr>
          <p:cNvSpPr>
            <a:spLocks noChangeArrowheads="1"/>
          </p:cNvSpPr>
          <p:nvPr/>
        </p:nvSpPr>
        <p:spPr bwMode="auto">
          <a:xfrm>
            <a:off x="974725" y="71913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endParaRPr lang="en-US" altLang="en-US" sz="2400" b="0">
              <a:latin typeface="Times New Roman" panose="02020603050405020304" pitchFamily="18" charset="0"/>
            </a:endParaRPr>
          </a:p>
        </p:txBody>
      </p:sp>
      <p:sp>
        <p:nvSpPr>
          <p:cNvPr id="22531" name="Rectangle 3">
            <a:extLst>
              <a:ext uri="{FF2B5EF4-FFF2-40B4-BE49-F238E27FC236}">
                <a16:creationId xmlns:a16="http://schemas.microsoft.com/office/drawing/2014/main" id="{CE399C7C-39D9-4C97-9687-301500A233E6}"/>
              </a:ext>
            </a:extLst>
          </p:cNvPr>
          <p:cNvSpPr>
            <a:spLocks noChangeArrowheads="1"/>
          </p:cNvSpPr>
          <p:nvPr/>
        </p:nvSpPr>
        <p:spPr bwMode="auto">
          <a:xfrm>
            <a:off x="914400" y="1905000"/>
            <a:ext cx="708818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eaLnBrk="0" hangingPunct="0"/>
            <a:r>
              <a:rPr lang="en-US" altLang="en-US"/>
              <a:t>C </a:t>
            </a:r>
            <a:r>
              <a:rPr lang="ar-SA" altLang="en-US"/>
              <a:t>۸</a:t>
            </a:r>
            <a:r>
              <a:rPr lang="en-US" altLang="en-US"/>
              <a:t> (C </a:t>
            </a:r>
            <a:r>
              <a:rPr lang="ar-SA" altLang="en-US"/>
              <a:t>۷</a:t>
            </a:r>
            <a:r>
              <a:rPr lang="en-US" altLang="en-US"/>
              <a:t> S) = C		Law of Absorption</a:t>
            </a:r>
          </a:p>
          <a:p>
            <a:pPr algn="l" eaLnBrk="0" hangingPunct="0"/>
            <a:r>
              <a:rPr lang="en-US" altLang="en-US"/>
              <a:t>C </a:t>
            </a:r>
            <a:r>
              <a:rPr lang="ar-SA" altLang="en-US"/>
              <a:t>۷</a:t>
            </a:r>
            <a:r>
              <a:rPr lang="en-US" altLang="en-US"/>
              <a:t> (C </a:t>
            </a:r>
            <a:r>
              <a:rPr lang="ar-SA" altLang="en-US"/>
              <a:t>۸</a:t>
            </a:r>
            <a:r>
              <a:rPr lang="en-US" altLang="en-US"/>
              <a:t> S) = C		Law of Absorption</a:t>
            </a:r>
          </a:p>
        </p:txBody>
      </p:sp>
      <p:sp>
        <p:nvSpPr>
          <p:cNvPr id="22544" name="WordArt 16">
            <a:extLst>
              <a:ext uri="{FF2B5EF4-FFF2-40B4-BE49-F238E27FC236}">
                <a16:creationId xmlns:a16="http://schemas.microsoft.com/office/drawing/2014/main" id="{92AD62DD-92E4-4543-AB8F-4CD8B1E75E7A}"/>
              </a:ext>
            </a:extLst>
          </p:cNvPr>
          <p:cNvSpPr>
            <a:spLocks noChangeArrowheads="1" noChangeShapeType="1" noTextEdit="1"/>
          </p:cNvSpPr>
          <p:nvPr/>
        </p:nvSpPr>
        <p:spPr bwMode="auto">
          <a:xfrm>
            <a:off x="1066800" y="457200"/>
            <a:ext cx="6934200" cy="1066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Absorption Law</a:t>
            </a:r>
          </a:p>
        </p:txBody>
      </p:sp>
      <p:sp>
        <p:nvSpPr>
          <p:cNvPr id="22547" name="Rectangle 19">
            <a:extLst>
              <a:ext uri="{FF2B5EF4-FFF2-40B4-BE49-F238E27FC236}">
                <a16:creationId xmlns:a16="http://schemas.microsoft.com/office/drawing/2014/main" id="{3F88CF61-8980-4AF2-B912-6FEAE2F5F3BA}"/>
              </a:ext>
            </a:extLst>
          </p:cNvPr>
          <p:cNvSpPr>
            <a:spLocks noChangeArrowheads="1"/>
          </p:cNvSpPr>
          <p:nvPr/>
        </p:nvSpPr>
        <p:spPr bwMode="auto">
          <a:xfrm>
            <a:off x="685800" y="4800600"/>
            <a:ext cx="7748588" cy="5318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chemeClr val="accent2"/>
                </a:solidFill>
              </a:rPr>
              <a:t>This is used now and again by AP and UIL!</a:t>
            </a:r>
          </a:p>
        </p:txBody>
      </p:sp>
      <p:sp>
        <p:nvSpPr>
          <p:cNvPr id="22548" name="Text Box 20">
            <a:extLst>
              <a:ext uri="{FF2B5EF4-FFF2-40B4-BE49-F238E27FC236}">
                <a16:creationId xmlns:a16="http://schemas.microsoft.com/office/drawing/2014/main" id="{766BC8C7-B5A6-4563-A36E-692E6FA54313}"/>
              </a:ext>
            </a:extLst>
          </p:cNvPr>
          <p:cNvSpPr txBox="1">
            <a:spLocks noChangeArrowheads="1"/>
          </p:cNvSpPr>
          <p:nvPr/>
        </p:nvSpPr>
        <p:spPr bwMode="auto">
          <a:xfrm>
            <a:off x="1447800" y="3276600"/>
            <a:ext cx="5661025" cy="958850"/>
          </a:xfrm>
          <a:prstGeom prst="rect">
            <a:avLst/>
          </a:prstGeom>
          <a:noFill/>
          <a:ln w="12700">
            <a:solidFill>
              <a:srgbClr val="FF66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en-US">
                <a:solidFill>
                  <a:srgbClr val="FF6600"/>
                </a:solidFill>
              </a:rPr>
              <a:t>c&amp;&amp;(c||s) 		Java Code</a:t>
            </a:r>
          </a:p>
          <a:p>
            <a:pPr algn="l" eaLnBrk="0" hangingPunct="0"/>
            <a:r>
              <a:rPr lang="en-US" altLang="en-US">
                <a:solidFill>
                  <a:srgbClr val="FF6600"/>
                </a:solidFill>
              </a:rPr>
              <a:t>c||(c&amp;&amp;s) 		Java Code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ooter Placeholder 3">
            <a:extLst>
              <a:ext uri="{FF2B5EF4-FFF2-40B4-BE49-F238E27FC236}">
                <a16:creationId xmlns:a16="http://schemas.microsoft.com/office/drawing/2014/main" id="{1D60A0CF-10AE-42EF-A375-50C411F74204}"/>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88068" name="WordArt 4">
            <a:extLst>
              <a:ext uri="{FF2B5EF4-FFF2-40B4-BE49-F238E27FC236}">
                <a16:creationId xmlns:a16="http://schemas.microsoft.com/office/drawing/2014/main" id="{1BD536AF-CA51-456B-85C0-BA7C3F9C032F}"/>
              </a:ext>
            </a:extLst>
          </p:cNvPr>
          <p:cNvSpPr>
            <a:spLocks noChangeArrowheads="1" noChangeShapeType="1" noTextEdit="1"/>
          </p:cNvSpPr>
          <p:nvPr/>
        </p:nvSpPr>
        <p:spPr bwMode="auto">
          <a:xfrm>
            <a:off x="914400" y="381000"/>
            <a:ext cx="6858000" cy="990600"/>
          </a:xfrm>
          <a:prstGeom prst="rect">
            <a:avLst/>
          </a:prstGeom>
        </p:spPr>
        <p:txBody>
          <a:bodyPr wrap="none" fromWordArt="1">
            <a:prstTxWarp prst="textCurveUp">
              <a:avLst>
                <a:gd name="adj" fmla="val 40356"/>
              </a:avLst>
            </a:prstTxWarp>
          </a:bodyPr>
          <a:lstStyle/>
          <a:p>
            <a:r>
              <a:rPr lang="en-US" sz="3600" kern="1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panose="020B0A04020102020204" pitchFamily="34" charset="0"/>
              </a:rPr>
              <a:t>Boolean Example 1</a:t>
            </a:r>
          </a:p>
        </p:txBody>
      </p:sp>
      <p:sp>
        <p:nvSpPr>
          <p:cNvPr id="88098" name="Text Box 34">
            <a:extLst>
              <a:ext uri="{FF2B5EF4-FFF2-40B4-BE49-F238E27FC236}">
                <a16:creationId xmlns:a16="http://schemas.microsoft.com/office/drawing/2014/main" id="{465D7FE8-BB5E-41D4-8F44-4FC66F8B2B65}"/>
              </a:ext>
            </a:extLst>
          </p:cNvPr>
          <p:cNvSpPr txBox="1">
            <a:spLocks noChangeArrowheads="1"/>
          </p:cNvSpPr>
          <p:nvPr/>
        </p:nvSpPr>
        <p:spPr bwMode="auto">
          <a:xfrm>
            <a:off x="685800" y="1905000"/>
            <a:ext cx="76962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a:t>boolean c = true;</a:t>
            </a:r>
          </a:p>
          <a:p>
            <a:pPr algn="l"/>
            <a:r>
              <a:rPr lang="en-US" altLang="en-US"/>
              <a:t>boolean s = false;</a:t>
            </a:r>
          </a:p>
          <a:p>
            <a:pPr algn="l"/>
            <a:r>
              <a:rPr lang="en-US" altLang="en-US"/>
              <a:t>boolean i = c || (c&amp;&amp;s);</a:t>
            </a:r>
          </a:p>
          <a:p>
            <a:pPr algn="l"/>
            <a:r>
              <a:rPr lang="en-US" altLang="en-US"/>
              <a:t>System.out.println(i);</a:t>
            </a:r>
          </a:p>
          <a:p>
            <a:pPr algn="l"/>
            <a:endParaRPr lang="en-US" altLang="en-US"/>
          </a:p>
        </p:txBody>
      </p:sp>
      <p:sp>
        <p:nvSpPr>
          <p:cNvPr id="88099" name="Text Box 35">
            <a:extLst>
              <a:ext uri="{FF2B5EF4-FFF2-40B4-BE49-F238E27FC236}">
                <a16:creationId xmlns:a16="http://schemas.microsoft.com/office/drawing/2014/main" id="{E387BB46-22D2-4738-A938-95B439D7E2DA}"/>
              </a:ext>
            </a:extLst>
          </p:cNvPr>
          <p:cNvSpPr txBox="1">
            <a:spLocks noChangeArrowheads="1"/>
          </p:cNvSpPr>
          <p:nvPr/>
        </p:nvSpPr>
        <p:spPr bwMode="auto">
          <a:xfrm>
            <a:off x="762000" y="43434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3200" u="sng">
                <a:solidFill>
                  <a:srgbClr val="FF0000"/>
                </a:solidFill>
              </a:rPr>
              <a:t>OUTPUT</a:t>
            </a:r>
          </a:p>
          <a:p>
            <a:pPr algn="l" eaLnBrk="0" hangingPunct="0">
              <a:spcBef>
                <a:spcPct val="50000"/>
              </a:spcBef>
            </a:pPr>
            <a:r>
              <a:rPr lang="en-US" altLang="en-US" sz="3200"/>
              <a:t>true</a:t>
            </a:r>
          </a:p>
        </p:txBody>
      </p:sp>
      <p:graphicFrame>
        <p:nvGraphicFramePr>
          <p:cNvPr id="88171" name="Group 107">
            <a:extLst>
              <a:ext uri="{FF2B5EF4-FFF2-40B4-BE49-F238E27FC236}">
                <a16:creationId xmlns:a16="http://schemas.microsoft.com/office/drawing/2014/main" id="{87E35584-9F1D-4C9B-9168-88A4F27DC564}"/>
              </a:ext>
            </a:extLst>
          </p:cNvPr>
          <p:cNvGraphicFramePr>
            <a:graphicFrameLocks noGrp="1"/>
          </p:cNvGraphicFramePr>
          <p:nvPr/>
        </p:nvGraphicFramePr>
        <p:xfrm>
          <a:off x="5867400" y="2057400"/>
          <a:ext cx="2514600" cy="2587625"/>
        </p:xfrm>
        <a:graphic>
          <a:graphicData uri="http://schemas.openxmlformats.org/drawingml/2006/table">
            <a:tbl>
              <a:tblPr/>
              <a:tblGrid>
                <a:gridCol w="838200">
                  <a:extLst>
                    <a:ext uri="{9D8B030D-6E8A-4147-A177-3AD203B41FA5}">
                      <a16:colId xmlns:a16="http://schemas.microsoft.com/office/drawing/2014/main" val="136851432"/>
                    </a:ext>
                  </a:extLst>
                </a:gridCol>
                <a:gridCol w="838200">
                  <a:extLst>
                    <a:ext uri="{9D8B030D-6E8A-4147-A177-3AD203B41FA5}">
                      <a16:colId xmlns:a16="http://schemas.microsoft.com/office/drawing/2014/main" val="2546256006"/>
                    </a:ext>
                  </a:extLst>
                </a:gridCol>
                <a:gridCol w="838200">
                  <a:extLst>
                    <a:ext uri="{9D8B030D-6E8A-4147-A177-3AD203B41FA5}">
                      <a16:colId xmlns:a16="http://schemas.microsoft.com/office/drawing/2014/main" val="3022678864"/>
                    </a:ext>
                  </a:extLst>
                </a:gridCol>
              </a:tblGrid>
              <a:tr h="17621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c</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i</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extLst>
                  <a:ext uri="{0D108BD9-81ED-4DB2-BD59-A6C34878D82A}">
                    <a16:rowId xmlns:a16="http://schemas.microsoft.com/office/drawing/2014/main" val="2384738919"/>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2733688614"/>
                  </a:ext>
                </a:extLst>
              </a:tr>
              <a:tr h="51435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835220810"/>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4122985579"/>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6892154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ooter Placeholder 3">
            <a:extLst>
              <a:ext uri="{FF2B5EF4-FFF2-40B4-BE49-F238E27FC236}">
                <a16:creationId xmlns:a16="http://schemas.microsoft.com/office/drawing/2014/main" id="{A9C32CB4-A653-4858-AE23-784D33E7F174}"/>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94210" name="WordArt 2">
            <a:extLst>
              <a:ext uri="{FF2B5EF4-FFF2-40B4-BE49-F238E27FC236}">
                <a16:creationId xmlns:a16="http://schemas.microsoft.com/office/drawing/2014/main" id="{AA26A9AF-8376-43E0-BD3B-C3FB2ACB822F}"/>
              </a:ext>
            </a:extLst>
          </p:cNvPr>
          <p:cNvSpPr>
            <a:spLocks noChangeArrowheads="1" noChangeShapeType="1" noTextEdit="1"/>
          </p:cNvSpPr>
          <p:nvPr/>
        </p:nvSpPr>
        <p:spPr bwMode="auto">
          <a:xfrm>
            <a:off x="990600" y="381000"/>
            <a:ext cx="6858000" cy="990600"/>
          </a:xfrm>
          <a:prstGeom prst="rect">
            <a:avLst/>
          </a:prstGeom>
        </p:spPr>
        <p:txBody>
          <a:bodyPr wrap="none" fromWordArt="1">
            <a:prstTxWarp prst="textCurveUp">
              <a:avLst>
                <a:gd name="adj" fmla="val 40356"/>
              </a:avLst>
            </a:prstTxWarp>
          </a:bodyPr>
          <a:lstStyle/>
          <a:p>
            <a:r>
              <a:rPr lang="en-US" sz="3600" kern="1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panose="020B0A04020102020204" pitchFamily="34" charset="0"/>
              </a:rPr>
              <a:t>Boolean Example 2</a:t>
            </a:r>
          </a:p>
        </p:txBody>
      </p:sp>
      <p:sp>
        <p:nvSpPr>
          <p:cNvPr id="94211" name="Text Box 3">
            <a:extLst>
              <a:ext uri="{FF2B5EF4-FFF2-40B4-BE49-F238E27FC236}">
                <a16:creationId xmlns:a16="http://schemas.microsoft.com/office/drawing/2014/main" id="{85A8D4BF-BAB0-485D-8766-62ED5F41EA9A}"/>
              </a:ext>
            </a:extLst>
          </p:cNvPr>
          <p:cNvSpPr txBox="1">
            <a:spLocks noChangeArrowheads="1"/>
          </p:cNvSpPr>
          <p:nvPr/>
        </p:nvSpPr>
        <p:spPr bwMode="auto">
          <a:xfrm>
            <a:off x="685800" y="1905000"/>
            <a:ext cx="76962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a:t>boolean c = false;</a:t>
            </a:r>
          </a:p>
          <a:p>
            <a:pPr algn="l"/>
            <a:r>
              <a:rPr lang="en-US" altLang="en-US"/>
              <a:t>boolean s = true;</a:t>
            </a:r>
          </a:p>
          <a:p>
            <a:pPr algn="l"/>
            <a:r>
              <a:rPr lang="en-US" altLang="en-US"/>
              <a:t>boolean i = c &amp;&amp; (c||s);</a:t>
            </a:r>
          </a:p>
          <a:p>
            <a:pPr algn="l"/>
            <a:r>
              <a:rPr lang="en-US" altLang="en-US"/>
              <a:t>System.out.println(i);</a:t>
            </a:r>
          </a:p>
          <a:p>
            <a:pPr algn="l"/>
            <a:endParaRPr lang="en-US" altLang="en-US"/>
          </a:p>
        </p:txBody>
      </p:sp>
      <p:sp>
        <p:nvSpPr>
          <p:cNvPr id="94212" name="Text Box 4">
            <a:extLst>
              <a:ext uri="{FF2B5EF4-FFF2-40B4-BE49-F238E27FC236}">
                <a16:creationId xmlns:a16="http://schemas.microsoft.com/office/drawing/2014/main" id="{151B58DF-513A-4CC4-802B-88172887246A}"/>
              </a:ext>
            </a:extLst>
          </p:cNvPr>
          <p:cNvSpPr txBox="1">
            <a:spLocks noChangeArrowheads="1"/>
          </p:cNvSpPr>
          <p:nvPr/>
        </p:nvSpPr>
        <p:spPr bwMode="auto">
          <a:xfrm>
            <a:off x="838200" y="41910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3200" u="sng">
                <a:solidFill>
                  <a:srgbClr val="FF0000"/>
                </a:solidFill>
              </a:rPr>
              <a:t>OUTPUT</a:t>
            </a:r>
          </a:p>
          <a:p>
            <a:pPr algn="l" eaLnBrk="0" hangingPunct="0">
              <a:spcBef>
                <a:spcPct val="50000"/>
              </a:spcBef>
            </a:pPr>
            <a:r>
              <a:rPr lang="en-US" altLang="en-US" sz="3200"/>
              <a:t>false</a:t>
            </a:r>
          </a:p>
        </p:txBody>
      </p:sp>
      <p:graphicFrame>
        <p:nvGraphicFramePr>
          <p:cNvPr id="94284" name="Group 76">
            <a:extLst>
              <a:ext uri="{FF2B5EF4-FFF2-40B4-BE49-F238E27FC236}">
                <a16:creationId xmlns:a16="http://schemas.microsoft.com/office/drawing/2014/main" id="{49BFFF97-23F3-45F0-A645-FA1F79EBDB49}"/>
              </a:ext>
            </a:extLst>
          </p:cNvPr>
          <p:cNvGraphicFramePr>
            <a:graphicFrameLocks noGrp="1"/>
          </p:cNvGraphicFramePr>
          <p:nvPr/>
        </p:nvGraphicFramePr>
        <p:xfrm>
          <a:off x="5867400" y="2057400"/>
          <a:ext cx="2514600" cy="2587625"/>
        </p:xfrm>
        <a:graphic>
          <a:graphicData uri="http://schemas.openxmlformats.org/drawingml/2006/table">
            <a:tbl>
              <a:tblPr/>
              <a:tblGrid>
                <a:gridCol w="838200">
                  <a:extLst>
                    <a:ext uri="{9D8B030D-6E8A-4147-A177-3AD203B41FA5}">
                      <a16:colId xmlns:a16="http://schemas.microsoft.com/office/drawing/2014/main" val="3544582715"/>
                    </a:ext>
                  </a:extLst>
                </a:gridCol>
                <a:gridCol w="838200">
                  <a:extLst>
                    <a:ext uri="{9D8B030D-6E8A-4147-A177-3AD203B41FA5}">
                      <a16:colId xmlns:a16="http://schemas.microsoft.com/office/drawing/2014/main" val="4099554017"/>
                    </a:ext>
                  </a:extLst>
                </a:gridCol>
                <a:gridCol w="838200">
                  <a:extLst>
                    <a:ext uri="{9D8B030D-6E8A-4147-A177-3AD203B41FA5}">
                      <a16:colId xmlns:a16="http://schemas.microsoft.com/office/drawing/2014/main" val="1079462911"/>
                    </a:ext>
                  </a:extLst>
                </a:gridCol>
              </a:tblGrid>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c</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i</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extLst>
                  <a:ext uri="{0D108BD9-81ED-4DB2-BD59-A6C34878D82A}">
                    <a16:rowId xmlns:a16="http://schemas.microsoft.com/office/drawing/2014/main" val="3834894645"/>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939348060"/>
                  </a:ext>
                </a:extLst>
              </a:tr>
              <a:tr h="51435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801134217"/>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707097155"/>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62586854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D3E5DD6-8E36-4CE5-A78B-B8E01E90F03F}"/>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93186" name="WordArt 2">
            <a:extLst>
              <a:ext uri="{FF2B5EF4-FFF2-40B4-BE49-F238E27FC236}">
                <a16:creationId xmlns:a16="http://schemas.microsoft.com/office/drawing/2014/main" id="{0E86CA5E-188B-425D-8A12-154CD3141B93}"/>
              </a:ext>
            </a:extLst>
          </p:cNvPr>
          <p:cNvSpPr>
            <a:spLocks noChangeArrowheads="1" noChangeShapeType="1" noTextEdit="1"/>
          </p:cNvSpPr>
          <p:nvPr/>
        </p:nvSpPr>
        <p:spPr bwMode="auto">
          <a:xfrm>
            <a:off x="0" y="1295400"/>
            <a:ext cx="8229600" cy="36576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open</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   absorptionlaw.java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3">
            <a:extLst>
              <a:ext uri="{FF2B5EF4-FFF2-40B4-BE49-F238E27FC236}">
                <a16:creationId xmlns:a16="http://schemas.microsoft.com/office/drawing/2014/main" id="{017E70E3-575C-409F-885D-2986CD36AE53}"/>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90114" name="Rectangle 2">
            <a:extLst>
              <a:ext uri="{FF2B5EF4-FFF2-40B4-BE49-F238E27FC236}">
                <a16:creationId xmlns:a16="http://schemas.microsoft.com/office/drawing/2014/main" id="{3D9FBDC6-1EF0-4E3B-B367-6070E36CB0B4}"/>
              </a:ext>
            </a:extLst>
          </p:cNvPr>
          <p:cNvSpPr>
            <a:spLocks noChangeArrowheads="1"/>
          </p:cNvSpPr>
          <p:nvPr/>
        </p:nvSpPr>
        <p:spPr bwMode="auto">
          <a:xfrm>
            <a:off x="974725" y="71913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endParaRPr lang="en-US" altLang="en-US" sz="2400" b="0">
              <a:latin typeface="Times New Roman" panose="02020603050405020304" pitchFamily="18" charset="0"/>
            </a:endParaRPr>
          </a:p>
        </p:txBody>
      </p:sp>
      <p:sp>
        <p:nvSpPr>
          <p:cNvPr id="90115" name="Rectangle 3">
            <a:extLst>
              <a:ext uri="{FF2B5EF4-FFF2-40B4-BE49-F238E27FC236}">
                <a16:creationId xmlns:a16="http://schemas.microsoft.com/office/drawing/2014/main" id="{E9299484-B7F3-4913-9760-043DCF86366D}"/>
              </a:ext>
            </a:extLst>
          </p:cNvPr>
          <p:cNvSpPr>
            <a:spLocks noChangeArrowheads="1"/>
          </p:cNvSpPr>
          <p:nvPr/>
        </p:nvSpPr>
        <p:spPr bwMode="auto">
          <a:xfrm>
            <a:off x="457200" y="1981200"/>
            <a:ext cx="8280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eaLnBrk="0" hangingPunct="0"/>
            <a:r>
              <a:rPr lang="en-US" altLang="en-US"/>
              <a:t>C </a:t>
            </a:r>
            <a:r>
              <a:rPr lang="ar-SA" altLang="en-US"/>
              <a:t>۸</a:t>
            </a:r>
            <a:r>
              <a:rPr lang="en-US" altLang="en-US"/>
              <a:t> (S </a:t>
            </a:r>
            <a:r>
              <a:rPr lang="ar-SA" altLang="en-US"/>
              <a:t>۷</a:t>
            </a:r>
            <a:r>
              <a:rPr lang="en-US" altLang="en-US"/>
              <a:t> I) = ( C </a:t>
            </a:r>
            <a:r>
              <a:rPr lang="ar-SA" altLang="en-US"/>
              <a:t>۸</a:t>
            </a:r>
            <a:r>
              <a:rPr lang="en-US" altLang="en-US"/>
              <a:t> S ) </a:t>
            </a:r>
            <a:r>
              <a:rPr lang="ar-SA" altLang="en-US"/>
              <a:t>۷</a:t>
            </a:r>
            <a:r>
              <a:rPr lang="en-US" altLang="en-US"/>
              <a:t> ( C </a:t>
            </a:r>
            <a:r>
              <a:rPr lang="ar-SA" altLang="en-US"/>
              <a:t>۸</a:t>
            </a:r>
            <a:r>
              <a:rPr lang="en-US" altLang="en-US"/>
              <a:t> I )    Distributive</a:t>
            </a:r>
          </a:p>
          <a:p>
            <a:pPr algn="l" eaLnBrk="0" hangingPunct="0"/>
            <a:r>
              <a:rPr lang="en-US" altLang="en-US"/>
              <a:t>C </a:t>
            </a:r>
            <a:r>
              <a:rPr lang="ar-SA" altLang="en-US"/>
              <a:t>۷</a:t>
            </a:r>
            <a:r>
              <a:rPr lang="en-US" altLang="en-US"/>
              <a:t> (S </a:t>
            </a:r>
            <a:r>
              <a:rPr lang="ar-SA" altLang="en-US"/>
              <a:t>۸</a:t>
            </a:r>
            <a:r>
              <a:rPr lang="en-US" altLang="en-US"/>
              <a:t> I) = ( C </a:t>
            </a:r>
            <a:r>
              <a:rPr lang="ar-SA" altLang="en-US"/>
              <a:t>۷</a:t>
            </a:r>
            <a:r>
              <a:rPr lang="en-US" altLang="en-US"/>
              <a:t> S ) </a:t>
            </a:r>
            <a:r>
              <a:rPr lang="ar-SA" altLang="en-US"/>
              <a:t>۸</a:t>
            </a:r>
            <a:r>
              <a:rPr lang="en-US" altLang="en-US"/>
              <a:t> ( C </a:t>
            </a:r>
            <a:r>
              <a:rPr lang="ar-SA" altLang="en-US"/>
              <a:t>۷</a:t>
            </a:r>
            <a:r>
              <a:rPr lang="en-US" altLang="en-US"/>
              <a:t> I )    Distributive</a:t>
            </a:r>
          </a:p>
        </p:txBody>
      </p:sp>
      <p:sp>
        <p:nvSpPr>
          <p:cNvPr id="90116" name="WordArt 4">
            <a:extLst>
              <a:ext uri="{FF2B5EF4-FFF2-40B4-BE49-F238E27FC236}">
                <a16:creationId xmlns:a16="http://schemas.microsoft.com/office/drawing/2014/main" id="{48C09ED9-A0BC-4934-84AA-A5F068BABFA1}"/>
              </a:ext>
            </a:extLst>
          </p:cNvPr>
          <p:cNvSpPr>
            <a:spLocks noChangeArrowheads="1" noChangeShapeType="1" noTextEdit="1"/>
          </p:cNvSpPr>
          <p:nvPr/>
        </p:nvSpPr>
        <p:spPr bwMode="auto">
          <a:xfrm>
            <a:off x="1066800" y="457200"/>
            <a:ext cx="6934200" cy="1066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Distributive Law</a:t>
            </a:r>
          </a:p>
        </p:txBody>
      </p:sp>
      <p:sp>
        <p:nvSpPr>
          <p:cNvPr id="90117" name="Rectangle 5">
            <a:extLst>
              <a:ext uri="{FF2B5EF4-FFF2-40B4-BE49-F238E27FC236}">
                <a16:creationId xmlns:a16="http://schemas.microsoft.com/office/drawing/2014/main" id="{231AC51E-FF43-4466-9DBA-0D96662EDA40}"/>
              </a:ext>
            </a:extLst>
          </p:cNvPr>
          <p:cNvSpPr>
            <a:spLocks noChangeArrowheads="1"/>
          </p:cNvSpPr>
          <p:nvPr/>
        </p:nvSpPr>
        <p:spPr bwMode="auto">
          <a:xfrm>
            <a:off x="685800" y="4800600"/>
            <a:ext cx="7748588" cy="5318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chemeClr val="accent2"/>
                </a:solidFill>
              </a:rPr>
              <a:t>This is used now and again by AP and UIL!</a:t>
            </a:r>
          </a:p>
        </p:txBody>
      </p:sp>
      <p:sp>
        <p:nvSpPr>
          <p:cNvPr id="90119" name="Text Box 7">
            <a:extLst>
              <a:ext uri="{FF2B5EF4-FFF2-40B4-BE49-F238E27FC236}">
                <a16:creationId xmlns:a16="http://schemas.microsoft.com/office/drawing/2014/main" id="{D6A06DA7-A639-44DF-82CB-6A6F789C40B7}"/>
              </a:ext>
            </a:extLst>
          </p:cNvPr>
          <p:cNvSpPr txBox="1">
            <a:spLocks noChangeArrowheads="1"/>
          </p:cNvSpPr>
          <p:nvPr/>
        </p:nvSpPr>
        <p:spPr bwMode="auto">
          <a:xfrm>
            <a:off x="2514600" y="3124200"/>
            <a:ext cx="3200400" cy="1385888"/>
          </a:xfrm>
          <a:prstGeom prst="rect">
            <a:avLst/>
          </a:prstGeom>
          <a:noFill/>
          <a:ln w="12700">
            <a:solidFill>
              <a:srgbClr val="FF66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en-US" altLang="en-US">
                <a:solidFill>
                  <a:srgbClr val="FF6600"/>
                </a:solidFill>
              </a:rPr>
              <a:t>c&amp;&amp;(s||i) </a:t>
            </a:r>
          </a:p>
          <a:p>
            <a:pPr algn="l" eaLnBrk="0" hangingPunct="0"/>
            <a:r>
              <a:rPr lang="en-US" altLang="en-US">
                <a:solidFill>
                  <a:srgbClr val="FF6600"/>
                </a:solidFill>
              </a:rPr>
              <a:t>is the same as</a:t>
            </a:r>
          </a:p>
          <a:p>
            <a:pPr algn="l" eaLnBrk="0" hangingPunct="0"/>
            <a:r>
              <a:rPr lang="en-US" altLang="en-US">
                <a:solidFill>
                  <a:srgbClr val="FF6600"/>
                </a:solidFill>
              </a:rPr>
              <a:t>(c&amp;&amp;s)||(c&amp;&amp;i)</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8D54775B-B15C-4FA7-90FB-C8B7308A87D3}"/>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91138" name="WordArt 2">
            <a:extLst>
              <a:ext uri="{FF2B5EF4-FFF2-40B4-BE49-F238E27FC236}">
                <a16:creationId xmlns:a16="http://schemas.microsoft.com/office/drawing/2014/main" id="{962C33C2-6AA5-4877-A1F8-1FD26F3DFFC8}"/>
              </a:ext>
            </a:extLst>
          </p:cNvPr>
          <p:cNvSpPr>
            <a:spLocks noChangeArrowheads="1" noChangeShapeType="1" noTextEdit="1"/>
          </p:cNvSpPr>
          <p:nvPr/>
        </p:nvSpPr>
        <p:spPr bwMode="auto">
          <a:xfrm>
            <a:off x="1066800" y="152400"/>
            <a:ext cx="6858000" cy="990600"/>
          </a:xfrm>
          <a:prstGeom prst="rect">
            <a:avLst/>
          </a:prstGeom>
        </p:spPr>
        <p:txBody>
          <a:bodyPr wrap="none" fromWordArt="1">
            <a:prstTxWarp prst="textCurveUp">
              <a:avLst>
                <a:gd name="adj" fmla="val 40356"/>
              </a:avLst>
            </a:prstTxWarp>
          </a:bodyPr>
          <a:lstStyle/>
          <a:p>
            <a:r>
              <a:rPr lang="en-US" sz="3600" kern="1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panose="020B0A04020102020204" pitchFamily="34" charset="0"/>
              </a:rPr>
              <a:t>Boolean Example 3</a:t>
            </a:r>
          </a:p>
        </p:txBody>
      </p:sp>
      <p:sp>
        <p:nvSpPr>
          <p:cNvPr id="91139" name="Text Box 3">
            <a:extLst>
              <a:ext uri="{FF2B5EF4-FFF2-40B4-BE49-F238E27FC236}">
                <a16:creationId xmlns:a16="http://schemas.microsoft.com/office/drawing/2014/main" id="{0C05ED93-5A31-48D7-A14B-9025F24BD1D3}"/>
              </a:ext>
            </a:extLst>
          </p:cNvPr>
          <p:cNvSpPr txBox="1">
            <a:spLocks noChangeArrowheads="1"/>
          </p:cNvSpPr>
          <p:nvPr/>
        </p:nvSpPr>
        <p:spPr bwMode="auto">
          <a:xfrm>
            <a:off x="685800" y="1905000"/>
            <a:ext cx="76962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a:t>boolean c=true,s=true,i=false,ans;</a:t>
            </a:r>
          </a:p>
          <a:p>
            <a:pPr algn="l"/>
            <a:r>
              <a:rPr lang="en-US" altLang="en-US"/>
              <a:t>ans=((c||(s&amp;&amp;i))==((c||s)&amp;&amp;(c||i)));</a:t>
            </a:r>
          </a:p>
          <a:p>
            <a:pPr algn="l"/>
            <a:r>
              <a:rPr lang="en-US" altLang="en-US"/>
              <a:t>System.out.println(ans);</a:t>
            </a:r>
          </a:p>
        </p:txBody>
      </p:sp>
      <p:sp>
        <p:nvSpPr>
          <p:cNvPr id="91140" name="Text Box 4">
            <a:extLst>
              <a:ext uri="{FF2B5EF4-FFF2-40B4-BE49-F238E27FC236}">
                <a16:creationId xmlns:a16="http://schemas.microsoft.com/office/drawing/2014/main" id="{3CAAD076-4C3F-4EB8-A863-A9648B6CBCA4}"/>
              </a:ext>
            </a:extLst>
          </p:cNvPr>
          <p:cNvSpPr txBox="1">
            <a:spLocks noChangeArrowheads="1"/>
          </p:cNvSpPr>
          <p:nvPr/>
        </p:nvSpPr>
        <p:spPr bwMode="auto">
          <a:xfrm>
            <a:off x="838200" y="36576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3200" u="sng">
                <a:solidFill>
                  <a:srgbClr val="FF0000"/>
                </a:solidFill>
              </a:rPr>
              <a:t>OUTPUT</a:t>
            </a:r>
          </a:p>
          <a:p>
            <a:pPr algn="l" eaLnBrk="0" hangingPunct="0">
              <a:spcBef>
                <a:spcPct val="50000"/>
              </a:spcBef>
            </a:pPr>
            <a:r>
              <a:rPr lang="en-US" altLang="en-US" sz="3200"/>
              <a:t>true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116A17D-C042-407A-9A93-36FCE7090ED5}"/>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83972" name="WordArt 4">
            <a:extLst>
              <a:ext uri="{FF2B5EF4-FFF2-40B4-BE49-F238E27FC236}">
                <a16:creationId xmlns:a16="http://schemas.microsoft.com/office/drawing/2014/main" id="{7A3F8C95-9334-4421-8587-C4F0BB8DE805}"/>
              </a:ext>
            </a:extLst>
          </p:cNvPr>
          <p:cNvSpPr>
            <a:spLocks noChangeArrowheads="1" noChangeShapeType="1" noTextEdit="1"/>
          </p:cNvSpPr>
          <p:nvPr/>
        </p:nvSpPr>
        <p:spPr bwMode="auto">
          <a:xfrm>
            <a:off x="0" y="1295400"/>
            <a:ext cx="8229600" cy="36576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open</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   distributivelaw.java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D86E668-E176-4DE9-B7A6-8E1C6F22CB69}"/>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18786" name="WordArt 2">
            <a:extLst>
              <a:ext uri="{FF2B5EF4-FFF2-40B4-BE49-F238E27FC236}">
                <a16:creationId xmlns:a16="http://schemas.microsoft.com/office/drawing/2014/main" id="{69E36316-5ABF-4F06-A515-9461FA542C22}"/>
              </a:ext>
            </a:extLst>
          </p:cNvPr>
          <p:cNvSpPr>
            <a:spLocks noChangeArrowheads="1" noChangeShapeType="1" noTextEdit="1"/>
          </p:cNvSpPr>
          <p:nvPr/>
        </p:nvSpPr>
        <p:spPr bwMode="auto">
          <a:xfrm>
            <a:off x="1143000" y="1295400"/>
            <a:ext cx="6934200" cy="3657600"/>
          </a:xfrm>
          <a:prstGeom prst="rect">
            <a:avLst/>
          </a:prstGeom>
        </p:spPr>
        <p:txBody>
          <a:bodyPr wrap="none" fromWordArt="1">
            <a:prstTxWarp prst="textPlain">
              <a:avLst>
                <a:gd name="adj" fmla="val 50000"/>
              </a:avLst>
            </a:prstTxWarp>
          </a:bodyPr>
          <a:lstStyle/>
          <a:p>
            <a:r>
              <a:rPr lang="en-US" sz="3600" kern="10">
                <a:ln w="9525">
                  <a:solidFill>
                    <a:srgbClr val="333399"/>
                  </a:solidFill>
                  <a:round/>
                  <a:headEnd type="none" w="sm" len="sm"/>
                  <a:tailEnd type="none" w="sm" len="sm"/>
                </a:ln>
                <a:solidFill>
                  <a:srgbClr val="00FF00"/>
                </a:solidFill>
                <a:effectLst>
                  <a:outerShdw dist="35921" dir="2700000" algn="ctr" rotWithShape="0">
                    <a:srgbClr val="C0C0C0"/>
                  </a:outerShdw>
                </a:effectLst>
                <a:latin typeface="Impact" panose="020B0806030902050204" pitchFamily="34" charset="0"/>
              </a:rPr>
              <a:t>Start work</a:t>
            </a:r>
          </a:p>
          <a:p>
            <a:r>
              <a:rPr lang="en-US" sz="3600" kern="10">
                <a:ln w="9525">
                  <a:solidFill>
                    <a:srgbClr val="333399"/>
                  </a:solidFill>
                  <a:round/>
                  <a:headEnd type="none" w="sm" len="sm"/>
                  <a:tailEnd type="none" w="sm" len="sm"/>
                </a:ln>
                <a:solidFill>
                  <a:srgbClr val="00FF00"/>
                </a:solidFill>
                <a:effectLst>
                  <a:outerShdw dist="35921" dir="2700000" algn="ctr" rotWithShape="0">
                    <a:srgbClr val="C0C0C0"/>
                  </a:outerShdw>
                </a:effectLst>
                <a:latin typeface="Impact" panose="020B0806030902050204" pitchFamily="34" charset="0"/>
              </a:rPr>
              <a:t>on Lab 10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5FABD84-5773-4975-A3A6-D6D47C3256EA}"/>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19810" name="WordArt 2">
            <a:extLst>
              <a:ext uri="{FF2B5EF4-FFF2-40B4-BE49-F238E27FC236}">
                <a16:creationId xmlns:a16="http://schemas.microsoft.com/office/drawing/2014/main" id="{B90E8C9B-6F91-4495-8E26-3ABF78E60685}"/>
              </a:ext>
            </a:extLst>
          </p:cNvPr>
          <p:cNvSpPr>
            <a:spLocks noChangeArrowheads="1" noChangeShapeType="1" noTextEdit="1"/>
          </p:cNvSpPr>
          <p:nvPr/>
        </p:nvSpPr>
        <p:spPr bwMode="auto">
          <a:xfrm>
            <a:off x="838200" y="685800"/>
            <a:ext cx="6934200" cy="4876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More</a:t>
            </a:r>
          </a:p>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Boolean</a:t>
            </a:r>
          </a:p>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Laws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BC44C6A9-6880-4F4E-8DFD-D607B7003C3F}"/>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44034" name="Rectangle 2">
            <a:extLst>
              <a:ext uri="{FF2B5EF4-FFF2-40B4-BE49-F238E27FC236}">
                <a16:creationId xmlns:a16="http://schemas.microsoft.com/office/drawing/2014/main" id="{A61C5878-487F-4C84-9087-355BAF8E1D2F}"/>
              </a:ext>
            </a:extLst>
          </p:cNvPr>
          <p:cNvSpPr>
            <a:spLocks noChangeArrowheads="1"/>
          </p:cNvSpPr>
          <p:nvPr/>
        </p:nvSpPr>
        <p:spPr bwMode="auto">
          <a:xfrm>
            <a:off x="685800" y="1905000"/>
            <a:ext cx="77089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en-US"/>
              <a:t>¬(C </a:t>
            </a:r>
            <a:r>
              <a:rPr lang="ar-SA" altLang="en-US"/>
              <a:t>۷</a:t>
            </a:r>
            <a:r>
              <a:rPr lang="en-US" altLang="en-US"/>
              <a:t> S) = ¬C </a:t>
            </a:r>
            <a:r>
              <a:rPr lang="ar-SA" altLang="en-US"/>
              <a:t>۸</a:t>
            </a:r>
            <a:r>
              <a:rPr lang="en-US" altLang="en-US"/>
              <a:t> ¬S    	DeMorgan’s Law</a:t>
            </a:r>
          </a:p>
          <a:p>
            <a:pPr algn="l" eaLnBrk="0" hangingPunct="0"/>
            <a:r>
              <a:rPr lang="en-US" altLang="en-US"/>
              <a:t>¬(C </a:t>
            </a:r>
            <a:r>
              <a:rPr lang="ar-SA" altLang="en-US"/>
              <a:t>۸</a:t>
            </a:r>
            <a:r>
              <a:rPr lang="en-US" altLang="en-US"/>
              <a:t> S) = ¬C </a:t>
            </a:r>
            <a:r>
              <a:rPr lang="ar-SA" altLang="en-US"/>
              <a:t>۷</a:t>
            </a:r>
            <a:r>
              <a:rPr lang="en-US" altLang="en-US"/>
              <a:t> ¬S		DeMorgan’s Law</a:t>
            </a:r>
          </a:p>
        </p:txBody>
      </p:sp>
      <p:sp>
        <p:nvSpPr>
          <p:cNvPr id="44035" name="WordArt 3">
            <a:extLst>
              <a:ext uri="{FF2B5EF4-FFF2-40B4-BE49-F238E27FC236}">
                <a16:creationId xmlns:a16="http://schemas.microsoft.com/office/drawing/2014/main" id="{9DD2E726-B350-4AE2-8B3C-68D903B2E509}"/>
              </a:ext>
            </a:extLst>
          </p:cNvPr>
          <p:cNvSpPr>
            <a:spLocks noChangeArrowheads="1" noChangeShapeType="1" noTextEdit="1"/>
          </p:cNvSpPr>
          <p:nvPr/>
        </p:nvSpPr>
        <p:spPr bwMode="auto">
          <a:xfrm>
            <a:off x="1066800" y="457200"/>
            <a:ext cx="6934200" cy="1066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DeMorgan's Law</a:t>
            </a:r>
          </a:p>
        </p:txBody>
      </p:sp>
      <p:sp>
        <p:nvSpPr>
          <p:cNvPr id="44042" name="Rectangle 10">
            <a:extLst>
              <a:ext uri="{FF2B5EF4-FFF2-40B4-BE49-F238E27FC236}">
                <a16:creationId xmlns:a16="http://schemas.microsoft.com/office/drawing/2014/main" id="{5E97C811-2BDF-4551-A3BD-C28AEF137355}"/>
              </a:ext>
            </a:extLst>
          </p:cNvPr>
          <p:cNvSpPr>
            <a:spLocks noChangeArrowheads="1"/>
          </p:cNvSpPr>
          <p:nvPr/>
        </p:nvSpPr>
        <p:spPr bwMode="auto">
          <a:xfrm>
            <a:off x="1219200" y="5105400"/>
            <a:ext cx="6365875" cy="5318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chemeClr val="accent2"/>
                </a:solidFill>
              </a:rPr>
              <a:t>This is always used by AP and UIL!</a:t>
            </a:r>
          </a:p>
        </p:txBody>
      </p:sp>
      <p:sp>
        <p:nvSpPr>
          <p:cNvPr id="44043" name="Text Box 11">
            <a:extLst>
              <a:ext uri="{FF2B5EF4-FFF2-40B4-BE49-F238E27FC236}">
                <a16:creationId xmlns:a16="http://schemas.microsoft.com/office/drawing/2014/main" id="{E10FEAB5-43A4-4519-8EE6-9D473992550B}"/>
              </a:ext>
            </a:extLst>
          </p:cNvPr>
          <p:cNvSpPr txBox="1">
            <a:spLocks noChangeArrowheads="1"/>
          </p:cNvSpPr>
          <p:nvPr/>
        </p:nvSpPr>
        <p:spPr bwMode="auto">
          <a:xfrm>
            <a:off x="1066800" y="3276600"/>
            <a:ext cx="6575425" cy="958850"/>
          </a:xfrm>
          <a:prstGeom prst="rect">
            <a:avLst/>
          </a:prstGeom>
          <a:noFill/>
          <a:ln w="12700">
            <a:solidFill>
              <a:srgbClr val="FF66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en-US">
                <a:solidFill>
                  <a:srgbClr val="FF6600"/>
                </a:solidFill>
              </a:rPr>
              <a:t>!(c||s) == !c&amp;&amp;!s 		Java Code</a:t>
            </a:r>
          </a:p>
          <a:p>
            <a:pPr algn="l" eaLnBrk="0" hangingPunct="0"/>
            <a:r>
              <a:rPr lang="en-US" altLang="en-US">
                <a:solidFill>
                  <a:srgbClr val="FF6600"/>
                </a:solidFill>
              </a:rPr>
              <a:t>!(c&amp;&amp;s) == !c||!s 		Java Code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Footer Placeholder 3">
            <a:extLst>
              <a:ext uri="{FF2B5EF4-FFF2-40B4-BE49-F238E27FC236}">
                <a16:creationId xmlns:a16="http://schemas.microsoft.com/office/drawing/2014/main" id="{2ABCBE9C-DAB6-4E4A-9A59-FDF064DBF37A}"/>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11618" name="WordArt 2">
            <a:extLst>
              <a:ext uri="{FF2B5EF4-FFF2-40B4-BE49-F238E27FC236}">
                <a16:creationId xmlns:a16="http://schemas.microsoft.com/office/drawing/2014/main" id="{68CFF2F4-7DC9-4D0D-9E02-374A4645EF55}"/>
              </a:ext>
            </a:extLst>
          </p:cNvPr>
          <p:cNvSpPr>
            <a:spLocks noChangeArrowheads="1" noChangeShapeType="1" noTextEdit="1"/>
          </p:cNvSpPr>
          <p:nvPr/>
        </p:nvSpPr>
        <p:spPr bwMode="auto">
          <a:xfrm>
            <a:off x="1752600" y="381000"/>
            <a:ext cx="4876800" cy="1066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AND</a:t>
            </a:r>
          </a:p>
        </p:txBody>
      </p:sp>
      <p:graphicFrame>
        <p:nvGraphicFramePr>
          <p:cNvPr id="111703" name="Group 87">
            <a:extLst>
              <a:ext uri="{FF2B5EF4-FFF2-40B4-BE49-F238E27FC236}">
                <a16:creationId xmlns:a16="http://schemas.microsoft.com/office/drawing/2014/main" id="{5FBA0154-BEA5-408D-B45D-17363E958AAB}"/>
              </a:ext>
            </a:extLst>
          </p:cNvPr>
          <p:cNvGraphicFramePr>
            <a:graphicFrameLocks noGrp="1"/>
          </p:cNvGraphicFramePr>
          <p:nvPr/>
        </p:nvGraphicFramePr>
        <p:xfrm>
          <a:off x="6019800" y="2209800"/>
          <a:ext cx="2514600" cy="2587625"/>
        </p:xfrm>
        <a:graphic>
          <a:graphicData uri="http://schemas.openxmlformats.org/drawingml/2006/table">
            <a:tbl>
              <a:tblPr/>
              <a:tblGrid>
                <a:gridCol w="838200">
                  <a:extLst>
                    <a:ext uri="{9D8B030D-6E8A-4147-A177-3AD203B41FA5}">
                      <a16:colId xmlns:a16="http://schemas.microsoft.com/office/drawing/2014/main" val="2792752194"/>
                    </a:ext>
                  </a:extLst>
                </a:gridCol>
                <a:gridCol w="838200">
                  <a:extLst>
                    <a:ext uri="{9D8B030D-6E8A-4147-A177-3AD203B41FA5}">
                      <a16:colId xmlns:a16="http://schemas.microsoft.com/office/drawing/2014/main" val="3706101842"/>
                    </a:ext>
                  </a:extLst>
                </a:gridCol>
                <a:gridCol w="838200">
                  <a:extLst>
                    <a:ext uri="{9D8B030D-6E8A-4147-A177-3AD203B41FA5}">
                      <a16:colId xmlns:a16="http://schemas.microsoft.com/office/drawing/2014/main" val="769541160"/>
                    </a:ext>
                  </a:extLst>
                </a:gridCol>
              </a:tblGrid>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C</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I</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extLst>
                  <a:ext uri="{0D108BD9-81ED-4DB2-BD59-A6C34878D82A}">
                    <a16:rowId xmlns:a16="http://schemas.microsoft.com/office/drawing/2014/main" val="1263985036"/>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269630948"/>
                  </a:ext>
                </a:extLst>
              </a:tr>
              <a:tr h="48895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860613481"/>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278538234"/>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781513905"/>
                  </a:ext>
                </a:extLst>
              </a:tr>
            </a:tbl>
          </a:graphicData>
        </a:graphic>
      </p:graphicFrame>
      <p:sp>
        <p:nvSpPr>
          <p:cNvPr id="111661" name="Rectangle 45">
            <a:extLst>
              <a:ext uri="{FF2B5EF4-FFF2-40B4-BE49-F238E27FC236}">
                <a16:creationId xmlns:a16="http://schemas.microsoft.com/office/drawing/2014/main" id="{D39AF34F-FE16-44A1-9A84-7939E2186FD5}"/>
              </a:ext>
            </a:extLst>
          </p:cNvPr>
          <p:cNvSpPr>
            <a:spLocks noChangeArrowheads="1"/>
          </p:cNvSpPr>
          <p:nvPr/>
        </p:nvSpPr>
        <p:spPr bwMode="auto">
          <a:xfrm>
            <a:off x="533400" y="2057400"/>
            <a:ext cx="4629150" cy="319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eaLnBrk="0" hangingPunct="0"/>
            <a:r>
              <a:rPr lang="en-US" altLang="en-US" sz="3600"/>
              <a:t> </a:t>
            </a:r>
            <a:r>
              <a:rPr lang="en-US" altLang="en-US" sz="2400"/>
              <a:t>&amp;&amp;  </a:t>
            </a:r>
          </a:p>
          <a:p>
            <a:pPr algn="l" eaLnBrk="0" hangingPunct="0"/>
            <a:r>
              <a:rPr lang="en-US" altLang="en-US" sz="2400"/>
              <a:t>    all conditions must be true</a:t>
            </a:r>
          </a:p>
          <a:p>
            <a:pPr algn="l" eaLnBrk="0" hangingPunct="0"/>
            <a:endParaRPr lang="en-US" altLang="en-US" sz="2400"/>
          </a:p>
          <a:p>
            <a:pPr algn="l" eaLnBrk="0" hangingPunct="0"/>
            <a:r>
              <a:rPr lang="en-US" altLang="en-US" sz="2400"/>
              <a:t>  </a:t>
            </a:r>
            <a:r>
              <a:rPr lang="en-US" altLang="en-US" sz="2400">
                <a:solidFill>
                  <a:srgbClr val="660066"/>
                </a:solidFill>
              </a:rPr>
              <a:t>if (c==true &amp;&amp; s==true)</a:t>
            </a:r>
          </a:p>
          <a:p>
            <a:pPr algn="l" eaLnBrk="0" hangingPunct="0"/>
            <a:r>
              <a:rPr lang="en-US" altLang="en-US" sz="2400">
                <a:solidFill>
                  <a:srgbClr val="660066"/>
                </a:solidFill>
              </a:rPr>
              <a:t> { </a:t>
            </a:r>
          </a:p>
          <a:p>
            <a:pPr algn="l"/>
            <a:r>
              <a:rPr lang="en-US" altLang="en-US" sz="2400">
                <a:solidFill>
                  <a:srgbClr val="6600CC"/>
                </a:solidFill>
              </a:rPr>
              <a:t>    do something 1;</a:t>
            </a:r>
          </a:p>
          <a:p>
            <a:pPr algn="l"/>
            <a:r>
              <a:rPr lang="en-US" altLang="en-US" sz="2400">
                <a:solidFill>
                  <a:srgbClr val="6600CC"/>
                </a:solidFill>
              </a:rPr>
              <a:t>    do something 2;</a:t>
            </a:r>
          </a:p>
          <a:p>
            <a:pPr algn="l" eaLnBrk="0" hangingPunct="0"/>
            <a:r>
              <a:rPr lang="en-US" altLang="en-US" sz="2400">
                <a:solidFill>
                  <a:srgbClr val="660066"/>
                </a:solidFill>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ooter Placeholder 3">
            <a:extLst>
              <a:ext uri="{FF2B5EF4-FFF2-40B4-BE49-F238E27FC236}">
                <a16:creationId xmlns:a16="http://schemas.microsoft.com/office/drawing/2014/main" id="{49191434-E32F-4207-AD79-0E799C59BDB3}"/>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09570" name="WordArt 2">
            <a:extLst>
              <a:ext uri="{FF2B5EF4-FFF2-40B4-BE49-F238E27FC236}">
                <a16:creationId xmlns:a16="http://schemas.microsoft.com/office/drawing/2014/main" id="{5B7E605E-2EC2-45C6-9C6E-EB3E4ED7190F}"/>
              </a:ext>
            </a:extLst>
          </p:cNvPr>
          <p:cNvSpPr>
            <a:spLocks noChangeArrowheads="1" noChangeShapeType="1" noTextEdit="1"/>
          </p:cNvSpPr>
          <p:nvPr/>
        </p:nvSpPr>
        <p:spPr bwMode="auto">
          <a:xfrm>
            <a:off x="914400" y="381000"/>
            <a:ext cx="6858000" cy="990600"/>
          </a:xfrm>
          <a:prstGeom prst="rect">
            <a:avLst/>
          </a:prstGeom>
        </p:spPr>
        <p:txBody>
          <a:bodyPr wrap="none" fromWordArt="1">
            <a:prstTxWarp prst="textCurveUp">
              <a:avLst>
                <a:gd name="adj" fmla="val 40356"/>
              </a:avLst>
            </a:prstTxWarp>
          </a:bodyPr>
          <a:lstStyle/>
          <a:p>
            <a:r>
              <a:rPr lang="en-US" sz="3600" kern="1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panose="020B0A04020102020204" pitchFamily="34" charset="0"/>
              </a:rPr>
              <a:t>Boolean Example 4</a:t>
            </a:r>
          </a:p>
        </p:txBody>
      </p:sp>
      <p:sp>
        <p:nvSpPr>
          <p:cNvPr id="109571" name="Text Box 3">
            <a:extLst>
              <a:ext uri="{FF2B5EF4-FFF2-40B4-BE49-F238E27FC236}">
                <a16:creationId xmlns:a16="http://schemas.microsoft.com/office/drawing/2014/main" id="{BAE450D4-18D8-4D54-B2F4-48C49F2BE4C6}"/>
              </a:ext>
            </a:extLst>
          </p:cNvPr>
          <p:cNvSpPr txBox="1">
            <a:spLocks noChangeArrowheads="1"/>
          </p:cNvSpPr>
          <p:nvPr/>
        </p:nvSpPr>
        <p:spPr bwMode="auto">
          <a:xfrm>
            <a:off x="685800" y="1905000"/>
            <a:ext cx="76962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a:t>boolean c = true;</a:t>
            </a:r>
          </a:p>
          <a:p>
            <a:pPr algn="l"/>
            <a:r>
              <a:rPr lang="en-US" altLang="en-US"/>
              <a:t>boolean s = true;</a:t>
            </a:r>
          </a:p>
          <a:p>
            <a:pPr algn="l"/>
            <a:r>
              <a:rPr lang="en-US" altLang="en-US"/>
              <a:t>boolean i = !(c&amp;&amp;s);</a:t>
            </a:r>
          </a:p>
          <a:p>
            <a:pPr algn="l"/>
            <a:r>
              <a:rPr lang="en-US" altLang="en-US"/>
              <a:t>System.out.println(i);</a:t>
            </a:r>
          </a:p>
          <a:p>
            <a:pPr algn="l"/>
            <a:endParaRPr lang="en-US" altLang="en-US"/>
          </a:p>
        </p:txBody>
      </p:sp>
      <p:sp>
        <p:nvSpPr>
          <p:cNvPr id="109572" name="Text Box 4">
            <a:extLst>
              <a:ext uri="{FF2B5EF4-FFF2-40B4-BE49-F238E27FC236}">
                <a16:creationId xmlns:a16="http://schemas.microsoft.com/office/drawing/2014/main" id="{3B6665BB-702B-4E07-9571-05C24DAFA43C}"/>
              </a:ext>
            </a:extLst>
          </p:cNvPr>
          <p:cNvSpPr txBox="1">
            <a:spLocks noChangeArrowheads="1"/>
          </p:cNvSpPr>
          <p:nvPr/>
        </p:nvSpPr>
        <p:spPr bwMode="auto">
          <a:xfrm>
            <a:off x="762000" y="43434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3200" u="sng">
                <a:solidFill>
                  <a:srgbClr val="FF0000"/>
                </a:solidFill>
              </a:rPr>
              <a:t>OUTPUT</a:t>
            </a:r>
          </a:p>
          <a:p>
            <a:pPr algn="l" eaLnBrk="0" hangingPunct="0">
              <a:spcBef>
                <a:spcPct val="50000"/>
              </a:spcBef>
            </a:pPr>
            <a:r>
              <a:rPr lang="en-US" altLang="en-US" sz="3200"/>
              <a:t>false</a:t>
            </a:r>
          </a:p>
        </p:txBody>
      </p:sp>
      <p:graphicFrame>
        <p:nvGraphicFramePr>
          <p:cNvPr id="109643" name="Group 75">
            <a:extLst>
              <a:ext uri="{FF2B5EF4-FFF2-40B4-BE49-F238E27FC236}">
                <a16:creationId xmlns:a16="http://schemas.microsoft.com/office/drawing/2014/main" id="{40221C5D-AC0F-476F-9EE8-9D32C31FF489}"/>
              </a:ext>
            </a:extLst>
          </p:cNvPr>
          <p:cNvGraphicFramePr>
            <a:graphicFrameLocks noGrp="1"/>
          </p:cNvGraphicFramePr>
          <p:nvPr/>
        </p:nvGraphicFramePr>
        <p:xfrm>
          <a:off x="5638800" y="1981200"/>
          <a:ext cx="2514600" cy="2587625"/>
        </p:xfrm>
        <a:graphic>
          <a:graphicData uri="http://schemas.openxmlformats.org/drawingml/2006/table">
            <a:tbl>
              <a:tblPr/>
              <a:tblGrid>
                <a:gridCol w="838200">
                  <a:extLst>
                    <a:ext uri="{9D8B030D-6E8A-4147-A177-3AD203B41FA5}">
                      <a16:colId xmlns:a16="http://schemas.microsoft.com/office/drawing/2014/main" val="1597969775"/>
                    </a:ext>
                  </a:extLst>
                </a:gridCol>
                <a:gridCol w="838200">
                  <a:extLst>
                    <a:ext uri="{9D8B030D-6E8A-4147-A177-3AD203B41FA5}">
                      <a16:colId xmlns:a16="http://schemas.microsoft.com/office/drawing/2014/main" val="256748007"/>
                    </a:ext>
                  </a:extLst>
                </a:gridCol>
                <a:gridCol w="838200">
                  <a:extLst>
                    <a:ext uri="{9D8B030D-6E8A-4147-A177-3AD203B41FA5}">
                      <a16:colId xmlns:a16="http://schemas.microsoft.com/office/drawing/2014/main" val="372804301"/>
                    </a:ext>
                  </a:extLst>
                </a:gridCol>
              </a:tblGrid>
              <a:tr h="17621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c</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i</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extLst>
                  <a:ext uri="{0D108BD9-81ED-4DB2-BD59-A6C34878D82A}">
                    <a16:rowId xmlns:a16="http://schemas.microsoft.com/office/drawing/2014/main" val="1449249352"/>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454118536"/>
                  </a:ext>
                </a:extLst>
              </a:tr>
              <a:tr h="51435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2378846800"/>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874447393"/>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413104828"/>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ooter Placeholder 3">
            <a:extLst>
              <a:ext uri="{FF2B5EF4-FFF2-40B4-BE49-F238E27FC236}">
                <a16:creationId xmlns:a16="http://schemas.microsoft.com/office/drawing/2014/main" id="{45D22517-27A3-47A4-8445-D1E3BDD9C55B}"/>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10594" name="WordArt 2">
            <a:extLst>
              <a:ext uri="{FF2B5EF4-FFF2-40B4-BE49-F238E27FC236}">
                <a16:creationId xmlns:a16="http://schemas.microsoft.com/office/drawing/2014/main" id="{D655ABCA-C936-45B5-BE1E-A5B863EC5D73}"/>
              </a:ext>
            </a:extLst>
          </p:cNvPr>
          <p:cNvSpPr>
            <a:spLocks noChangeArrowheads="1" noChangeShapeType="1" noTextEdit="1"/>
          </p:cNvSpPr>
          <p:nvPr/>
        </p:nvSpPr>
        <p:spPr bwMode="auto">
          <a:xfrm>
            <a:off x="914400" y="381000"/>
            <a:ext cx="6858000" cy="990600"/>
          </a:xfrm>
          <a:prstGeom prst="rect">
            <a:avLst/>
          </a:prstGeom>
        </p:spPr>
        <p:txBody>
          <a:bodyPr wrap="none" fromWordArt="1">
            <a:prstTxWarp prst="textCurveUp">
              <a:avLst>
                <a:gd name="adj" fmla="val 40356"/>
              </a:avLst>
            </a:prstTxWarp>
          </a:bodyPr>
          <a:lstStyle/>
          <a:p>
            <a:r>
              <a:rPr lang="en-US" sz="3600" kern="1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panose="020B0A04020102020204" pitchFamily="34" charset="0"/>
              </a:rPr>
              <a:t>Boolean Example 5</a:t>
            </a:r>
          </a:p>
        </p:txBody>
      </p:sp>
      <p:sp>
        <p:nvSpPr>
          <p:cNvPr id="110595" name="Text Box 3">
            <a:extLst>
              <a:ext uri="{FF2B5EF4-FFF2-40B4-BE49-F238E27FC236}">
                <a16:creationId xmlns:a16="http://schemas.microsoft.com/office/drawing/2014/main" id="{476E05F8-D797-45BD-9A8B-8C4FAC08F44A}"/>
              </a:ext>
            </a:extLst>
          </p:cNvPr>
          <p:cNvSpPr txBox="1">
            <a:spLocks noChangeArrowheads="1"/>
          </p:cNvSpPr>
          <p:nvPr/>
        </p:nvSpPr>
        <p:spPr bwMode="auto">
          <a:xfrm>
            <a:off x="685800" y="1905000"/>
            <a:ext cx="76962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a:t>boolean c = false;</a:t>
            </a:r>
          </a:p>
          <a:p>
            <a:pPr algn="l"/>
            <a:r>
              <a:rPr lang="en-US" altLang="en-US"/>
              <a:t>boolean s = true;</a:t>
            </a:r>
          </a:p>
          <a:p>
            <a:pPr algn="l"/>
            <a:r>
              <a:rPr lang="en-US" altLang="en-US"/>
              <a:t>boolean i = !(c||s);</a:t>
            </a:r>
          </a:p>
          <a:p>
            <a:pPr algn="l"/>
            <a:r>
              <a:rPr lang="en-US" altLang="en-US"/>
              <a:t>System.out.println(i);</a:t>
            </a:r>
          </a:p>
          <a:p>
            <a:pPr algn="l"/>
            <a:endParaRPr lang="en-US" altLang="en-US"/>
          </a:p>
        </p:txBody>
      </p:sp>
      <p:sp>
        <p:nvSpPr>
          <p:cNvPr id="110596" name="Text Box 4">
            <a:extLst>
              <a:ext uri="{FF2B5EF4-FFF2-40B4-BE49-F238E27FC236}">
                <a16:creationId xmlns:a16="http://schemas.microsoft.com/office/drawing/2014/main" id="{C1711543-8BB9-4CC8-963A-B292A7B7999C}"/>
              </a:ext>
            </a:extLst>
          </p:cNvPr>
          <p:cNvSpPr txBox="1">
            <a:spLocks noChangeArrowheads="1"/>
          </p:cNvSpPr>
          <p:nvPr/>
        </p:nvSpPr>
        <p:spPr bwMode="auto">
          <a:xfrm>
            <a:off x="762000" y="43434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3200" u="sng">
                <a:solidFill>
                  <a:srgbClr val="FF0000"/>
                </a:solidFill>
              </a:rPr>
              <a:t>OUTPUT</a:t>
            </a:r>
          </a:p>
          <a:p>
            <a:pPr algn="l" eaLnBrk="0" hangingPunct="0">
              <a:spcBef>
                <a:spcPct val="50000"/>
              </a:spcBef>
            </a:pPr>
            <a:r>
              <a:rPr lang="en-US" altLang="en-US" sz="3200"/>
              <a:t>false</a:t>
            </a:r>
          </a:p>
        </p:txBody>
      </p:sp>
      <p:graphicFrame>
        <p:nvGraphicFramePr>
          <p:cNvPr id="110667" name="Group 75">
            <a:extLst>
              <a:ext uri="{FF2B5EF4-FFF2-40B4-BE49-F238E27FC236}">
                <a16:creationId xmlns:a16="http://schemas.microsoft.com/office/drawing/2014/main" id="{3DB05EB1-1DF4-484D-AC00-331331A5FDEE}"/>
              </a:ext>
            </a:extLst>
          </p:cNvPr>
          <p:cNvGraphicFramePr>
            <a:graphicFrameLocks noGrp="1"/>
          </p:cNvGraphicFramePr>
          <p:nvPr/>
        </p:nvGraphicFramePr>
        <p:xfrm>
          <a:off x="5638800" y="1905000"/>
          <a:ext cx="2514600" cy="2587625"/>
        </p:xfrm>
        <a:graphic>
          <a:graphicData uri="http://schemas.openxmlformats.org/drawingml/2006/table">
            <a:tbl>
              <a:tblPr/>
              <a:tblGrid>
                <a:gridCol w="838200">
                  <a:extLst>
                    <a:ext uri="{9D8B030D-6E8A-4147-A177-3AD203B41FA5}">
                      <a16:colId xmlns:a16="http://schemas.microsoft.com/office/drawing/2014/main" val="2186122119"/>
                    </a:ext>
                  </a:extLst>
                </a:gridCol>
                <a:gridCol w="838200">
                  <a:extLst>
                    <a:ext uri="{9D8B030D-6E8A-4147-A177-3AD203B41FA5}">
                      <a16:colId xmlns:a16="http://schemas.microsoft.com/office/drawing/2014/main" val="946071203"/>
                    </a:ext>
                  </a:extLst>
                </a:gridCol>
                <a:gridCol w="838200">
                  <a:extLst>
                    <a:ext uri="{9D8B030D-6E8A-4147-A177-3AD203B41FA5}">
                      <a16:colId xmlns:a16="http://schemas.microsoft.com/office/drawing/2014/main" val="446065260"/>
                    </a:ext>
                  </a:extLst>
                </a:gridCol>
              </a:tblGrid>
              <a:tr h="17621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c</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i</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extLst>
                  <a:ext uri="{0D108BD9-81ED-4DB2-BD59-A6C34878D82A}">
                    <a16:rowId xmlns:a16="http://schemas.microsoft.com/office/drawing/2014/main" val="4108436627"/>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559026201"/>
                  </a:ext>
                </a:extLst>
              </a:tr>
              <a:tr h="51435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83728116"/>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679406343"/>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2389752217"/>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2098229-4B61-4E14-A315-E64C3410499C}"/>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92162" name="WordArt 2">
            <a:extLst>
              <a:ext uri="{FF2B5EF4-FFF2-40B4-BE49-F238E27FC236}">
                <a16:creationId xmlns:a16="http://schemas.microsoft.com/office/drawing/2014/main" id="{15FB60D7-6D68-4250-B57D-3694935B2255}"/>
              </a:ext>
            </a:extLst>
          </p:cNvPr>
          <p:cNvSpPr>
            <a:spLocks noChangeArrowheads="1" noChangeShapeType="1" noTextEdit="1"/>
          </p:cNvSpPr>
          <p:nvPr/>
        </p:nvSpPr>
        <p:spPr bwMode="auto">
          <a:xfrm>
            <a:off x="0" y="1295400"/>
            <a:ext cx="8229600" cy="36576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open</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   demorganslaw.java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ooter Placeholder 3">
            <a:extLst>
              <a:ext uri="{FF2B5EF4-FFF2-40B4-BE49-F238E27FC236}">
                <a16:creationId xmlns:a16="http://schemas.microsoft.com/office/drawing/2014/main" id="{8A02F836-39AE-4A8E-8819-262AF3A223CF}"/>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43098" name="WordArt 1114">
            <a:extLst>
              <a:ext uri="{FF2B5EF4-FFF2-40B4-BE49-F238E27FC236}">
                <a16:creationId xmlns:a16="http://schemas.microsoft.com/office/drawing/2014/main" id="{B69E0B23-994C-41F9-AC1E-E90FCC9B5A07}"/>
              </a:ext>
            </a:extLst>
          </p:cNvPr>
          <p:cNvSpPr>
            <a:spLocks noChangeArrowheads="1" noChangeShapeType="1" noTextEdit="1"/>
          </p:cNvSpPr>
          <p:nvPr/>
        </p:nvSpPr>
        <p:spPr bwMode="auto">
          <a:xfrm>
            <a:off x="990600" y="228600"/>
            <a:ext cx="6858000" cy="762000"/>
          </a:xfrm>
          <a:prstGeom prst="rect">
            <a:avLst/>
          </a:prstGeom>
        </p:spPr>
        <p:txBody>
          <a:bodyPr wrap="none" fromWordArt="1">
            <a:prstTxWarp prst="textCurveUp">
              <a:avLst>
                <a:gd name="adj" fmla="val 40356"/>
              </a:avLst>
            </a:prstTxWarp>
          </a:bodyPr>
          <a:lstStyle/>
          <a:p>
            <a:r>
              <a:rPr lang="en-US" sz="3600" kern="1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panose="020B0A04020102020204" pitchFamily="34" charset="0"/>
              </a:rPr>
              <a:t>Boolean Example 6</a:t>
            </a:r>
          </a:p>
        </p:txBody>
      </p:sp>
      <p:sp>
        <p:nvSpPr>
          <p:cNvPr id="43099" name="Text Box 1115">
            <a:extLst>
              <a:ext uri="{FF2B5EF4-FFF2-40B4-BE49-F238E27FC236}">
                <a16:creationId xmlns:a16="http://schemas.microsoft.com/office/drawing/2014/main" id="{BE6ED148-7D41-48C1-826F-C885A7962AF4}"/>
              </a:ext>
            </a:extLst>
          </p:cNvPr>
          <p:cNvSpPr txBox="1">
            <a:spLocks noChangeArrowheads="1"/>
          </p:cNvSpPr>
          <p:nvPr/>
        </p:nvSpPr>
        <p:spPr bwMode="auto">
          <a:xfrm>
            <a:off x="838200" y="1143000"/>
            <a:ext cx="7113588"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Which statement is represented by the</a:t>
            </a:r>
          </a:p>
          <a:p>
            <a:pPr algn="l"/>
            <a:r>
              <a:rPr lang="en-US" altLang="en-US"/>
              <a:t>truth table at right?</a:t>
            </a:r>
          </a:p>
          <a:p>
            <a:pPr algn="l"/>
            <a:endParaRPr lang="en-US" altLang="en-US"/>
          </a:p>
          <a:p>
            <a:pPr algn="l"/>
            <a:r>
              <a:rPr lang="en-US" altLang="en-US"/>
              <a:t>A.	i  = !(c&amp;&amp;s)&amp;&amp;(c||s);</a:t>
            </a:r>
          </a:p>
          <a:p>
            <a:pPr algn="l"/>
            <a:r>
              <a:rPr lang="en-US" altLang="en-US"/>
              <a:t>B.	i  = c||s&amp;&amp;s;</a:t>
            </a:r>
          </a:p>
          <a:p>
            <a:pPr algn="l"/>
            <a:r>
              <a:rPr lang="en-US" altLang="en-US"/>
              <a:t>C.	i  = c&amp;&amp;s;</a:t>
            </a:r>
          </a:p>
          <a:p>
            <a:pPr algn="l"/>
            <a:r>
              <a:rPr lang="en-US" altLang="en-US"/>
              <a:t>D. 	i  != c&amp;&amp;s;</a:t>
            </a:r>
          </a:p>
          <a:p>
            <a:pPr algn="l"/>
            <a:endParaRPr lang="en-US" altLang="en-US"/>
          </a:p>
        </p:txBody>
      </p:sp>
      <p:sp>
        <p:nvSpPr>
          <p:cNvPr id="43100" name="WordArt 1116">
            <a:extLst>
              <a:ext uri="{FF2B5EF4-FFF2-40B4-BE49-F238E27FC236}">
                <a16:creationId xmlns:a16="http://schemas.microsoft.com/office/drawing/2014/main" id="{30CD350A-7E0A-4F71-8A79-BAB5FF15E03C}"/>
              </a:ext>
            </a:extLst>
          </p:cNvPr>
          <p:cNvSpPr>
            <a:spLocks noChangeArrowheads="1" noChangeShapeType="1" noTextEdit="1"/>
          </p:cNvSpPr>
          <p:nvPr/>
        </p:nvSpPr>
        <p:spPr bwMode="auto">
          <a:xfrm>
            <a:off x="4114800" y="4724400"/>
            <a:ext cx="1676400" cy="12954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a:t>
            </a:r>
          </a:p>
        </p:txBody>
      </p:sp>
      <p:graphicFrame>
        <p:nvGraphicFramePr>
          <p:cNvPr id="43171" name="Group 1187">
            <a:extLst>
              <a:ext uri="{FF2B5EF4-FFF2-40B4-BE49-F238E27FC236}">
                <a16:creationId xmlns:a16="http://schemas.microsoft.com/office/drawing/2014/main" id="{8A04B79A-DD1E-4DCB-BBFD-FBA2E1282717}"/>
              </a:ext>
            </a:extLst>
          </p:cNvPr>
          <p:cNvGraphicFramePr>
            <a:graphicFrameLocks noGrp="1"/>
          </p:cNvGraphicFramePr>
          <p:nvPr/>
        </p:nvGraphicFramePr>
        <p:xfrm>
          <a:off x="6324600" y="2209800"/>
          <a:ext cx="2514600" cy="2587625"/>
        </p:xfrm>
        <a:graphic>
          <a:graphicData uri="http://schemas.openxmlformats.org/drawingml/2006/table">
            <a:tbl>
              <a:tblPr/>
              <a:tblGrid>
                <a:gridCol w="838200">
                  <a:extLst>
                    <a:ext uri="{9D8B030D-6E8A-4147-A177-3AD203B41FA5}">
                      <a16:colId xmlns:a16="http://schemas.microsoft.com/office/drawing/2014/main" val="3616809048"/>
                    </a:ext>
                  </a:extLst>
                </a:gridCol>
                <a:gridCol w="838200">
                  <a:extLst>
                    <a:ext uri="{9D8B030D-6E8A-4147-A177-3AD203B41FA5}">
                      <a16:colId xmlns:a16="http://schemas.microsoft.com/office/drawing/2014/main" val="1929786344"/>
                    </a:ext>
                  </a:extLst>
                </a:gridCol>
                <a:gridCol w="838200">
                  <a:extLst>
                    <a:ext uri="{9D8B030D-6E8A-4147-A177-3AD203B41FA5}">
                      <a16:colId xmlns:a16="http://schemas.microsoft.com/office/drawing/2014/main" val="2561045869"/>
                    </a:ext>
                  </a:extLst>
                </a:gridCol>
              </a:tblGrid>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c</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i</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extLst>
                  <a:ext uri="{0D108BD9-81ED-4DB2-BD59-A6C34878D82A}">
                    <a16:rowId xmlns:a16="http://schemas.microsoft.com/office/drawing/2014/main" val="29493143"/>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275506770"/>
                  </a:ext>
                </a:extLst>
              </a:tr>
              <a:tr h="51435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347808939"/>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03406599"/>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2246670139"/>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3100"/>
                                        </p:tgtEl>
                                        <p:attrNameLst>
                                          <p:attrName>style.visibility</p:attrName>
                                        </p:attrNameLst>
                                      </p:cBhvr>
                                      <p:to>
                                        <p:strVal val="visible"/>
                                      </p:to>
                                    </p:set>
                                    <p:anim calcmode="lin" valueType="num">
                                      <p:cBhvr additive="base">
                                        <p:cTn id="7" dur="500" fill="hold"/>
                                        <p:tgtEl>
                                          <p:spTgt spid="43100"/>
                                        </p:tgtEl>
                                        <p:attrNameLst>
                                          <p:attrName>ppt_x</p:attrName>
                                        </p:attrNameLst>
                                      </p:cBhvr>
                                      <p:tavLst>
                                        <p:tav tm="0">
                                          <p:val>
                                            <p:strVal val="0-#ppt_w/2"/>
                                          </p:val>
                                        </p:tav>
                                        <p:tav tm="100000">
                                          <p:val>
                                            <p:strVal val="#ppt_x"/>
                                          </p:val>
                                        </p:tav>
                                      </p:tavLst>
                                    </p:anim>
                                    <p:anim calcmode="lin" valueType="num">
                                      <p:cBhvr additive="base">
                                        <p:cTn id="8" dur="500" fill="hold"/>
                                        <p:tgtEl>
                                          <p:spTgt spid="431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ooter Placeholder 3">
            <a:extLst>
              <a:ext uri="{FF2B5EF4-FFF2-40B4-BE49-F238E27FC236}">
                <a16:creationId xmlns:a16="http://schemas.microsoft.com/office/drawing/2014/main" id="{01F05766-2EDC-4D4F-888B-A9AE3E7B9148}"/>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46083" name="Text Box 2051">
            <a:extLst>
              <a:ext uri="{FF2B5EF4-FFF2-40B4-BE49-F238E27FC236}">
                <a16:creationId xmlns:a16="http://schemas.microsoft.com/office/drawing/2014/main" id="{8E0A0996-84BF-4240-B8EF-E64A49A0542F}"/>
              </a:ext>
            </a:extLst>
          </p:cNvPr>
          <p:cNvSpPr txBox="1">
            <a:spLocks noChangeArrowheads="1"/>
          </p:cNvSpPr>
          <p:nvPr/>
        </p:nvSpPr>
        <p:spPr bwMode="auto">
          <a:xfrm>
            <a:off x="838200" y="1143000"/>
            <a:ext cx="7113588"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Which statement is represented by the</a:t>
            </a:r>
          </a:p>
          <a:p>
            <a:pPr algn="l"/>
            <a:r>
              <a:rPr lang="en-US" altLang="en-US"/>
              <a:t>truth table at right?</a:t>
            </a:r>
          </a:p>
          <a:p>
            <a:pPr algn="l"/>
            <a:endParaRPr lang="en-US" altLang="en-US"/>
          </a:p>
          <a:p>
            <a:pPr algn="l"/>
            <a:r>
              <a:rPr lang="en-US" altLang="en-US"/>
              <a:t>A.	i  = !(c&amp;&amp;s) &amp;&amp; c||s;</a:t>
            </a:r>
          </a:p>
          <a:p>
            <a:pPr algn="l"/>
            <a:r>
              <a:rPr lang="en-US" altLang="en-US"/>
              <a:t>B.	i  = c||s&amp;&amp;s;</a:t>
            </a:r>
          </a:p>
          <a:p>
            <a:pPr algn="l"/>
            <a:r>
              <a:rPr lang="en-US" altLang="en-US"/>
              <a:t>C.	i  = c&amp;&amp;s;</a:t>
            </a:r>
          </a:p>
          <a:p>
            <a:pPr algn="l"/>
            <a:r>
              <a:rPr lang="en-US" altLang="en-US"/>
              <a:t>D. 	i  =  !(c&amp;&amp;s) &amp;&amp;(c||s);</a:t>
            </a:r>
          </a:p>
          <a:p>
            <a:pPr algn="l"/>
            <a:endParaRPr lang="en-US" altLang="en-US"/>
          </a:p>
        </p:txBody>
      </p:sp>
      <p:sp>
        <p:nvSpPr>
          <p:cNvPr id="46085" name="WordArt 2053">
            <a:extLst>
              <a:ext uri="{FF2B5EF4-FFF2-40B4-BE49-F238E27FC236}">
                <a16:creationId xmlns:a16="http://schemas.microsoft.com/office/drawing/2014/main" id="{2696A6AC-CF44-48F6-9740-BDC7D764DBF6}"/>
              </a:ext>
            </a:extLst>
          </p:cNvPr>
          <p:cNvSpPr>
            <a:spLocks noChangeArrowheads="1" noChangeShapeType="1" noTextEdit="1"/>
          </p:cNvSpPr>
          <p:nvPr/>
        </p:nvSpPr>
        <p:spPr bwMode="auto">
          <a:xfrm>
            <a:off x="4495800" y="4800600"/>
            <a:ext cx="1524000" cy="12954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d</a:t>
            </a:r>
          </a:p>
        </p:txBody>
      </p:sp>
      <p:sp>
        <p:nvSpPr>
          <p:cNvPr id="46086" name="WordArt 2054">
            <a:extLst>
              <a:ext uri="{FF2B5EF4-FFF2-40B4-BE49-F238E27FC236}">
                <a16:creationId xmlns:a16="http://schemas.microsoft.com/office/drawing/2014/main" id="{9E4AF2B0-CA3C-477F-957F-FBF69FF851FD}"/>
              </a:ext>
            </a:extLst>
          </p:cNvPr>
          <p:cNvSpPr>
            <a:spLocks noChangeArrowheads="1" noChangeShapeType="1" noTextEdit="1"/>
          </p:cNvSpPr>
          <p:nvPr/>
        </p:nvSpPr>
        <p:spPr bwMode="auto">
          <a:xfrm>
            <a:off x="1066800" y="152400"/>
            <a:ext cx="6858000" cy="762000"/>
          </a:xfrm>
          <a:prstGeom prst="rect">
            <a:avLst/>
          </a:prstGeom>
        </p:spPr>
        <p:txBody>
          <a:bodyPr wrap="none" fromWordArt="1">
            <a:prstTxWarp prst="textCurveUp">
              <a:avLst>
                <a:gd name="adj" fmla="val 40356"/>
              </a:avLst>
            </a:prstTxWarp>
          </a:bodyPr>
          <a:lstStyle/>
          <a:p>
            <a:r>
              <a:rPr lang="en-US" sz="3600" kern="1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panose="020B0A04020102020204" pitchFamily="34" charset="0"/>
              </a:rPr>
              <a:t>Boolean Example 7</a:t>
            </a:r>
          </a:p>
        </p:txBody>
      </p:sp>
      <p:graphicFrame>
        <p:nvGraphicFramePr>
          <p:cNvPr id="46158" name="Group 2126">
            <a:extLst>
              <a:ext uri="{FF2B5EF4-FFF2-40B4-BE49-F238E27FC236}">
                <a16:creationId xmlns:a16="http://schemas.microsoft.com/office/drawing/2014/main" id="{C5EF0F56-42AC-4CB2-A95B-5DAD34827EBC}"/>
              </a:ext>
            </a:extLst>
          </p:cNvPr>
          <p:cNvGraphicFramePr>
            <a:graphicFrameLocks noGrp="1"/>
          </p:cNvGraphicFramePr>
          <p:nvPr/>
        </p:nvGraphicFramePr>
        <p:xfrm>
          <a:off x="6324600" y="2209800"/>
          <a:ext cx="2514600" cy="2587625"/>
        </p:xfrm>
        <a:graphic>
          <a:graphicData uri="http://schemas.openxmlformats.org/drawingml/2006/table">
            <a:tbl>
              <a:tblPr/>
              <a:tblGrid>
                <a:gridCol w="838200">
                  <a:extLst>
                    <a:ext uri="{9D8B030D-6E8A-4147-A177-3AD203B41FA5}">
                      <a16:colId xmlns:a16="http://schemas.microsoft.com/office/drawing/2014/main" val="1976395383"/>
                    </a:ext>
                  </a:extLst>
                </a:gridCol>
                <a:gridCol w="838200">
                  <a:extLst>
                    <a:ext uri="{9D8B030D-6E8A-4147-A177-3AD203B41FA5}">
                      <a16:colId xmlns:a16="http://schemas.microsoft.com/office/drawing/2014/main" val="284367645"/>
                    </a:ext>
                  </a:extLst>
                </a:gridCol>
                <a:gridCol w="838200">
                  <a:extLst>
                    <a:ext uri="{9D8B030D-6E8A-4147-A177-3AD203B41FA5}">
                      <a16:colId xmlns:a16="http://schemas.microsoft.com/office/drawing/2014/main" val="4118719183"/>
                    </a:ext>
                  </a:extLst>
                </a:gridCol>
              </a:tblGrid>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c</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i</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00FF00">
                        <a:alpha val="50000"/>
                      </a:srgbClr>
                    </a:solidFill>
                  </a:tcPr>
                </a:tc>
                <a:extLst>
                  <a:ext uri="{0D108BD9-81ED-4DB2-BD59-A6C34878D82A}">
                    <a16:rowId xmlns:a16="http://schemas.microsoft.com/office/drawing/2014/main" val="3581818502"/>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58957842"/>
                  </a:ext>
                </a:extLst>
              </a:tr>
              <a:tr h="51435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274689426"/>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744887535"/>
                  </a:ext>
                </a:extLst>
              </a:tr>
              <a:tr h="5127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0</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27844193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6085"/>
                                        </p:tgtEl>
                                        <p:attrNameLst>
                                          <p:attrName>style.visibility</p:attrName>
                                        </p:attrNameLst>
                                      </p:cBhvr>
                                      <p:to>
                                        <p:strVal val="visible"/>
                                      </p:to>
                                    </p:set>
                                    <p:anim calcmode="lin" valueType="num">
                                      <p:cBhvr additive="base">
                                        <p:cTn id="7" dur="500" fill="hold"/>
                                        <p:tgtEl>
                                          <p:spTgt spid="46085"/>
                                        </p:tgtEl>
                                        <p:attrNameLst>
                                          <p:attrName>ppt_x</p:attrName>
                                        </p:attrNameLst>
                                      </p:cBhvr>
                                      <p:tavLst>
                                        <p:tav tm="0">
                                          <p:val>
                                            <p:strVal val="0-#ppt_w/2"/>
                                          </p:val>
                                        </p:tav>
                                        <p:tav tm="100000">
                                          <p:val>
                                            <p:strVal val="#ppt_x"/>
                                          </p:val>
                                        </p:tav>
                                      </p:tavLst>
                                    </p:anim>
                                    <p:anim calcmode="lin" valueType="num">
                                      <p:cBhvr additive="base">
                                        <p:cTn id="8" dur="500" fill="hold"/>
                                        <p:tgtEl>
                                          <p:spTgt spid="460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BF4088E-93DA-429A-AE1D-C0903BE2E7D1}"/>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84994" name="WordArt 2">
            <a:extLst>
              <a:ext uri="{FF2B5EF4-FFF2-40B4-BE49-F238E27FC236}">
                <a16:creationId xmlns:a16="http://schemas.microsoft.com/office/drawing/2014/main" id="{34F44CB7-31A4-425C-8FCB-87A82639C18D}"/>
              </a:ext>
            </a:extLst>
          </p:cNvPr>
          <p:cNvSpPr>
            <a:spLocks noChangeArrowheads="1" noChangeShapeType="1" noTextEdit="1"/>
          </p:cNvSpPr>
          <p:nvPr/>
        </p:nvSpPr>
        <p:spPr bwMode="auto">
          <a:xfrm>
            <a:off x="838200" y="685800"/>
            <a:ext cx="6934200" cy="4876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Short</a:t>
            </a:r>
          </a:p>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Circuit</a:t>
            </a:r>
          </a:p>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Evaluation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54E84E28-F2B7-468D-8DD7-06F1169FB29D}"/>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40962" name="WordArt 2">
            <a:extLst>
              <a:ext uri="{FF2B5EF4-FFF2-40B4-BE49-F238E27FC236}">
                <a16:creationId xmlns:a16="http://schemas.microsoft.com/office/drawing/2014/main" id="{BBC884E4-AA3A-428E-B7C5-5603F2CD2439}"/>
              </a:ext>
            </a:extLst>
          </p:cNvPr>
          <p:cNvSpPr>
            <a:spLocks noChangeArrowheads="1" noChangeShapeType="1" noTextEdit="1"/>
          </p:cNvSpPr>
          <p:nvPr/>
        </p:nvSpPr>
        <p:spPr bwMode="auto">
          <a:xfrm>
            <a:off x="762000" y="457200"/>
            <a:ext cx="7315200" cy="8382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Short Circuit Evaluation</a:t>
            </a:r>
          </a:p>
        </p:txBody>
      </p:sp>
      <p:sp>
        <p:nvSpPr>
          <p:cNvPr id="40963" name="Text Box 3">
            <a:extLst>
              <a:ext uri="{FF2B5EF4-FFF2-40B4-BE49-F238E27FC236}">
                <a16:creationId xmlns:a16="http://schemas.microsoft.com/office/drawing/2014/main" id="{C6290CE6-6D3C-438D-A537-0DE47FBB8C3E}"/>
              </a:ext>
            </a:extLst>
          </p:cNvPr>
          <p:cNvSpPr txBox="1">
            <a:spLocks noChangeArrowheads="1"/>
          </p:cNvSpPr>
          <p:nvPr/>
        </p:nvSpPr>
        <p:spPr bwMode="auto">
          <a:xfrm>
            <a:off x="990600" y="1752600"/>
            <a:ext cx="69977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Java evaluates boolean expressions</a:t>
            </a:r>
          </a:p>
          <a:p>
            <a:pPr algn="l"/>
            <a:r>
              <a:rPr lang="en-US" altLang="en-US"/>
              <a:t>from left to right in most situations </a:t>
            </a:r>
          </a:p>
          <a:p>
            <a:pPr algn="l"/>
            <a:r>
              <a:rPr lang="en-US" altLang="en-US"/>
              <a:t>and stops the evaluation process once</a:t>
            </a:r>
          </a:p>
          <a:p>
            <a:pPr algn="l"/>
            <a:r>
              <a:rPr lang="en-US" altLang="en-US"/>
              <a:t>a condition is found that can </a:t>
            </a:r>
          </a:p>
          <a:p>
            <a:pPr algn="l"/>
            <a:r>
              <a:rPr lang="en-US" altLang="en-US"/>
              <a:t>complete the expression.</a:t>
            </a:r>
          </a:p>
          <a:p>
            <a:pPr algn="l"/>
            <a:endParaRPr lang="en-US" altLang="en-US"/>
          </a:p>
          <a:p>
            <a:pPr algn="l"/>
            <a:r>
              <a:rPr lang="en-US" altLang="en-US"/>
              <a:t>&amp;&amp;   -  and </a:t>
            </a:r>
          </a:p>
          <a:p>
            <a:pPr algn="l"/>
            <a:r>
              <a:rPr lang="en-US" altLang="en-US"/>
              <a:t>||    -  or</a:t>
            </a:r>
          </a:p>
          <a:p>
            <a:pPr algn="l"/>
            <a:endParaRPr lang="en-US" altLang="en-US"/>
          </a:p>
          <a:p>
            <a:pPr algn="l"/>
            <a:endParaRPr lang="en-US" altLang="en-US">
              <a:solidFill>
                <a:srgbClr val="0033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A2E81AAB-B31A-4DB4-AC2F-9AE0EEABC734}"/>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54274" name="WordArt 3074">
            <a:extLst>
              <a:ext uri="{FF2B5EF4-FFF2-40B4-BE49-F238E27FC236}">
                <a16:creationId xmlns:a16="http://schemas.microsoft.com/office/drawing/2014/main" id="{1C35B5FC-D702-4EA4-9CC9-CCC98408FFE5}"/>
              </a:ext>
            </a:extLst>
          </p:cNvPr>
          <p:cNvSpPr>
            <a:spLocks noChangeArrowheads="1" noChangeShapeType="1" noTextEdit="1"/>
          </p:cNvSpPr>
          <p:nvPr/>
        </p:nvSpPr>
        <p:spPr bwMode="auto">
          <a:xfrm>
            <a:off x="914400" y="381000"/>
            <a:ext cx="7086600" cy="685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Short Circuit Evaluation   ||   or</a:t>
            </a:r>
          </a:p>
        </p:txBody>
      </p:sp>
      <p:sp>
        <p:nvSpPr>
          <p:cNvPr id="54275" name="Text Box 3075">
            <a:extLst>
              <a:ext uri="{FF2B5EF4-FFF2-40B4-BE49-F238E27FC236}">
                <a16:creationId xmlns:a16="http://schemas.microsoft.com/office/drawing/2014/main" id="{E68AD89F-B188-4A1D-AB23-CB973DED88C2}"/>
              </a:ext>
            </a:extLst>
          </p:cNvPr>
          <p:cNvSpPr txBox="1">
            <a:spLocks noChangeArrowheads="1"/>
          </p:cNvSpPr>
          <p:nvPr/>
        </p:nvSpPr>
        <p:spPr bwMode="auto">
          <a:xfrm>
            <a:off x="838200" y="1447800"/>
            <a:ext cx="43561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int total=9;</a:t>
            </a:r>
          </a:p>
          <a:p>
            <a:pPr algn="l"/>
            <a:r>
              <a:rPr lang="en-US" altLang="en-US"/>
              <a:t>boolean flipper = false;</a:t>
            </a:r>
          </a:p>
          <a:p>
            <a:pPr algn="l"/>
            <a:endParaRPr lang="en-US" altLang="en-US"/>
          </a:p>
          <a:p>
            <a:pPr algn="l"/>
            <a:r>
              <a:rPr lang="en-US" altLang="en-US"/>
              <a:t>if(flipper || total&gt;4)</a:t>
            </a:r>
          </a:p>
          <a:p>
            <a:pPr algn="l"/>
            <a:r>
              <a:rPr lang="en-US" altLang="en-US"/>
              <a:t>{</a:t>
            </a:r>
          </a:p>
          <a:p>
            <a:pPr algn="l"/>
            <a:r>
              <a:rPr lang="en-US" altLang="en-US"/>
              <a:t>   out.println("short");</a:t>
            </a:r>
          </a:p>
          <a:p>
            <a:pPr algn="l"/>
            <a:r>
              <a:rPr lang="en-US" altLang="en-US"/>
              <a:t>}</a:t>
            </a:r>
          </a:p>
          <a:p>
            <a:pPr algn="l"/>
            <a:r>
              <a:rPr lang="en-US" altLang="en-US"/>
              <a:t>out.println("check");</a:t>
            </a:r>
          </a:p>
        </p:txBody>
      </p:sp>
      <p:sp>
        <p:nvSpPr>
          <p:cNvPr id="54276" name="Text Box 3076">
            <a:extLst>
              <a:ext uri="{FF2B5EF4-FFF2-40B4-BE49-F238E27FC236}">
                <a16:creationId xmlns:a16="http://schemas.microsoft.com/office/drawing/2014/main" id="{2F5638D6-0608-45D3-903F-A89F49423CB3}"/>
              </a:ext>
            </a:extLst>
          </p:cNvPr>
          <p:cNvSpPr txBox="1">
            <a:spLocks noChangeArrowheads="1"/>
          </p:cNvSpPr>
          <p:nvPr/>
        </p:nvSpPr>
        <p:spPr bwMode="auto">
          <a:xfrm>
            <a:off x="1066800" y="48006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endParaRPr lang="en-US" altLang="en-US"/>
          </a:p>
        </p:txBody>
      </p:sp>
      <p:sp>
        <p:nvSpPr>
          <p:cNvPr id="54278" name="Text Box 3078">
            <a:extLst>
              <a:ext uri="{FF2B5EF4-FFF2-40B4-BE49-F238E27FC236}">
                <a16:creationId xmlns:a16="http://schemas.microsoft.com/office/drawing/2014/main" id="{63A0937F-9827-4B63-A7E6-52E8E705C6F8}"/>
              </a:ext>
            </a:extLst>
          </p:cNvPr>
          <p:cNvSpPr txBox="1">
            <a:spLocks noChangeArrowheads="1"/>
          </p:cNvSpPr>
          <p:nvPr/>
        </p:nvSpPr>
        <p:spPr bwMode="auto">
          <a:xfrm>
            <a:off x="6629400" y="1981200"/>
            <a:ext cx="1905000" cy="1811338"/>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3200" u="sng">
                <a:solidFill>
                  <a:srgbClr val="FF0000"/>
                </a:solidFill>
              </a:rPr>
              <a:t>OUTPUT</a:t>
            </a:r>
          </a:p>
          <a:p>
            <a:pPr algn="l" eaLnBrk="0" hangingPunct="0">
              <a:spcBef>
                <a:spcPct val="50000"/>
              </a:spcBef>
            </a:pPr>
            <a:r>
              <a:rPr lang="en-US" altLang="en-US" sz="3200"/>
              <a:t>short</a:t>
            </a:r>
            <a:br>
              <a:rPr lang="en-US" altLang="en-US" sz="3200"/>
            </a:br>
            <a:r>
              <a:rPr lang="en-US" altLang="en-US" sz="3200"/>
              <a:t>check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nodePh="1">
                                  <p:stCondLst>
                                    <p:cond delay="0"/>
                                  </p:stCondLst>
                                  <p:endCondLst>
                                    <p:cond evt="begin" delay="0">
                                      <p:tn val="5"/>
                                    </p:cond>
                                  </p:endCondLst>
                                  <p:childTnLst>
                                    <p:set>
                                      <p:cBhvr>
                                        <p:cTn id="6" dur="1" fill="hold">
                                          <p:stCondLst>
                                            <p:cond delay="0"/>
                                          </p:stCondLst>
                                        </p:cTn>
                                        <p:tgtEl>
                                          <p:spTgt spid="54276"/>
                                        </p:tgtEl>
                                        <p:attrNameLst>
                                          <p:attrName>style.visibility</p:attrName>
                                        </p:attrNameLst>
                                      </p:cBhvr>
                                      <p:to>
                                        <p:strVal val="visible"/>
                                      </p:to>
                                    </p:set>
                                    <p:anim calcmode="lin" valueType="num">
                                      <p:cBhvr additive="base">
                                        <p:cTn id="7" dur="500" fill="hold"/>
                                        <p:tgtEl>
                                          <p:spTgt spid="54276"/>
                                        </p:tgtEl>
                                        <p:attrNameLst>
                                          <p:attrName>ppt_x</p:attrName>
                                        </p:attrNameLst>
                                      </p:cBhvr>
                                      <p:tavLst>
                                        <p:tav tm="0">
                                          <p:val>
                                            <p:strVal val="1+#ppt_w/2"/>
                                          </p:val>
                                        </p:tav>
                                        <p:tav tm="100000">
                                          <p:val>
                                            <p:strVal val="#ppt_x"/>
                                          </p:val>
                                        </p:tav>
                                      </p:tavLst>
                                    </p:anim>
                                    <p:anim calcmode="lin" valueType="num">
                                      <p:cBhvr additive="base">
                                        <p:cTn id="8" dur="500" fill="hold"/>
                                        <p:tgtEl>
                                          <p:spTgt spid="5427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54278"/>
                                        </p:tgtEl>
                                        <p:attrNameLst>
                                          <p:attrName>style.visibility</p:attrName>
                                        </p:attrNameLst>
                                      </p:cBhvr>
                                      <p:to>
                                        <p:strVal val="visible"/>
                                      </p:to>
                                    </p:set>
                                    <p:animEffect transition="in" filter="box(in)">
                                      <p:cBhvr>
                                        <p:cTn id="13" dur="500"/>
                                        <p:tgtEl>
                                          <p:spTgt spid="54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6" grpId="0" autoUpdateAnimBg="0"/>
      <p:bldP spid="5427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1BDE2FF3-0889-4AA4-94E9-F366A48E00FF}"/>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21858" name="WordArt 2">
            <a:extLst>
              <a:ext uri="{FF2B5EF4-FFF2-40B4-BE49-F238E27FC236}">
                <a16:creationId xmlns:a16="http://schemas.microsoft.com/office/drawing/2014/main" id="{BDB0B2F8-F82B-4472-852E-F61B19174017}"/>
              </a:ext>
            </a:extLst>
          </p:cNvPr>
          <p:cNvSpPr>
            <a:spLocks noChangeArrowheads="1" noChangeShapeType="1" noTextEdit="1"/>
          </p:cNvSpPr>
          <p:nvPr/>
        </p:nvSpPr>
        <p:spPr bwMode="auto">
          <a:xfrm>
            <a:off x="914400" y="381000"/>
            <a:ext cx="7086600" cy="685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Short Circuit Evaluation   ||   or</a:t>
            </a:r>
          </a:p>
        </p:txBody>
      </p:sp>
      <p:sp>
        <p:nvSpPr>
          <p:cNvPr id="121859" name="Text Box 3">
            <a:extLst>
              <a:ext uri="{FF2B5EF4-FFF2-40B4-BE49-F238E27FC236}">
                <a16:creationId xmlns:a16="http://schemas.microsoft.com/office/drawing/2014/main" id="{C5F477AF-BB6C-4508-90E9-CE5554970FA8}"/>
              </a:ext>
            </a:extLst>
          </p:cNvPr>
          <p:cNvSpPr txBox="1">
            <a:spLocks noChangeArrowheads="1"/>
          </p:cNvSpPr>
          <p:nvPr/>
        </p:nvSpPr>
        <p:spPr bwMode="auto">
          <a:xfrm>
            <a:off x="838200" y="1447800"/>
            <a:ext cx="4244975"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int total=2;</a:t>
            </a:r>
          </a:p>
          <a:p>
            <a:pPr algn="l"/>
            <a:r>
              <a:rPr lang="en-US" altLang="en-US"/>
              <a:t>boolean flipper = true;</a:t>
            </a:r>
          </a:p>
          <a:p>
            <a:pPr algn="l"/>
            <a:endParaRPr lang="en-US" altLang="en-US"/>
          </a:p>
          <a:p>
            <a:pPr algn="l"/>
            <a:r>
              <a:rPr lang="en-US" altLang="en-US"/>
              <a:t>if(flipper || total&gt;4)</a:t>
            </a:r>
          </a:p>
          <a:p>
            <a:pPr algn="l"/>
            <a:r>
              <a:rPr lang="en-US" altLang="en-US"/>
              <a:t>{</a:t>
            </a:r>
          </a:p>
          <a:p>
            <a:pPr algn="l"/>
            <a:r>
              <a:rPr lang="en-US" altLang="en-US"/>
              <a:t>   out.println("short");</a:t>
            </a:r>
          </a:p>
          <a:p>
            <a:pPr algn="l"/>
            <a:r>
              <a:rPr lang="en-US" altLang="en-US"/>
              <a:t>}</a:t>
            </a:r>
          </a:p>
          <a:p>
            <a:pPr algn="l"/>
            <a:r>
              <a:rPr lang="en-US" altLang="en-US"/>
              <a:t>out.println("check");</a:t>
            </a:r>
          </a:p>
        </p:txBody>
      </p:sp>
      <p:sp>
        <p:nvSpPr>
          <p:cNvPr id="121860" name="Text Box 4">
            <a:extLst>
              <a:ext uri="{FF2B5EF4-FFF2-40B4-BE49-F238E27FC236}">
                <a16:creationId xmlns:a16="http://schemas.microsoft.com/office/drawing/2014/main" id="{88D38612-55EE-4E63-A9FC-DE023A4259CD}"/>
              </a:ext>
            </a:extLst>
          </p:cNvPr>
          <p:cNvSpPr txBox="1">
            <a:spLocks noChangeArrowheads="1"/>
          </p:cNvSpPr>
          <p:nvPr/>
        </p:nvSpPr>
        <p:spPr bwMode="auto">
          <a:xfrm>
            <a:off x="1066800" y="48006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endParaRPr lang="en-US" altLang="en-US"/>
          </a:p>
        </p:txBody>
      </p:sp>
      <p:sp>
        <p:nvSpPr>
          <p:cNvPr id="121861" name="Text Box 5">
            <a:extLst>
              <a:ext uri="{FF2B5EF4-FFF2-40B4-BE49-F238E27FC236}">
                <a16:creationId xmlns:a16="http://schemas.microsoft.com/office/drawing/2014/main" id="{7A5B6E21-C2AC-454B-8BE9-59CBB0145F68}"/>
              </a:ext>
            </a:extLst>
          </p:cNvPr>
          <p:cNvSpPr txBox="1">
            <a:spLocks noChangeArrowheads="1"/>
          </p:cNvSpPr>
          <p:nvPr/>
        </p:nvSpPr>
        <p:spPr bwMode="auto">
          <a:xfrm>
            <a:off x="6629400" y="1981200"/>
            <a:ext cx="1905000" cy="1811338"/>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3200" u="sng">
                <a:solidFill>
                  <a:srgbClr val="FF0000"/>
                </a:solidFill>
              </a:rPr>
              <a:t>OUTPUT</a:t>
            </a:r>
          </a:p>
          <a:p>
            <a:pPr algn="l" eaLnBrk="0" hangingPunct="0">
              <a:spcBef>
                <a:spcPct val="50000"/>
              </a:spcBef>
            </a:pPr>
            <a:r>
              <a:rPr lang="en-US" altLang="en-US" sz="3200"/>
              <a:t>short</a:t>
            </a:r>
            <a:br>
              <a:rPr lang="en-US" altLang="en-US" sz="3200"/>
            </a:br>
            <a:r>
              <a:rPr lang="en-US" altLang="en-US" sz="3200"/>
              <a:t>check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nodePh="1">
                                  <p:stCondLst>
                                    <p:cond delay="0"/>
                                  </p:stCondLst>
                                  <p:endCondLst>
                                    <p:cond evt="begin" delay="0">
                                      <p:tn val="5"/>
                                    </p:cond>
                                  </p:endCondLst>
                                  <p:childTnLst>
                                    <p:set>
                                      <p:cBhvr>
                                        <p:cTn id="6" dur="1" fill="hold">
                                          <p:stCondLst>
                                            <p:cond delay="0"/>
                                          </p:stCondLst>
                                        </p:cTn>
                                        <p:tgtEl>
                                          <p:spTgt spid="121860"/>
                                        </p:tgtEl>
                                        <p:attrNameLst>
                                          <p:attrName>style.visibility</p:attrName>
                                        </p:attrNameLst>
                                      </p:cBhvr>
                                      <p:to>
                                        <p:strVal val="visible"/>
                                      </p:to>
                                    </p:set>
                                    <p:anim calcmode="lin" valueType="num">
                                      <p:cBhvr additive="base">
                                        <p:cTn id="7" dur="500" fill="hold"/>
                                        <p:tgtEl>
                                          <p:spTgt spid="121860"/>
                                        </p:tgtEl>
                                        <p:attrNameLst>
                                          <p:attrName>ppt_x</p:attrName>
                                        </p:attrNameLst>
                                      </p:cBhvr>
                                      <p:tavLst>
                                        <p:tav tm="0">
                                          <p:val>
                                            <p:strVal val="1+#ppt_w/2"/>
                                          </p:val>
                                        </p:tav>
                                        <p:tav tm="100000">
                                          <p:val>
                                            <p:strVal val="#ppt_x"/>
                                          </p:val>
                                        </p:tav>
                                      </p:tavLst>
                                    </p:anim>
                                    <p:anim calcmode="lin" valueType="num">
                                      <p:cBhvr additive="base">
                                        <p:cTn id="8" dur="500" fill="hold"/>
                                        <p:tgtEl>
                                          <p:spTgt spid="12186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21861"/>
                                        </p:tgtEl>
                                        <p:attrNameLst>
                                          <p:attrName>style.visibility</p:attrName>
                                        </p:attrNameLst>
                                      </p:cBhvr>
                                      <p:to>
                                        <p:strVal val="visible"/>
                                      </p:to>
                                    </p:set>
                                    <p:animEffect transition="in" filter="box(in)">
                                      <p:cBhvr>
                                        <p:cTn id="13" dur="500"/>
                                        <p:tgtEl>
                                          <p:spTgt spid="1218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0" grpId="0" autoUpdateAnimBg="0"/>
      <p:bldP spid="12186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EFE490C2-40CF-423D-B693-00681077A868}"/>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64866" name="WordArt 2">
            <a:extLst>
              <a:ext uri="{FF2B5EF4-FFF2-40B4-BE49-F238E27FC236}">
                <a16:creationId xmlns:a16="http://schemas.microsoft.com/office/drawing/2014/main" id="{FEC2FD10-D654-411C-BD03-A519E73B45E9}"/>
              </a:ext>
            </a:extLst>
          </p:cNvPr>
          <p:cNvSpPr>
            <a:spLocks noChangeArrowheads="1" noChangeShapeType="1" noTextEdit="1"/>
          </p:cNvSpPr>
          <p:nvPr/>
        </p:nvSpPr>
        <p:spPr bwMode="auto">
          <a:xfrm>
            <a:off x="914400" y="381000"/>
            <a:ext cx="7086600" cy="685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Short Circuit Evaluation   ||   or</a:t>
            </a:r>
          </a:p>
        </p:txBody>
      </p:sp>
      <p:sp>
        <p:nvSpPr>
          <p:cNvPr id="164867" name="Text Box 3">
            <a:extLst>
              <a:ext uri="{FF2B5EF4-FFF2-40B4-BE49-F238E27FC236}">
                <a16:creationId xmlns:a16="http://schemas.microsoft.com/office/drawing/2014/main" id="{2CC8CE3B-3C71-4E82-AA6F-E3B110D24407}"/>
              </a:ext>
            </a:extLst>
          </p:cNvPr>
          <p:cNvSpPr txBox="1">
            <a:spLocks noChangeArrowheads="1"/>
          </p:cNvSpPr>
          <p:nvPr/>
        </p:nvSpPr>
        <p:spPr bwMode="auto">
          <a:xfrm>
            <a:off x="838200" y="1447800"/>
            <a:ext cx="43561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int total=2;</a:t>
            </a:r>
          </a:p>
          <a:p>
            <a:pPr algn="l"/>
            <a:r>
              <a:rPr lang="en-US" altLang="en-US"/>
              <a:t>boolean flipper = false;</a:t>
            </a:r>
          </a:p>
          <a:p>
            <a:pPr algn="l"/>
            <a:endParaRPr lang="en-US" altLang="en-US"/>
          </a:p>
          <a:p>
            <a:pPr algn="l"/>
            <a:r>
              <a:rPr lang="en-US" altLang="en-US"/>
              <a:t>if(flipper || total&gt;4)</a:t>
            </a:r>
          </a:p>
          <a:p>
            <a:pPr algn="l"/>
            <a:r>
              <a:rPr lang="en-US" altLang="en-US"/>
              <a:t>{</a:t>
            </a:r>
          </a:p>
          <a:p>
            <a:pPr algn="l"/>
            <a:r>
              <a:rPr lang="en-US" altLang="en-US"/>
              <a:t>   out.println("short");</a:t>
            </a:r>
          </a:p>
          <a:p>
            <a:pPr algn="l"/>
            <a:r>
              <a:rPr lang="en-US" altLang="en-US"/>
              <a:t>}</a:t>
            </a:r>
          </a:p>
          <a:p>
            <a:pPr algn="l"/>
            <a:r>
              <a:rPr lang="en-US" altLang="en-US"/>
              <a:t>out.println("check");</a:t>
            </a:r>
          </a:p>
        </p:txBody>
      </p:sp>
      <p:sp>
        <p:nvSpPr>
          <p:cNvPr id="164868" name="Text Box 4">
            <a:extLst>
              <a:ext uri="{FF2B5EF4-FFF2-40B4-BE49-F238E27FC236}">
                <a16:creationId xmlns:a16="http://schemas.microsoft.com/office/drawing/2014/main" id="{25929095-EDB1-4172-B832-528996EB97C3}"/>
              </a:ext>
            </a:extLst>
          </p:cNvPr>
          <p:cNvSpPr txBox="1">
            <a:spLocks noChangeArrowheads="1"/>
          </p:cNvSpPr>
          <p:nvPr/>
        </p:nvSpPr>
        <p:spPr bwMode="auto">
          <a:xfrm>
            <a:off x="1066800" y="48006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endParaRPr lang="en-US" altLang="en-US"/>
          </a:p>
        </p:txBody>
      </p:sp>
      <p:sp>
        <p:nvSpPr>
          <p:cNvPr id="164869" name="Text Box 5">
            <a:extLst>
              <a:ext uri="{FF2B5EF4-FFF2-40B4-BE49-F238E27FC236}">
                <a16:creationId xmlns:a16="http://schemas.microsoft.com/office/drawing/2014/main" id="{49408430-C869-4A28-B256-18F4EF0C24E5}"/>
              </a:ext>
            </a:extLst>
          </p:cNvPr>
          <p:cNvSpPr txBox="1">
            <a:spLocks noChangeArrowheads="1"/>
          </p:cNvSpPr>
          <p:nvPr/>
        </p:nvSpPr>
        <p:spPr bwMode="auto">
          <a:xfrm>
            <a:off x="6629400" y="19812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3200" u="sng">
                <a:solidFill>
                  <a:srgbClr val="FF0000"/>
                </a:solidFill>
              </a:rPr>
              <a:t>OUTPUT</a:t>
            </a:r>
          </a:p>
          <a:p>
            <a:pPr algn="l" eaLnBrk="0" hangingPunct="0">
              <a:spcBef>
                <a:spcPct val="50000"/>
              </a:spcBef>
            </a:pPr>
            <a:r>
              <a:rPr lang="en-US" altLang="en-US" sz="3200"/>
              <a:t>check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nodePh="1">
                                  <p:stCondLst>
                                    <p:cond delay="0"/>
                                  </p:stCondLst>
                                  <p:endCondLst>
                                    <p:cond evt="begin" delay="0">
                                      <p:tn val="5"/>
                                    </p:cond>
                                  </p:endCondLst>
                                  <p:childTnLst>
                                    <p:set>
                                      <p:cBhvr>
                                        <p:cTn id="6" dur="1" fill="hold">
                                          <p:stCondLst>
                                            <p:cond delay="0"/>
                                          </p:stCondLst>
                                        </p:cTn>
                                        <p:tgtEl>
                                          <p:spTgt spid="164868"/>
                                        </p:tgtEl>
                                        <p:attrNameLst>
                                          <p:attrName>style.visibility</p:attrName>
                                        </p:attrNameLst>
                                      </p:cBhvr>
                                      <p:to>
                                        <p:strVal val="visible"/>
                                      </p:to>
                                    </p:set>
                                    <p:anim calcmode="lin" valueType="num">
                                      <p:cBhvr additive="base">
                                        <p:cTn id="7" dur="500" fill="hold"/>
                                        <p:tgtEl>
                                          <p:spTgt spid="164868"/>
                                        </p:tgtEl>
                                        <p:attrNameLst>
                                          <p:attrName>ppt_x</p:attrName>
                                        </p:attrNameLst>
                                      </p:cBhvr>
                                      <p:tavLst>
                                        <p:tav tm="0">
                                          <p:val>
                                            <p:strVal val="1+#ppt_w/2"/>
                                          </p:val>
                                        </p:tav>
                                        <p:tav tm="100000">
                                          <p:val>
                                            <p:strVal val="#ppt_x"/>
                                          </p:val>
                                        </p:tav>
                                      </p:tavLst>
                                    </p:anim>
                                    <p:anim calcmode="lin" valueType="num">
                                      <p:cBhvr additive="base">
                                        <p:cTn id="8" dur="500" fill="hold"/>
                                        <p:tgtEl>
                                          <p:spTgt spid="16486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64869"/>
                                        </p:tgtEl>
                                        <p:attrNameLst>
                                          <p:attrName>style.visibility</p:attrName>
                                        </p:attrNameLst>
                                      </p:cBhvr>
                                      <p:to>
                                        <p:strVal val="visible"/>
                                      </p:to>
                                    </p:set>
                                    <p:animEffect transition="in" filter="box(in)">
                                      <p:cBhvr>
                                        <p:cTn id="13" dur="500"/>
                                        <p:tgtEl>
                                          <p:spTgt spid="164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8" grpId="0" autoUpdateAnimBg="0"/>
      <p:bldP spid="16486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F7C04E66-B77C-4145-B50A-8FEDB76F071B}"/>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55298" name="WordArt 2">
            <a:extLst>
              <a:ext uri="{FF2B5EF4-FFF2-40B4-BE49-F238E27FC236}">
                <a16:creationId xmlns:a16="http://schemas.microsoft.com/office/drawing/2014/main" id="{46F59BD3-B74C-46A5-A0C1-F1777EE4156D}"/>
              </a:ext>
            </a:extLst>
          </p:cNvPr>
          <p:cNvSpPr>
            <a:spLocks noChangeArrowheads="1" noChangeShapeType="1" noTextEdit="1"/>
          </p:cNvSpPr>
          <p:nvPr/>
        </p:nvSpPr>
        <p:spPr bwMode="auto">
          <a:xfrm>
            <a:off x="914400" y="381000"/>
            <a:ext cx="7086600" cy="685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Short Circuit Evaluation   || or</a:t>
            </a:r>
          </a:p>
        </p:txBody>
      </p:sp>
      <p:sp>
        <p:nvSpPr>
          <p:cNvPr id="55299" name="Text Box 3">
            <a:extLst>
              <a:ext uri="{FF2B5EF4-FFF2-40B4-BE49-F238E27FC236}">
                <a16:creationId xmlns:a16="http://schemas.microsoft.com/office/drawing/2014/main" id="{08EB7AA0-807E-4B06-B12A-F7970264F4E2}"/>
              </a:ext>
            </a:extLst>
          </p:cNvPr>
          <p:cNvSpPr txBox="1">
            <a:spLocks noChangeArrowheads="1"/>
          </p:cNvSpPr>
          <p:nvPr/>
        </p:nvSpPr>
        <p:spPr bwMode="auto">
          <a:xfrm>
            <a:off x="762000" y="1676400"/>
            <a:ext cx="6043613"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a:t>int total=9, num=13;</a:t>
            </a:r>
          </a:p>
          <a:p>
            <a:pPr algn="l"/>
            <a:endParaRPr lang="en-US" altLang="en-US"/>
          </a:p>
          <a:p>
            <a:pPr algn="l"/>
            <a:r>
              <a:rPr lang="en-US" altLang="en-US"/>
              <a:t>if (total&lt;4 || ++num&lt;15)   </a:t>
            </a:r>
          </a:p>
          <a:p>
            <a:pPr algn="l"/>
            <a:r>
              <a:rPr lang="en-US" altLang="en-US"/>
              <a:t>{</a:t>
            </a:r>
          </a:p>
          <a:p>
            <a:pPr algn="l"/>
            <a:r>
              <a:rPr lang="en-US" altLang="en-US"/>
              <a:t>     out.println("short");</a:t>
            </a:r>
          </a:p>
          <a:p>
            <a:pPr algn="l"/>
            <a:r>
              <a:rPr lang="en-US" altLang="en-US"/>
              <a:t>}</a:t>
            </a:r>
          </a:p>
          <a:p>
            <a:pPr algn="l"/>
            <a:r>
              <a:rPr lang="en-US" altLang="en-US"/>
              <a:t>out.println(num);</a:t>
            </a:r>
          </a:p>
        </p:txBody>
      </p:sp>
      <p:sp>
        <p:nvSpPr>
          <p:cNvPr id="55302" name="Text Box 6">
            <a:extLst>
              <a:ext uri="{FF2B5EF4-FFF2-40B4-BE49-F238E27FC236}">
                <a16:creationId xmlns:a16="http://schemas.microsoft.com/office/drawing/2014/main" id="{6F04F73F-781F-4C61-A5A6-2F6826868BEA}"/>
              </a:ext>
            </a:extLst>
          </p:cNvPr>
          <p:cNvSpPr txBox="1">
            <a:spLocks noChangeArrowheads="1"/>
          </p:cNvSpPr>
          <p:nvPr/>
        </p:nvSpPr>
        <p:spPr bwMode="auto">
          <a:xfrm>
            <a:off x="6629400" y="1981200"/>
            <a:ext cx="1905000" cy="1811338"/>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3200" u="sng">
                <a:solidFill>
                  <a:srgbClr val="FF0000"/>
                </a:solidFill>
              </a:rPr>
              <a:t>OUTPUT</a:t>
            </a:r>
          </a:p>
          <a:p>
            <a:pPr algn="l" eaLnBrk="0" hangingPunct="0">
              <a:spcBef>
                <a:spcPct val="50000"/>
              </a:spcBef>
            </a:pPr>
            <a:r>
              <a:rPr lang="en-US" altLang="en-US" sz="3200"/>
              <a:t>short</a:t>
            </a:r>
            <a:br>
              <a:rPr lang="en-US" altLang="en-US" sz="3200"/>
            </a:br>
            <a:r>
              <a:rPr lang="en-US" altLang="en-US" sz="3200"/>
              <a:t>14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5302"/>
                                        </p:tgtEl>
                                        <p:attrNameLst>
                                          <p:attrName>style.visibility</p:attrName>
                                        </p:attrNameLst>
                                      </p:cBhvr>
                                      <p:to>
                                        <p:strVal val="visible"/>
                                      </p:to>
                                    </p:set>
                                    <p:animEffect transition="in" filter="box(in)">
                                      <p:cBhvr>
                                        <p:cTn id="7" dur="500"/>
                                        <p:tgtEl>
                                          <p:spTgt spid="55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98BE2ECD-781D-4AF9-99F8-763330285504}"/>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63490" name="WordArt 2">
            <a:extLst>
              <a:ext uri="{FF2B5EF4-FFF2-40B4-BE49-F238E27FC236}">
                <a16:creationId xmlns:a16="http://schemas.microsoft.com/office/drawing/2014/main" id="{E1AAB66B-7167-4951-A685-2EB17CB79BDA}"/>
              </a:ext>
            </a:extLst>
          </p:cNvPr>
          <p:cNvSpPr>
            <a:spLocks noChangeArrowheads="1" noChangeShapeType="1" noTextEdit="1"/>
          </p:cNvSpPr>
          <p:nvPr/>
        </p:nvSpPr>
        <p:spPr bwMode="auto">
          <a:xfrm>
            <a:off x="914400" y="381000"/>
            <a:ext cx="7086600" cy="685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Short Circuit Evaluation   &amp;&amp; and</a:t>
            </a:r>
          </a:p>
        </p:txBody>
      </p:sp>
      <p:sp>
        <p:nvSpPr>
          <p:cNvPr id="63491" name="Text Box 3">
            <a:extLst>
              <a:ext uri="{FF2B5EF4-FFF2-40B4-BE49-F238E27FC236}">
                <a16:creationId xmlns:a16="http://schemas.microsoft.com/office/drawing/2014/main" id="{742477D2-E1F7-4A61-B9FE-FBBB7AB70C20}"/>
              </a:ext>
            </a:extLst>
          </p:cNvPr>
          <p:cNvSpPr txBox="1">
            <a:spLocks noChangeArrowheads="1"/>
          </p:cNvSpPr>
          <p:nvPr/>
        </p:nvSpPr>
        <p:spPr bwMode="auto">
          <a:xfrm>
            <a:off x="838200" y="1676400"/>
            <a:ext cx="5408613"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int total=9, num=13;</a:t>
            </a:r>
            <a:br>
              <a:rPr lang="en-US" altLang="en-US"/>
            </a:br>
            <a:endParaRPr lang="en-US" altLang="en-US"/>
          </a:p>
          <a:p>
            <a:pPr algn="l"/>
            <a:r>
              <a:rPr lang="en-US" altLang="en-US"/>
              <a:t>if (total&gt;4 &amp;&amp; ++num&gt;15)   </a:t>
            </a:r>
          </a:p>
          <a:p>
            <a:pPr algn="l"/>
            <a:r>
              <a:rPr lang="en-US" altLang="en-US"/>
              <a:t>{</a:t>
            </a:r>
          </a:p>
          <a:p>
            <a:pPr algn="l"/>
            <a:r>
              <a:rPr lang="en-US" altLang="en-US"/>
              <a:t>     out.println("short");</a:t>
            </a:r>
          </a:p>
          <a:p>
            <a:pPr algn="l"/>
            <a:r>
              <a:rPr lang="en-US" altLang="en-US"/>
              <a:t>}</a:t>
            </a:r>
          </a:p>
          <a:p>
            <a:pPr algn="l"/>
            <a:r>
              <a:rPr lang="en-US" altLang="en-US"/>
              <a:t>out.println(num);</a:t>
            </a:r>
          </a:p>
        </p:txBody>
      </p:sp>
      <p:sp>
        <p:nvSpPr>
          <p:cNvPr id="63494" name="Text Box 6">
            <a:extLst>
              <a:ext uri="{FF2B5EF4-FFF2-40B4-BE49-F238E27FC236}">
                <a16:creationId xmlns:a16="http://schemas.microsoft.com/office/drawing/2014/main" id="{A56A6F5B-F709-458B-821B-0B23D38A6570}"/>
              </a:ext>
            </a:extLst>
          </p:cNvPr>
          <p:cNvSpPr txBox="1">
            <a:spLocks noChangeArrowheads="1"/>
          </p:cNvSpPr>
          <p:nvPr/>
        </p:nvSpPr>
        <p:spPr bwMode="auto">
          <a:xfrm>
            <a:off x="6629400" y="19812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3200" u="sng">
                <a:solidFill>
                  <a:srgbClr val="FF0000"/>
                </a:solidFill>
              </a:rPr>
              <a:t>OUTPUT</a:t>
            </a:r>
          </a:p>
          <a:p>
            <a:pPr algn="l" eaLnBrk="0" hangingPunct="0">
              <a:spcBef>
                <a:spcPct val="50000"/>
              </a:spcBef>
            </a:pPr>
            <a:r>
              <a:rPr lang="en-US" altLang="en-US" sz="3200"/>
              <a:t>14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3494"/>
                                        </p:tgtEl>
                                        <p:attrNameLst>
                                          <p:attrName>style.visibility</p:attrName>
                                        </p:attrNameLst>
                                      </p:cBhvr>
                                      <p:to>
                                        <p:strVal val="visible"/>
                                      </p:to>
                                    </p:set>
                                    <p:animEffect transition="in" filter="box(in)">
                                      <p:cBhvr>
                                        <p:cTn id="7" dur="500"/>
                                        <p:tgtEl>
                                          <p:spTgt spid="634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8EC24468-FE6F-4CDC-BEB0-B9837A423B6B}"/>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95234" name="WordArt 2">
            <a:extLst>
              <a:ext uri="{FF2B5EF4-FFF2-40B4-BE49-F238E27FC236}">
                <a16:creationId xmlns:a16="http://schemas.microsoft.com/office/drawing/2014/main" id="{2BDDA796-5F43-4655-873E-643E0DD93E45}"/>
              </a:ext>
            </a:extLst>
          </p:cNvPr>
          <p:cNvSpPr>
            <a:spLocks noChangeArrowheads="1" noChangeShapeType="1" noTextEdit="1"/>
          </p:cNvSpPr>
          <p:nvPr/>
        </p:nvSpPr>
        <p:spPr bwMode="auto">
          <a:xfrm>
            <a:off x="914400" y="381000"/>
            <a:ext cx="7086600" cy="685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Short Circuit Evaluation   &amp;&amp; and || or</a:t>
            </a:r>
          </a:p>
        </p:txBody>
      </p:sp>
      <p:sp>
        <p:nvSpPr>
          <p:cNvPr id="95235" name="Text Box 3">
            <a:extLst>
              <a:ext uri="{FF2B5EF4-FFF2-40B4-BE49-F238E27FC236}">
                <a16:creationId xmlns:a16="http://schemas.microsoft.com/office/drawing/2014/main" id="{836E4C17-17C3-4B3C-870C-697AE7977272}"/>
              </a:ext>
            </a:extLst>
          </p:cNvPr>
          <p:cNvSpPr txBox="1">
            <a:spLocks noChangeArrowheads="1"/>
          </p:cNvSpPr>
          <p:nvPr/>
        </p:nvSpPr>
        <p:spPr bwMode="auto">
          <a:xfrm>
            <a:off x="838200" y="1676400"/>
            <a:ext cx="7319963"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int total=9, num=13;</a:t>
            </a:r>
            <a:br>
              <a:rPr lang="en-US" altLang="en-US"/>
            </a:br>
            <a:endParaRPr lang="en-US" altLang="en-US"/>
          </a:p>
          <a:p>
            <a:pPr algn="l"/>
            <a:r>
              <a:rPr lang="en-US" altLang="en-US"/>
              <a:t>if (total&gt;4 ||++num&gt;15 &amp;&amp; total&gt;0)   </a:t>
            </a:r>
          </a:p>
          <a:p>
            <a:pPr algn="l"/>
            <a:r>
              <a:rPr lang="en-US" altLang="en-US"/>
              <a:t>{</a:t>
            </a:r>
          </a:p>
          <a:p>
            <a:pPr algn="l"/>
            <a:r>
              <a:rPr lang="en-US" altLang="en-US"/>
              <a:t>     out.println("short");</a:t>
            </a:r>
          </a:p>
          <a:p>
            <a:pPr algn="l"/>
            <a:r>
              <a:rPr lang="en-US" altLang="en-US"/>
              <a:t>}</a:t>
            </a:r>
          </a:p>
          <a:p>
            <a:pPr algn="l"/>
            <a:r>
              <a:rPr lang="en-US" altLang="en-US"/>
              <a:t>out.println(num);</a:t>
            </a:r>
          </a:p>
        </p:txBody>
      </p:sp>
      <p:sp>
        <p:nvSpPr>
          <p:cNvPr id="95236" name="Text Box 4">
            <a:extLst>
              <a:ext uri="{FF2B5EF4-FFF2-40B4-BE49-F238E27FC236}">
                <a16:creationId xmlns:a16="http://schemas.microsoft.com/office/drawing/2014/main" id="{DED2528D-1BA0-4B4F-980B-235CF0363E6F}"/>
              </a:ext>
            </a:extLst>
          </p:cNvPr>
          <p:cNvSpPr txBox="1">
            <a:spLocks noChangeArrowheads="1"/>
          </p:cNvSpPr>
          <p:nvPr/>
        </p:nvSpPr>
        <p:spPr bwMode="auto">
          <a:xfrm>
            <a:off x="6477000" y="3352800"/>
            <a:ext cx="1905000" cy="1811338"/>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3200" u="sng">
                <a:solidFill>
                  <a:srgbClr val="FF0000"/>
                </a:solidFill>
              </a:rPr>
              <a:t>OUTPUT</a:t>
            </a:r>
          </a:p>
          <a:p>
            <a:pPr algn="l" eaLnBrk="0" hangingPunct="0">
              <a:spcBef>
                <a:spcPct val="50000"/>
              </a:spcBef>
            </a:pPr>
            <a:r>
              <a:rPr lang="en-US" altLang="en-US" sz="3200"/>
              <a:t>short</a:t>
            </a:r>
            <a:br>
              <a:rPr lang="en-US" altLang="en-US" sz="3200"/>
            </a:br>
            <a:r>
              <a:rPr lang="en-US" altLang="en-US" sz="3200"/>
              <a:t>13</a:t>
            </a:r>
          </a:p>
        </p:txBody>
      </p:sp>
      <p:sp>
        <p:nvSpPr>
          <p:cNvPr id="95237" name="Rectangle 5">
            <a:extLst>
              <a:ext uri="{FF2B5EF4-FFF2-40B4-BE49-F238E27FC236}">
                <a16:creationId xmlns:a16="http://schemas.microsoft.com/office/drawing/2014/main" id="{A61FF8C4-BFDD-4EA3-82E2-76D698A7F88F}"/>
              </a:ext>
            </a:extLst>
          </p:cNvPr>
          <p:cNvSpPr>
            <a:spLocks noChangeArrowheads="1"/>
          </p:cNvSpPr>
          <p:nvPr/>
        </p:nvSpPr>
        <p:spPr bwMode="auto">
          <a:xfrm>
            <a:off x="990600" y="5257800"/>
            <a:ext cx="4362450" cy="5318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chemeClr val="accent2"/>
                </a:solidFill>
              </a:rPr>
              <a:t>The &amp;&amp; never happens!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5236"/>
                                        </p:tgtEl>
                                        <p:attrNameLst>
                                          <p:attrName>style.visibility</p:attrName>
                                        </p:attrNameLst>
                                      </p:cBhvr>
                                      <p:to>
                                        <p:strVal val="visible"/>
                                      </p:to>
                                    </p:set>
                                    <p:animEffect transition="in" filter="box(in)">
                                      <p:cBhvr>
                                        <p:cTn id="7" dur="500"/>
                                        <p:tgtEl>
                                          <p:spTgt spid="95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9759A70-72A0-427D-824F-EBC45E2A2255}"/>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86018" name="WordArt 2">
            <a:extLst>
              <a:ext uri="{FF2B5EF4-FFF2-40B4-BE49-F238E27FC236}">
                <a16:creationId xmlns:a16="http://schemas.microsoft.com/office/drawing/2014/main" id="{A3DC7434-406F-4633-86F4-96113B3952A1}"/>
              </a:ext>
            </a:extLst>
          </p:cNvPr>
          <p:cNvSpPr>
            <a:spLocks noChangeArrowheads="1" noChangeShapeType="1" noTextEdit="1"/>
          </p:cNvSpPr>
          <p:nvPr/>
        </p:nvSpPr>
        <p:spPr bwMode="auto">
          <a:xfrm>
            <a:off x="304800" y="838200"/>
            <a:ext cx="8229600" cy="4495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open</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   shortone.java</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   shorttwo.java</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   shortthree.java</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   shortfour.java</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6371763-28AE-49DF-BDDA-D82FBF567FBB}"/>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76130" name="WordArt 2">
            <a:extLst>
              <a:ext uri="{FF2B5EF4-FFF2-40B4-BE49-F238E27FC236}">
                <a16:creationId xmlns:a16="http://schemas.microsoft.com/office/drawing/2014/main" id="{F28501D5-265F-4EC3-8229-DA1C3F392DB2}"/>
              </a:ext>
            </a:extLst>
          </p:cNvPr>
          <p:cNvSpPr>
            <a:spLocks noChangeArrowheads="1" noChangeShapeType="1" noTextEdit="1"/>
          </p:cNvSpPr>
          <p:nvPr/>
        </p:nvSpPr>
        <p:spPr bwMode="auto">
          <a:xfrm>
            <a:off x="838200" y="685800"/>
            <a:ext cx="6934200" cy="4876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No-Short</a:t>
            </a:r>
          </a:p>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Circuit</a:t>
            </a:r>
          </a:p>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Evaluation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7E6C4350-7BA1-4F9A-8C1A-BE24F46B35D4}"/>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77154" name="WordArt 2">
            <a:extLst>
              <a:ext uri="{FF2B5EF4-FFF2-40B4-BE49-F238E27FC236}">
                <a16:creationId xmlns:a16="http://schemas.microsoft.com/office/drawing/2014/main" id="{C88DA7B6-80BE-42F1-A2CE-EE1C3DB022BC}"/>
              </a:ext>
            </a:extLst>
          </p:cNvPr>
          <p:cNvSpPr>
            <a:spLocks noChangeArrowheads="1" noChangeShapeType="1" noTextEdit="1"/>
          </p:cNvSpPr>
          <p:nvPr/>
        </p:nvSpPr>
        <p:spPr bwMode="auto">
          <a:xfrm>
            <a:off x="914400" y="685800"/>
            <a:ext cx="7086600" cy="685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No Short Circuit Evaluation</a:t>
            </a:r>
          </a:p>
        </p:txBody>
      </p:sp>
      <p:sp>
        <p:nvSpPr>
          <p:cNvPr id="177155" name="Text Box 3">
            <a:extLst>
              <a:ext uri="{FF2B5EF4-FFF2-40B4-BE49-F238E27FC236}">
                <a16:creationId xmlns:a16="http://schemas.microsoft.com/office/drawing/2014/main" id="{4C77BD1D-EF76-48F9-BF64-03247040E242}"/>
              </a:ext>
            </a:extLst>
          </p:cNvPr>
          <p:cNvSpPr txBox="1">
            <a:spLocks noChangeArrowheads="1"/>
          </p:cNvSpPr>
          <p:nvPr/>
        </p:nvSpPr>
        <p:spPr bwMode="auto">
          <a:xfrm>
            <a:off x="990600" y="1752600"/>
            <a:ext cx="6488113"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Java also has logical operators that</a:t>
            </a:r>
          </a:p>
          <a:p>
            <a:pPr algn="l"/>
            <a:r>
              <a:rPr lang="en-US" altLang="en-US"/>
              <a:t>do not use short circuit evaluation.</a:t>
            </a:r>
          </a:p>
          <a:p>
            <a:pPr algn="l"/>
            <a:endParaRPr lang="en-US" altLang="en-US"/>
          </a:p>
          <a:p>
            <a:pPr algn="l"/>
            <a:r>
              <a:rPr lang="en-US" altLang="en-US"/>
              <a:t>&amp;   -  and </a:t>
            </a:r>
          </a:p>
          <a:p>
            <a:pPr algn="l"/>
            <a:r>
              <a:rPr lang="en-US" altLang="en-US"/>
              <a:t>|    -  or</a:t>
            </a:r>
          </a:p>
          <a:p>
            <a:pPr algn="l"/>
            <a:endParaRPr lang="en-US" altLang="en-US"/>
          </a:p>
          <a:p>
            <a:pPr algn="l"/>
            <a:endParaRPr lang="en-US" altLang="en-US">
              <a:solidFill>
                <a:srgbClr val="0033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E601BEDD-6F90-415E-B03E-C3E13DB1CC9C}"/>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78178" name="WordArt 2">
            <a:extLst>
              <a:ext uri="{FF2B5EF4-FFF2-40B4-BE49-F238E27FC236}">
                <a16:creationId xmlns:a16="http://schemas.microsoft.com/office/drawing/2014/main" id="{FFD1325F-AC2C-4F6A-84EA-A6DBDAFAEF5E}"/>
              </a:ext>
            </a:extLst>
          </p:cNvPr>
          <p:cNvSpPr>
            <a:spLocks noChangeArrowheads="1" noChangeShapeType="1" noTextEdit="1"/>
          </p:cNvSpPr>
          <p:nvPr/>
        </p:nvSpPr>
        <p:spPr bwMode="auto">
          <a:xfrm>
            <a:off x="914400" y="381000"/>
            <a:ext cx="7086600" cy="685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No Short Circuit Evaluation  &amp; and</a:t>
            </a:r>
          </a:p>
        </p:txBody>
      </p:sp>
      <p:sp>
        <p:nvSpPr>
          <p:cNvPr id="178179" name="Text Box 3">
            <a:extLst>
              <a:ext uri="{FF2B5EF4-FFF2-40B4-BE49-F238E27FC236}">
                <a16:creationId xmlns:a16="http://schemas.microsoft.com/office/drawing/2014/main" id="{802258B5-1E50-4764-83DC-003A411BD9E7}"/>
              </a:ext>
            </a:extLst>
          </p:cNvPr>
          <p:cNvSpPr txBox="1">
            <a:spLocks noChangeArrowheads="1"/>
          </p:cNvSpPr>
          <p:nvPr/>
        </p:nvSpPr>
        <p:spPr bwMode="auto">
          <a:xfrm>
            <a:off x="685800" y="1524000"/>
            <a:ext cx="5222875"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int x=9;</a:t>
            </a:r>
          </a:p>
          <a:p>
            <a:pPr algn="l"/>
            <a:r>
              <a:rPr lang="en-US" altLang="en-US"/>
              <a:t>int y=10;</a:t>
            </a:r>
          </a:p>
          <a:p>
            <a:pPr algn="l"/>
            <a:r>
              <a:rPr lang="en-US" altLang="en-US"/>
              <a:t>      </a:t>
            </a:r>
          </a:p>
          <a:p>
            <a:pPr algn="l"/>
            <a:r>
              <a:rPr lang="en-US" altLang="en-US"/>
              <a:t>if(x == 10 &amp; ++y&gt;=11) </a:t>
            </a:r>
          </a:p>
          <a:p>
            <a:pPr algn="l"/>
            <a:r>
              <a:rPr lang="en-US" altLang="en-US"/>
              <a:t>     out.println("no short 1");</a:t>
            </a:r>
          </a:p>
          <a:p>
            <a:pPr algn="l"/>
            <a:r>
              <a:rPr lang="en-US" altLang="en-US"/>
              <a:t>out.println("y == " + y);</a:t>
            </a:r>
          </a:p>
        </p:txBody>
      </p:sp>
      <p:sp>
        <p:nvSpPr>
          <p:cNvPr id="178180" name="Text Box 4">
            <a:extLst>
              <a:ext uri="{FF2B5EF4-FFF2-40B4-BE49-F238E27FC236}">
                <a16:creationId xmlns:a16="http://schemas.microsoft.com/office/drawing/2014/main" id="{5FA39380-BD56-42A3-B51B-E0E869B38C7C}"/>
              </a:ext>
            </a:extLst>
          </p:cNvPr>
          <p:cNvSpPr txBox="1">
            <a:spLocks noChangeArrowheads="1"/>
          </p:cNvSpPr>
          <p:nvPr/>
        </p:nvSpPr>
        <p:spPr bwMode="auto">
          <a:xfrm>
            <a:off x="7010400" y="19812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3200" u="sng">
                <a:solidFill>
                  <a:srgbClr val="FF0000"/>
                </a:solidFill>
              </a:rPr>
              <a:t>OUTPUT</a:t>
            </a:r>
          </a:p>
          <a:p>
            <a:pPr algn="l" eaLnBrk="0" hangingPunct="0">
              <a:spcBef>
                <a:spcPct val="50000"/>
              </a:spcBef>
            </a:pPr>
            <a:r>
              <a:rPr lang="en-US" altLang="en-US" sz="3200"/>
              <a:t>y == 11</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FCBACDCB-2782-4A7E-A57B-C5DF31A5157B}"/>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79202" name="Text Box 2">
            <a:extLst>
              <a:ext uri="{FF2B5EF4-FFF2-40B4-BE49-F238E27FC236}">
                <a16:creationId xmlns:a16="http://schemas.microsoft.com/office/drawing/2014/main" id="{9C6646C9-36D4-4CE7-BE30-6BE8638DEA57}"/>
              </a:ext>
            </a:extLst>
          </p:cNvPr>
          <p:cNvSpPr txBox="1">
            <a:spLocks noChangeArrowheads="1"/>
          </p:cNvSpPr>
          <p:nvPr/>
        </p:nvSpPr>
        <p:spPr bwMode="auto">
          <a:xfrm>
            <a:off x="609600" y="1524000"/>
            <a:ext cx="5573713"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int x = 9;</a:t>
            </a:r>
          </a:p>
          <a:p>
            <a:pPr algn="l"/>
            <a:r>
              <a:rPr lang="en-US" altLang="en-US"/>
              <a:t>int y = 10;</a:t>
            </a:r>
          </a:p>
          <a:p>
            <a:pPr algn="l"/>
            <a:r>
              <a:rPr lang="en-US" altLang="en-US"/>
              <a:t>      </a:t>
            </a:r>
          </a:p>
          <a:p>
            <a:pPr algn="l"/>
            <a:r>
              <a:rPr lang="es-ES" altLang="en-US"/>
              <a:t>if(y&gt;5 | x==10 &amp; ++y&gt;=11 )</a:t>
            </a:r>
            <a:endParaRPr lang="en-US" altLang="en-US"/>
          </a:p>
          <a:p>
            <a:pPr algn="l"/>
            <a:r>
              <a:rPr lang="en-US" altLang="en-US"/>
              <a:t>   out.println("no short 2");</a:t>
            </a:r>
          </a:p>
          <a:p>
            <a:pPr algn="l"/>
            <a:r>
              <a:rPr lang="en-US" altLang="en-US"/>
              <a:t>out.println("y == " + y);</a:t>
            </a:r>
          </a:p>
        </p:txBody>
      </p:sp>
      <p:sp>
        <p:nvSpPr>
          <p:cNvPr id="179203" name="WordArt 3">
            <a:extLst>
              <a:ext uri="{FF2B5EF4-FFF2-40B4-BE49-F238E27FC236}">
                <a16:creationId xmlns:a16="http://schemas.microsoft.com/office/drawing/2014/main" id="{B01337B4-213D-4402-A7D6-445A90F35A00}"/>
              </a:ext>
            </a:extLst>
          </p:cNvPr>
          <p:cNvSpPr>
            <a:spLocks noChangeArrowheads="1" noChangeShapeType="1" noTextEdit="1"/>
          </p:cNvSpPr>
          <p:nvPr/>
        </p:nvSpPr>
        <p:spPr bwMode="auto">
          <a:xfrm>
            <a:off x="914400" y="381000"/>
            <a:ext cx="7086600" cy="685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No Short Circuit Evaluation   |  or</a:t>
            </a:r>
          </a:p>
        </p:txBody>
      </p:sp>
      <p:sp>
        <p:nvSpPr>
          <p:cNvPr id="179204" name="Text Box 4">
            <a:extLst>
              <a:ext uri="{FF2B5EF4-FFF2-40B4-BE49-F238E27FC236}">
                <a16:creationId xmlns:a16="http://schemas.microsoft.com/office/drawing/2014/main" id="{4EF213A3-BDF0-415F-978D-3F627FAF0D67}"/>
              </a:ext>
            </a:extLst>
          </p:cNvPr>
          <p:cNvSpPr txBox="1">
            <a:spLocks noChangeArrowheads="1"/>
          </p:cNvSpPr>
          <p:nvPr/>
        </p:nvSpPr>
        <p:spPr bwMode="auto">
          <a:xfrm>
            <a:off x="6781800" y="1981200"/>
            <a:ext cx="2133600" cy="166052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3200" u="sng">
                <a:solidFill>
                  <a:srgbClr val="FF0000"/>
                </a:solidFill>
              </a:rPr>
              <a:t>OUTPUT</a:t>
            </a:r>
          </a:p>
          <a:p>
            <a:pPr algn="l" eaLnBrk="0" hangingPunct="0">
              <a:spcBef>
                <a:spcPct val="50000"/>
              </a:spcBef>
            </a:pPr>
            <a:r>
              <a:rPr lang="en-US" altLang="en-US"/>
              <a:t>no short 2</a:t>
            </a:r>
            <a:br>
              <a:rPr lang="en-US" altLang="en-US"/>
            </a:br>
            <a:r>
              <a:rPr lang="en-US" altLang="en-US"/>
              <a:t>11</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EBCE662B-A223-4487-8F32-8F3CD469E44C}"/>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80226" name="Text Box 2">
            <a:extLst>
              <a:ext uri="{FF2B5EF4-FFF2-40B4-BE49-F238E27FC236}">
                <a16:creationId xmlns:a16="http://schemas.microsoft.com/office/drawing/2014/main" id="{158E4600-4B83-4ED1-8000-B9CB83EA2413}"/>
              </a:ext>
            </a:extLst>
          </p:cNvPr>
          <p:cNvSpPr txBox="1">
            <a:spLocks noChangeArrowheads="1"/>
          </p:cNvSpPr>
          <p:nvPr/>
        </p:nvSpPr>
        <p:spPr bwMode="auto">
          <a:xfrm>
            <a:off x="609600" y="1524000"/>
            <a:ext cx="5800725"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s-ES" altLang="en-US"/>
              <a:t>int x = 9;</a:t>
            </a:r>
          </a:p>
          <a:p>
            <a:pPr algn="l"/>
            <a:r>
              <a:rPr lang="es-ES" altLang="en-US"/>
              <a:t>int y = 10;</a:t>
            </a:r>
          </a:p>
          <a:p>
            <a:pPr algn="l"/>
            <a:endParaRPr lang="es-ES" altLang="en-US"/>
          </a:p>
          <a:p>
            <a:pPr algn="l"/>
            <a:r>
              <a:rPr lang="es-ES" altLang="en-US"/>
              <a:t>if(y&gt;10 | x==10 &amp; ++y&gt;=11 )</a:t>
            </a:r>
          </a:p>
          <a:p>
            <a:pPr algn="l"/>
            <a:r>
              <a:rPr lang="es-ES" altLang="en-US"/>
              <a:t>   out.println("no short 3");</a:t>
            </a:r>
          </a:p>
          <a:p>
            <a:pPr algn="l"/>
            <a:r>
              <a:rPr lang="es-ES" altLang="en-US"/>
              <a:t>out.println("y == " + y);</a:t>
            </a:r>
            <a:endParaRPr lang="en-US" altLang="en-US"/>
          </a:p>
        </p:txBody>
      </p:sp>
      <p:sp>
        <p:nvSpPr>
          <p:cNvPr id="180227" name="WordArt 3">
            <a:extLst>
              <a:ext uri="{FF2B5EF4-FFF2-40B4-BE49-F238E27FC236}">
                <a16:creationId xmlns:a16="http://schemas.microsoft.com/office/drawing/2014/main" id="{11D446C8-BEF7-4541-A0D7-8DAECCCFB6E4}"/>
              </a:ext>
            </a:extLst>
          </p:cNvPr>
          <p:cNvSpPr>
            <a:spLocks noChangeArrowheads="1" noChangeShapeType="1" noTextEdit="1"/>
          </p:cNvSpPr>
          <p:nvPr/>
        </p:nvSpPr>
        <p:spPr bwMode="auto">
          <a:xfrm>
            <a:off x="914400" y="381000"/>
            <a:ext cx="7086600" cy="685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No Short Circuit Evaluation   |  or</a:t>
            </a:r>
          </a:p>
        </p:txBody>
      </p:sp>
      <p:sp>
        <p:nvSpPr>
          <p:cNvPr id="180228" name="Text Box 4">
            <a:extLst>
              <a:ext uri="{FF2B5EF4-FFF2-40B4-BE49-F238E27FC236}">
                <a16:creationId xmlns:a16="http://schemas.microsoft.com/office/drawing/2014/main" id="{51E91DF4-C078-496D-AD74-746E14740467}"/>
              </a:ext>
            </a:extLst>
          </p:cNvPr>
          <p:cNvSpPr txBox="1">
            <a:spLocks noChangeArrowheads="1"/>
          </p:cNvSpPr>
          <p:nvPr/>
        </p:nvSpPr>
        <p:spPr bwMode="auto">
          <a:xfrm>
            <a:off x="6781800" y="1981200"/>
            <a:ext cx="2133600" cy="1233488"/>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3200" u="sng">
                <a:solidFill>
                  <a:srgbClr val="FF0000"/>
                </a:solidFill>
              </a:rPr>
              <a:t>OUTPUT</a:t>
            </a:r>
          </a:p>
          <a:p>
            <a:pPr algn="l" eaLnBrk="0" hangingPunct="0">
              <a:spcBef>
                <a:spcPct val="50000"/>
              </a:spcBef>
            </a:pPr>
            <a:r>
              <a:rPr lang="en-US" altLang="en-US"/>
              <a:t>y == 11</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6F01A7-1360-457B-B3A4-54C0225AB448}"/>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81250" name="WordArt 2">
            <a:extLst>
              <a:ext uri="{FF2B5EF4-FFF2-40B4-BE49-F238E27FC236}">
                <a16:creationId xmlns:a16="http://schemas.microsoft.com/office/drawing/2014/main" id="{219E76DF-3E92-414B-9B6B-E43640AB2D66}"/>
              </a:ext>
            </a:extLst>
          </p:cNvPr>
          <p:cNvSpPr>
            <a:spLocks noChangeArrowheads="1" noChangeShapeType="1" noTextEdit="1"/>
          </p:cNvSpPr>
          <p:nvPr/>
        </p:nvSpPr>
        <p:spPr bwMode="auto">
          <a:xfrm>
            <a:off x="304800" y="838200"/>
            <a:ext cx="8229600" cy="4495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open</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   noshortone.java</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   noshorttwo.java</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   noshortthree.java</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67404E1-5E43-4834-B12E-81C2C461C38B}"/>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12642" name="WordArt 2">
            <a:extLst>
              <a:ext uri="{FF2B5EF4-FFF2-40B4-BE49-F238E27FC236}">
                <a16:creationId xmlns:a16="http://schemas.microsoft.com/office/drawing/2014/main" id="{8DCF06B4-AA95-45F6-8305-863089CAE927}"/>
              </a:ext>
            </a:extLst>
          </p:cNvPr>
          <p:cNvSpPr>
            <a:spLocks noChangeArrowheads="1" noChangeShapeType="1" noTextEdit="1"/>
          </p:cNvSpPr>
          <p:nvPr/>
        </p:nvSpPr>
        <p:spPr bwMode="auto">
          <a:xfrm>
            <a:off x="838200" y="685800"/>
            <a:ext cx="6934200" cy="4876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Random</a:t>
            </a:r>
          </a:p>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Numbers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D774F006-A440-4E78-901D-604907E580E3}"/>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13666" name="WordArt 2">
            <a:extLst>
              <a:ext uri="{FF2B5EF4-FFF2-40B4-BE49-F238E27FC236}">
                <a16:creationId xmlns:a16="http://schemas.microsoft.com/office/drawing/2014/main" id="{66B16505-328A-4D52-A187-EC7190F397CB}"/>
              </a:ext>
            </a:extLst>
          </p:cNvPr>
          <p:cNvSpPr>
            <a:spLocks noChangeArrowheads="1" noChangeShapeType="1" noTextEdit="1"/>
          </p:cNvSpPr>
          <p:nvPr/>
        </p:nvSpPr>
        <p:spPr bwMode="auto">
          <a:xfrm>
            <a:off x="914400" y="381000"/>
            <a:ext cx="7086600" cy="685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Math.random()</a:t>
            </a:r>
          </a:p>
        </p:txBody>
      </p:sp>
      <p:sp>
        <p:nvSpPr>
          <p:cNvPr id="113667" name="Text Box 3">
            <a:extLst>
              <a:ext uri="{FF2B5EF4-FFF2-40B4-BE49-F238E27FC236}">
                <a16:creationId xmlns:a16="http://schemas.microsoft.com/office/drawing/2014/main" id="{258F214A-5BE3-4162-9B27-DFE22C48DF16}"/>
              </a:ext>
            </a:extLst>
          </p:cNvPr>
          <p:cNvSpPr txBox="1">
            <a:spLocks noChangeArrowheads="1"/>
          </p:cNvSpPr>
          <p:nvPr/>
        </p:nvSpPr>
        <p:spPr bwMode="auto">
          <a:xfrm>
            <a:off x="533400" y="1447800"/>
            <a:ext cx="72390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a:t>double decOne;</a:t>
            </a:r>
          </a:p>
          <a:p>
            <a:pPr algn="l"/>
            <a:r>
              <a:rPr lang="en-US" altLang="en-US"/>
              <a:t>decOne = Math.random() * 10;</a:t>
            </a:r>
          </a:p>
          <a:p>
            <a:pPr algn="l"/>
            <a:r>
              <a:rPr lang="en-US" altLang="en-US"/>
              <a:t>int intOne;</a:t>
            </a:r>
          </a:p>
          <a:p>
            <a:pPr algn="l"/>
            <a:r>
              <a:rPr lang="en-US" altLang="en-US"/>
              <a:t>intOne = (int)(Math.random() * 10);</a:t>
            </a:r>
          </a:p>
          <a:p>
            <a:pPr algn="l"/>
            <a:endParaRPr lang="en-US" altLang="en-US"/>
          </a:p>
          <a:p>
            <a:pPr algn="l"/>
            <a:r>
              <a:rPr lang="en-US" altLang="en-US"/>
              <a:t>System.out.println(decOne);</a:t>
            </a:r>
          </a:p>
          <a:p>
            <a:pPr algn="l"/>
            <a:r>
              <a:rPr lang="en-US" altLang="en-US"/>
              <a:t>System.out.println(intOne);   	</a:t>
            </a:r>
          </a:p>
        </p:txBody>
      </p:sp>
      <p:sp>
        <p:nvSpPr>
          <p:cNvPr id="113668" name="Text Box 4">
            <a:extLst>
              <a:ext uri="{FF2B5EF4-FFF2-40B4-BE49-F238E27FC236}">
                <a16:creationId xmlns:a16="http://schemas.microsoft.com/office/drawing/2014/main" id="{F717BD2A-7E57-4D83-9055-9FF5450ACD89}"/>
              </a:ext>
            </a:extLst>
          </p:cNvPr>
          <p:cNvSpPr txBox="1">
            <a:spLocks noChangeArrowheads="1"/>
          </p:cNvSpPr>
          <p:nvPr/>
        </p:nvSpPr>
        <p:spPr bwMode="auto">
          <a:xfrm>
            <a:off x="4953000" y="4724400"/>
            <a:ext cx="3810000" cy="1446213"/>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3200" u="sng">
                <a:solidFill>
                  <a:srgbClr val="FF0000"/>
                </a:solidFill>
              </a:rPr>
              <a:t>OUTPUT</a:t>
            </a:r>
          </a:p>
          <a:p>
            <a:pPr algn="l"/>
            <a:r>
              <a:rPr lang="en-US" altLang="en-US"/>
              <a:t>8.44193167660682</a:t>
            </a:r>
          </a:p>
          <a:p>
            <a:pPr algn="l"/>
            <a:r>
              <a:rPr lang="en-US" altLang="en-US"/>
              <a:t>6</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3">
            <a:extLst>
              <a:ext uri="{FF2B5EF4-FFF2-40B4-BE49-F238E27FC236}">
                <a16:creationId xmlns:a16="http://schemas.microsoft.com/office/drawing/2014/main" id="{B26B8757-CAD2-4E16-8F40-510DB91A65AD}"/>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15714" name="Rectangle 2">
            <a:extLst>
              <a:ext uri="{FF2B5EF4-FFF2-40B4-BE49-F238E27FC236}">
                <a16:creationId xmlns:a16="http://schemas.microsoft.com/office/drawing/2014/main" id="{8405475C-C7CB-4ECF-BEBC-F26E5A22D43B}"/>
              </a:ext>
            </a:extLst>
          </p:cNvPr>
          <p:cNvSpPr>
            <a:spLocks noChangeArrowheads="1"/>
          </p:cNvSpPr>
          <p:nvPr/>
        </p:nvSpPr>
        <p:spPr bwMode="auto">
          <a:xfrm>
            <a:off x="854075" y="2963863"/>
            <a:ext cx="6765925" cy="5794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altLang="en-US" sz="3200"/>
              <a:t>Random </a:t>
            </a:r>
            <a:r>
              <a:rPr lang="en-US" altLang="en-US" sz="3200">
                <a:solidFill>
                  <a:srgbClr val="FF3300"/>
                </a:solidFill>
              </a:rPr>
              <a:t>rand</a:t>
            </a:r>
            <a:r>
              <a:rPr lang="en-US" altLang="en-US" sz="3200"/>
              <a:t> = </a:t>
            </a:r>
            <a:r>
              <a:rPr lang="en-US" altLang="en-US" sz="3200">
                <a:solidFill>
                  <a:srgbClr val="0000FF"/>
                </a:solidFill>
              </a:rPr>
              <a:t>new Random()</a:t>
            </a:r>
            <a:r>
              <a:rPr lang="en-US" altLang="en-US" sz="3200"/>
              <a:t>; </a:t>
            </a:r>
          </a:p>
        </p:txBody>
      </p:sp>
      <p:sp>
        <p:nvSpPr>
          <p:cNvPr id="115715" name="Text Box 3">
            <a:extLst>
              <a:ext uri="{FF2B5EF4-FFF2-40B4-BE49-F238E27FC236}">
                <a16:creationId xmlns:a16="http://schemas.microsoft.com/office/drawing/2014/main" id="{3904CB3F-451D-47D1-9F01-22425CD5DE81}"/>
              </a:ext>
            </a:extLst>
          </p:cNvPr>
          <p:cNvSpPr txBox="1">
            <a:spLocks noChangeArrowheads="1"/>
          </p:cNvSpPr>
          <p:nvPr/>
        </p:nvSpPr>
        <p:spPr bwMode="auto">
          <a:xfrm>
            <a:off x="5622925" y="20955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endParaRPr lang="en-US" altLang="en-US"/>
          </a:p>
        </p:txBody>
      </p:sp>
      <p:sp>
        <p:nvSpPr>
          <p:cNvPr id="115716" name="WordArt 4">
            <a:extLst>
              <a:ext uri="{FF2B5EF4-FFF2-40B4-BE49-F238E27FC236}">
                <a16:creationId xmlns:a16="http://schemas.microsoft.com/office/drawing/2014/main" id="{5AED9CBE-D1F0-4BDF-A525-AC5E34E9771B}"/>
              </a:ext>
            </a:extLst>
          </p:cNvPr>
          <p:cNvSpPr>
            <a:spLocks noChangeArrowheads="1" noChangeShapeType="1" noTextEdit="1"/>
          </p:cNvSpPr>
          <p:nvPr/>
        </p:nvSpPr>
        <p:spPr bwMode="auto">
          <a:xfrm>
            <a:off x="685800" y="533400"/>
            <a:ext cx="7543800" cy="7620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Random Instantiation</a:t>
            </a:r>
          </a:p>
        </p:txBody>
      </p:sp>
      <p:sp>
        <p:nvSpPr>
          <p:cNvPr id="115717" name="Line 5">
            <a:extLst>
              <a:ext uri="{FF2B5EF4-FFF2-40B4-BE49-F238E27FC236}">
                <a16:creationId xmlns:a16="http://schemas.microsoft.com/office/drawing/2014/main" id="{23462AD7-664E-42F9-83D6-CD472B3880DC}"/>
              </a:ext>
            </a:extLst>
          </p:cNvPr>
          <p:cNvSpPr>
            <a:spLocks noChangeShapeType="1"/>
          </p:cNvSpPr>
          <p:nvPr/>
        </p:nvSpPr>
        <p:spPr bwMode="auto">
          <a:xfrm>
            <a:off x="1920875" y="2354263"/>
            <a:ext cx="1295400" cy="68580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5718" name="Text Box 6">
            <a:extLst>
              <a:ext uri="{FF2B5EF4-FFF2-40B4-BE49-F238E27FC236}">
                <a16:creationId xmlns:a16="http://schemas.microsoft.com/office/drawing/2014/main" id="{138D5C42-06DF-450F-A4FA-106029E05405}"/>
              </a:ext>
            </a:extLst>
          </p:cNvPr>
          <p:cNvSpPr txBox="1">
            <a:spLocks noChangeArrowheads="1"/>
          </p:cNvSpPr>
          <p:nvPr/>
        </p:nvSpPr>
        <p:spPr bwMode="auto">
          <a:xfrm>
            <a:off x="1371600" y="1828800"/>
            <a:ext cx="38909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3200">
                <a:solidFill>
                  <a:srgbClr val="FF3300"/>
                </a:solidFill>
              </a:rPr>
              <a:t>reference variable</a:t>
            </a:r>
          </a:p>
        </p:txBody>
      </p:sp>
      <p:sp>
        <p:nvSpPr>
          <p:cNvPr id="115719" name="Line 7">
            <a:extLst>
              <a:ext uri="{FF2B5EF4-FFF2-40B4-BE49-F238E27FC236}">
                <a16:creationId xmlns:a16="http://schemas.microsoft.com/office/drawing/2014/main" id="{03B9B89D-ED32-40A9-8DFE-26B64006FBF9}"/>
              </a:ext>
            </a:extLst>
          </p:cNvPr>
          <p:cNvSpPr>
            <a:spLocks noChangeShapeType="1"/>
          </p:cNvSpPr>
          <p:nvPr/>
        </p:nvSpPr>
        <p:spPr bwMode="auto">
          <a:xfrm flipV="1">
            <a:off x="4648200" y="3505200"/>
            <a:ext cx="533400" cy="838200"/>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5720" name="Text Box 8">
            <a:extLst>
              <a:ext uri="{FF2B5EF4-FFF2-40B4-BE49-F238E27FC236}">
                <a16:creationId xmlns:a16="http://schemas.microsoft.com/office/drawing/2014/main" id="{A9636AEC-27C3-49CB-9F61-EFC27A0AB575}"/>
              </a:ext>
            </a:extLst>
          </p:cNvPr>
          <p:cNvSpPr txBox="1">
            <a:spLocks noChangeArrowheads="1"/>
          </p:cNvSpPr>
          <p:nvPr/>
        </p:nvSpPr>
        <p:spPr bwMode="auto">
          <a:xfrm>
            <a:off x="2743200" y="4343400"/>
            <a:ext cx="4181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3200">
                <a:solidFill>
                  <a:srgbClr val="0000FF"/>
                </a:solidFill>
              </a:rPr>
              <a:t>object instantiation</a:t>
            </a:r>
          </a:p>
        </p:txBody>
      </p:sp>
      <p:sp>
        <p:nvSpPr>
          <p:cNvPr id="115721" name="Rectangle 9">
            <a:extLst>
              <a:ext uri="{FF2B5EF4-FFF2-40B4-BE49-F238E27FC236}">
                <a16:creationId xmlns:a16="http://schemas.microsoft.com/office/drawing/2014/main" id="{C0AA0895-7762-42DC-B7ED-EB18A2BAE181}"/>
              </a:ext>
            </a:extLst>
          </p:cNvPr>
          <p:cNvSpPr>
            <a:spLocks noChangeArrowheads="1"/>
          </p:cNvSpPr>
          <p:nvPr/>
        </p:nvSpPr>
        <p:spPr bwMode="auto">
          <a:xfrm>
            <a:off x="762000" y="5410200"/>
            <a:ext cx="7583488" cy="531813"/>
          </a:xfrm>
          <a:prstGeom prst="rect">
            <a:avLst/>
          </a:prstGeom>
          <a:noFill/>
          <a:ln w="12700">
            <a:solidFill>
              <a:srgbClr val="008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rgbClr val="009900"/>
                </a:solidFill>
              </a:rPr>
              <a:t>Always make Random vars instance vars!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ooter Placeholder 3">
            <a:extLst>
              <a:ext uri="{FF2B5EF4-FFF2-40B4-BE49-F238E27FC236}">
                <a16:creationId xmlns:a16="http://schemas.microsoft.com/office/drawing/2014/main" id="{2EEFEA9E-3B4D-4FE3-9BD1-4D48BB8A5F3E}"/>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graphicFrame>
        <p:nvGraphicFramePr>
          <p:cNvPr id="120875" name="Group 43">
            <a:extLst>
              <a:ext uri="{FF2B5EF4-FFF2-40B4-BE49-F238E27FC236}">
                <a16:creationId xmlns:a16="http://schemas.microsoft.com/office/drawing/2014/main" id="{BAFF1B17-08BA-4BCC-BC45-2778ED5E2531}"/>
              </a:ext>
            </a:extLst>
          </p:cNvPr>
          <p:cNvGraphicFramePr>
            <a:graphicFrameLocks noGrp="1"/>
          </p:cNvGraphicFramePr>
          <p:nvPr/>
        </p:nvGraphicFramePr>
        <p:xfrm>
          <a:off x="609600" y="914400"/>
          <a:ext cx="8077200" cy="3379788"/>
        </p:xfrm>
        <a:graphic>
          <a:graphicData uri="http://schemas.openxmlformats.org/drawingml/2006/table">
            <a:tbl>
              <a:tblPr/>
              <a:tblGrid>
                <a:gridCol w="2133600">
                  <a:extLst>
                    <a:ext uri="{9D8B030D-6E8A-4147-A177-3AD203B41FA5}">
                      <a16:colId xmlns:a16="http://schemas.microsoft.com/office/drawing/2014/main" val="3445008210"/>
                    </a:ext>
                  </a:extLst>
                </a:gridCol>
                <a:gridCol w="5943600">
                  <a:extLst>
                    <a:ext uri="{9D8B030D-6E8A-4147-A177-3AD203B41FA5}">
                      <a16:colId xmlns:a16="http://schemas.microsoft.com/office/drawing/2014/main" val="36904127"/>
                    </a:ext>
                  </a:extLst>
                </a:gridCol>
              </a:tblGrid>
              <a:tr h="1412875">
                <a:tc gridSpan="2">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3600" b="1" i="0" u="none" strike="noStrike" cap="none" normalizeH="0" baseline="0">
                          <a:ln>
                            <a:noFill/>
                          </a:ln>
                          <a:solidFill>
                            <a:srgbClr val="FF3300"/>
                          </a:solidFill>
                          <a:effectLst/>
                          <a:latin typeface="Tahoma" panose="020B0604030504040204" pitchFamily="34" charset="0"/>
                        </a:rPr>
                        <a:t>Random</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rgbClr val="006600"/>
                          </a:solidFill>
                          <a:effectLst/>
                          <a:latin typeface="Tahoma" panose="020B0604030504040204" pitchFamily="34" charset="0"/>
                        </a:rPr>
                        <a:t>frequently used methods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343348889"/>
                  </a:ext>
                </a:extLst>
              </a:tr>
              <a:tr h="655638">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0099"/>
                          </a:solidFill>
                          <a:effectLst/>
                          <a:latin typeface="Tahoma" panose="020B0604030504040204"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1" i="0" u="none" strike="noStrike" cap="none" normalizeH="0" baseline="0">
                          <a:ln>
                            <a:noFill/>
                          </a:ln>
                          <a:solidFill>
                            <a:srgbClr val="330099"/>
                          </a:solidFill>
                          <a:effectLst/>
                          <a:latin typeface="Tahoma" panose="020B0604030504040204" pitchFamily="34" charset="0"/>
                        </a:rPr>
                        <a:t>Use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3585584422"/>
                  </a:ext>
                </a:extLst>
              </a:tr>
              <a:tr h="44926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accent2"/>
                          </a:solidFill>
                          <a:effectLst/>
                          <a:latin typeface="Tahoma" panose="020B0604030504040204" pitchFamily="34" charset="0"/>
                        </a:rPr>
                        <a:t>nextInt(x)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accent2"/>
                          </a:solidFill>
                          <a:effectLst/>
                          <a:latin typeface="Tahoma" panose="020B0604030504040204" pitchFamily="34" charset="0"/>
                        </a:rPr>
                        <a:t>returns a random int 0 to x(exclusive)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741161286"/>
                  </a:ext>
                </a:extLst>
              </a:tr>
              <a:tr h="430213">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accent2"/>
                          </a:solidFill>
                          <a:effectLst/>
                          <a:latin typeface="Tahoma" panose="020B0604030504040204" pitchFamily="34" charset="0"/>
                        </a:rPr>
                        <a:t>nextInt()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accent2"/>
                          </a:solidFill>
                          <a:effectLst/>
                          <a:latin typeface="Tahoma" panose="020B0604030504040204" pitchFamily="34" charset="0"/>
                        </a:rPr>
                        <a:t>returns a random int MIN to MAX(exclusive)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458370671"/>
                  </a:ext>
                </a:extLst>
              </a:tr>
              <a:tr h="431800">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accent2"/>
                          </a:solidFill>
                          <a:effectLst/>
                          <a:latin typeface="Tahoma" panose="020B0604030504040204" pitchFamily="34" charset="0"/>
                        </a:rPr>
                        <a:t>nextDouble()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defRPr sz="2800">
                          <a:solidFill>
                            <a:schemeClr val="tx1"/>
                          </a:solidFill>
                          <a:latin typeface="Times New Roman" panose="02020603050405020304" pitchFamily="18" charset="0"/>
                        </a:defRPr>
                      </a:lvl1pPr>
                      <a:lvl2pPr algn="l">
                        <a:spcBef>
                          <a:spcPct val="20000"/>
                        </a:spcBef>
                        <a:defRPr sz="2400">
                          <a:solidFill>
                            <a:schemeClr val="tx1"/>
                          </a:solidFill>
                          <a:latin typeface="Times New Roman" panose="02020603050405020304" pitchFamily="18" charset="0"/>
                        </a:defRPr>
                      </a:lvl2pPr>
                      <a:lvl3pPr algn="l">
                        <a:spcBef>
                          <a:spcPct val="20000"/>
                        </a:spcBef>
                        <a:defRPr sz="2000">
                          <a:solidFill>
                            <a:schemeClr val="tx1"/>
                          </a:solidFill>
                          <a:latin typeface="Times New Roman" panose="02020603050405020304" pitchFamily="18" charset="0"/>
                        </a:defRPr>
                      </a:lvl3pPr>
                      <a:lvl4pPr algn="l">
                        <a:spcBef>
                          <a:spcPct val="20000"/>
                        </a:spcBef>
                        <a:defRPr>
                          <a:solidFill>
                            <a:schemeClr val="tx1"/>
                          </a:solidFill>
                          <a:latin typeface="Times New Roman" panose="02020603050405020304" pitchFamily="18" charset="0"/>
                        </a:defRPr>
                      </a:lvl4pPr>
                      <a:lvl5pPr algn="l">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accent2"/>
                          </a:solidFill>
                          <a:effectLst/>
                          <a:latin typeface="Tahoma" panose="020B0604030504040204" pitchFamily="34" charset="0"/>
                        </a:rPr>
                        <a:t>returns a random int 0.0 to 1.0(exclusive)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453262818"/>
                  </a:ext>
                </a:extLst>
              </a:tr>
            </a:tbl>
          </a:graphicData>
        </a:graphic>
      </p:graphicFrame>
      <p:sp>
        <p:nvSpPr>
          <p:cNvPr id="120868" name="Text Box 36">
            <a:extLst>
              <a:ext uri="{FF2B5EF4-FFF2-40B4-BE49-F238E27FC236}">
                <a16:creationId xmlns:a16="http://schemas.microsoft.com/office/drawing/2014/main" id="{F9E07467-1C38-47F4-A985-0E4604AB4AC2}"/>
              </a:ext>
            </a:extLst>
          </p:cNvPr>
          <p:cNvSpPr txBox="1">
            <a:spLocks noChangeArrowheads="1"/>
          </p:cNvSpPr>
          <p:nvPr/>
        </p:nvSpPr>
        <p:spPr bwMode="auto">
          <a:xfrm>
            <a:off x="1828800" y="5029200"/>
            <a:ext cx="5105400" cy="5318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a:solidFill>
                  <a:schemeClr val="accent2"/>
                </a:solidFill>
              </a:rPr>
              <a:t>import  java.util.Random;</a:t>
            </a:r>
            <a:endParaRPr lang="en-US" altLang="en-US" sz="32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33F4367E-679B-4C3D-B6A6-9D91B644D730}"/>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14690" name="WordArt 2">
            <a:extLst>
              <a:ext uri="{FF2B5EF4-FFF2-40B4-BE49-F238E27FC236}">
                <a16:creationId xmlns:a16="http://schemas.microsoft.com/office/drawing/2014/main" id="{84DFD642-2552-40D4-BB8B-392AC10A0ACB}"/>
              </a:ext>
            </a:extLst>
          </p:cNvPr>
          <p:cNvSpPr>
            <a:spLocks noChangeArrowheads="1" noChangeShapeType="1" noTextEdit="1"/>
          </p:cNvSpPr>
          <p:nvPr/>
        </p:nvSpPr>
        <p:spPr bwMode="auto">
          <a:xfrm>
            <a:off x="914400" y="381000"/>
            <a:ext cx="7086600" cy="685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Random</a:t>
            </a:r>
          </a:p>
        </p:txBody>
      </p:sp>
      <p:sp>
        <p:nvSpPr>
          <p:cNvPr id="114691" name="Text Box 3">
            <a:extLst>
              <a:ext uri="{FF2B5EF4-FFF2-40B4-BE49-F238E27FC236}">
                <a16:creationId xmlns:a16="http://schemas.microsoft.com/office/drawing/2014/main" id="{3E06C463-E781-4EB4-AF13-AACEE16146A9}"/>
              </a:ext>
            </a:extLst>
          </p:cNvPr>
          <p:cNvSpPr txBox="1">
            <a:spLocks noChangeArrowheads="1"/>
          </p:cNvSpPr>
          <p:nvPr/>
        </p:nvSpPr>
        <p:spPr bwMode="auto">
          <a:xfrm>
            <a:off x="457200" y="1371600"/>
            <a:ext cx="84582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a:t>Random rand = new Random();</a:t>
            </a:r>
          </a:p>
          <a:p>
            <a:pPr algn="l"/>
            <a:r>
              <a:rPr lang="en-US" altLang="en-US"/>
              <a:t>int intOne = rand.nextInt(10);		</a:t>
            </a:r>
            <a:r>
              <a:rPr lang="en-US" altLang="en-US">
                <a:solidFill>
                  <a:srgbClr val="009900"/>
                </a:solidFill>
              </a:rPr>
              <a:t>//0-9</a:t>
            </a:r>
          </a:p>
          <a:p>
            <a:pPr algn="l"/>
            <a:r>
              <a:rPr lang="en-US" altLang="en-US"/>
              <a:t>System.out.println(intOne);</a:t>
            </a:r>
          </a:p>
          <a:p>
            <a:pPr algn="l"/>
            <a:r>
              <a:rPr lang="en-US" altLang="en-US"/>
              <a:t>intOne = rand.nextInt(50)+1;		</a:t>
            </a:r>
            <a:r>
              <a:rPr lang="en-US" altLang="en-US">
                <a:solidFill>
                  <a:srgbClr val="009900"/>
                </a:solidFill>
              </a:rPr>
              <a:t>//1-50</a:t>
            </a:r>
          </a:p>
          <a:p>
            <a:pPr algn="l"/>
            <a:r>
              <a:rPr lang="en-US" altLang="en-US"/>
              <a:t>System.out.println(intOne);</a:t>
            </a:r>
          </a:p>
          <a:p>
            <a:pPr algn="l"/>
            <a:r>
              <a:rPr lang="en-US" altLang="en-US"/>
              <a:t>intOne = rand.nextInt(20)+20;	</a:t>
            </a:r>
            <a:r>
              <a:rPr lang="en-US" altLang="en-US">
                <a:solidFill>
                  <a:srgbClr val="009900"/>
                </a:solidFill>
              </a:rPr>
              <a:t>//20-39</a:t>
            </a:r>
          </a:p>
          <a:p>
            <a:pPr algn="l"/>
            <a:r>
              <a:rPr lang="en-US" altLang="en-US"/>
              <a:t>System.out.println(intOne);	</a:t>
            </a:r>
          </a:p>
        </p:txBody>
      </p:sp>
      <p:sp>
        <p:nvSpPr>
          <p:cNvPr id="114692" name="Text Box 4">
            <a:extLst>
              <a:ext uri="{FF2B5EF4-FFF2-40B4-BE49-F238E27FC236}">
                <a16:creationId xmlns:a16="http://schemas.microsoft.com/office/drawing/2014/main" id="{91182655-F6FD-4778-A77D-2FA830C00AB1}"/>
              </a:ext>
            </a:extLst>
          </p:cNvPr>
          <p:cNvSpPr txBox="1">
            <a:spLocks noChangeArrowheads="1"/>
          </p:cNvSpPr>
          <p:nvPr/>
        </p:nvSpPr>
        <p:spPr bwMode="auto">
          <a:xfrm>
            <a:off x="6705600" y="4343400"/>
            <a:ext cx="1905000" cy="205422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3200" u="sng">
                <a:solidFill>
                  <a:srgbClr val="FF0000"/>
                </a:solidFill>
              </a:rPr>
              <a:t>OUTPUT</a:t>
            </a:r>
            <a:r>
              <a:rPr lang="en-US" altLang="en-US" sz="3200"/>
              <a:t>7</a:t>
            </a:r>
            <a:br>
              <a:rPr lang="en-US" altLang="en-US" sz="3200"/>
            </a:br>
            <a:r>
              <a:rPr lang="en-US" altLang="en-US" sz="3200"/>
              <a:t>29</a:t>
            </a:r>
            <a:br>
              <a:rPr lang="en-US" altLang="en-US" sz="3200"/>
            </a:br>
            <a:r>
              <a:rPr lang="en-US" altLang="en-US" sz="3200"/>
              <a:t>37</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E134C35-D81B-42ED-A7BB-9A339C24D7CA}"/>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117762" name="WordArt 2">
            <a:extLst>
              <a:ext uri="{FF2B5EF4-FFF2-40B4-BE49-F238E27FC236}">
                <a16:creationId xmlns:a16="http://schemas.microsoft.com/office/drawing/2014/main" id="{2DACA80E-83C6-43BD-8948-E665D78298B9}"/>
              </a:ext>
            </a:extLst>
          </p:cNvPr>
          <p:cNvSpPr>
            <a:spLocks noChangeArrowheads="1" noChangeShapeType="1" noTextEdit="1"/>
          </p:cNvSpPr>
          <p:nvPr/>
        </p:nvSpPr>
        <p:spPr bwMode="auto">
          <a:xfrm>
            <a:off x="0" y="1295400"/>
            <a:ext cx="8229600" cy="36576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open</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   randomone.java</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A05E0C5-9451-48A4-98EA-694DA1F38109}"/>
              </a:ext>
            </a:extLst>
          </p:cNvPr>
          <p:cNvSpPr>
            <a:spLocks noGrp="1"/>
          </p:cNvSpPr>
          <p:nvPr>
            <p:ph type="ftr" sz="quarter" idx="12"/>
          </p:nvPr>
        </p:nvSpPr>
        <p:spPr/>
        <p:txBody>
          <a:bodyPr/>
          <a:lstStyle/>
          <a:p>
            <a:endParaRPr lang="en-US" altLang="en-US">
              <a:latin typeface="Times New Roman" panose="02020603050405020304" pitchFamily="18" charset="0"/>
            </a:endParaRPr>
          </a:p>
          <a:p>
            <a:endParaRPr lang="en-US" altLang="en-US" b="0"/>
          </a:p>
          <a:p>
            <a:endParaRPr lang="en-US" altLang="en-US"/>
          </a:p>
          <a:p>
            <a:r>
              <a:rPr lang="en-US" altLang="en-US"/>
              <a:t>© A+ Computer Science  -  www.apluscompsci.com</a:t>
            </a:r>
          </a:p>
        </p:txBody>
      </p:sp>
      <p:sp>
        <p:nvSpPr>
          <p:cNvPr id="71682" name="WordArt 2">
            <a:extLst>
              <a:ext uri="{FF2B5EF4-FFF2-40B4-BE49-F238E27FC236}">
                <a16:creationId xmlns:a16="http://schemas.microsoft.com/office/drawing/2014/main" id="{50ACF716-7B20-4D8B-8221-3120B9630D4D}"/>
              </a:ext>
            </a:extLst>
          </p:cNvPr>
          <p:cNvSpPr>
            <a:spLocks noChangeArrowheads="1" noChangeShapeType="1" noTextEdit="1"/>
          </p:cNvSpPr>
          <p:nvPr/>
        </p:nvSpPr>
        <p:spPr bwMode="auto">
          <a:xfrm>
            <a:off x="685800" y="1295400"/>
            <a:ext cx="7620000" cy="4038600"/>
          </a:xfrm>
          <a:prstGeom prst="rect">
            <a:avLst/>
          </a:prstGeom>
        </p:spPr>
        <p:txBody>
          <a:bodyPr wrap="none" fromWordArt="1">
            <a:prstTxWarp prst="textPlain">
              <a:avLst>
                <a:gd name="adj" fmla="val 50000"/>
              </a:avLst>
            </a:prstTxWarp>
          </a:bodyPr>
          <a:lstStyle/>
          <a:p>
            <a:r>
              <a:rPr lang="en-US" sz="3600" kern="10">
                <a:ln w="9525">
                  <a:solidFill>
                    <a:srgbClr val="333399"/>
                  </a:solidFill>
                  <a:round/>
                  <a:headEnd type="none" w="sm" len="sm"/>
                  <a:tailEnd type="none" w="sm" len="sm"/>
                </a:ln>
                <a:solidFill>
                  <a:srgbClr val="00FF00"/>
                </a:solidFill>
                <a:effectLst>
                  <a:outerShdw dist="35921" dir="2700000" algn="ctr" rotWithShape="0">
                    <a:srgbClr val="C0C0C0"/>
                  </a:outerShdw>
                </a:effectLst>
                <a:latin typeface="Impact" panose="020B0806030902050204" pitchFamily="34" charset="0"/>
              </a:rPr>
              <a:t>Continue work</a:t>
            </a:r>
          </a:p>
          <a:p>
            <a:r>
              <a:rPr lang="en-US" sz="3600" kern="10">
                <a:ln w="9525">
                  <a:solidFill>
                    <a:srgbClr val="333399"/>
                  </a:solidFill>
                  <a:round/>
                  <a:headEnd type="none" w="sm" len="sm"/>
                  <a:tailEnd type="none" w="sm" len="sm"/>
                </a:ln>
                <a:solidFill>
                  <a:srgbClr val="00FF00"/>
                </a:solidFill>
                <a:effectLst>
                  <a:outerShdw dist="35921" dir="2700000" algn="ctr" rotWithShape="0">
                    <a:srgbClr val="C0C0C0"/>
                  </a:outerShdw>
                </a:effectLst>
                <a:latin typeface="Impact" panose="020B0806030902050204" pitchFamily="34" charset="0"/>
              </a:rPr>
              <a:t>on Lab 10</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2800" b="1" i="0" u="none" strike="noStrike" cap="none" normalizeH="0" baseline="0" smtClean="0">
            <a:ln>
              <a:noFill/>
            </a:ln>
            <a:solidFill>
              <a:schemeClr val="tx1"/>
            </a:solidFill>
            <a:effectLst/>
            <a:latin typeface="Tahoma" panose="020B060403050404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2800" b="1" i="0" u="none" strike="noStrike" cap="none" normalizeH="0" baseline="0" smtClean="0">
            <a:ln>
              <a:noFill/>
            </a:ln>
            <a:solidFill>
              <a:schemeClr val="tx1"/>
            </a:solidFill>
            <a:effectLst/>
            <a:latin typeface="Tahoma" panose="020B0604030504040204"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1644</TotalTime>
  <Words>3383</Words>
  <Application>Microsoft Office PowerPoint</Application>
  <PresentationFormat>On-screen Show (4:3)</PresentationFormat>
  <Paragraphs>864</Paragraphs>
  <Slides>55</Slides>
  <Notes>53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55</vt:i4>
      </vt:variant>
    </vt:vector>
  </HeadingPairs>
  <TitlesOfParts>
    <vt:vector size="59" baseType="lpstr">
      <vt:lpstr>Times New Roman</vt:lpstr>
      <vt:lpstr>Tahoma</vt:lpstr>
      <vt:lpstr>Courier New</vt:lpstr>
      <vt:lpstr>Blank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booleans</dc:title>
  <dc:subject>Booleans</dc:subject>
  <dc:creator>A+ Computer Science</dc:creator>
  <cp:keywords>www.apluscompsci.com</cp:keywords>
  <dc:description>Booleans_x000d_
©A+ Computer Science_x000d_
www.apluscompsci.com</dc:description>
  <cp:lastModifiedBy>WELDON JASIK</cp:lastModifiedBy>
  <cp:revision>317</cp:revision>
  <cp:lastPrinted>1999-11-08T17:20:25Z</cp:lastPrinted>
  <dcterms:created xsi:type="dcterms:W3CDTF">1997-11-03T14:43:20Z</dcterms:created>
  <dcterms:modified xsi:type="dcterms:W3CDTF">2020-12-08T15:26:12Z</dcterms:modified>
  <cp:category>www.apluscompsci.com</cp:category>
</cp:coreProperties>
</file>