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535" r:id="rId2"/>
    <p:sldId id="541" r:id="rId3"/>
  </p:sldIdLst>
  <p:sldSz cx="9144000" cy="6858000" type="screen4x3"/>
  <p:notesSz cx="6858000" cy="9296400"/>
  <p:custDataLst>
    <p:tags r:id="rId6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sz="28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sz="28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sz="28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sz="28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336600"/>
    <a:srgbClr val="6600CC"/>
    <a:srgbClr val="FFCCFF"/>
    <a:srgbClr val="00CC66"/>
    <a:srgbClr val="E8D4CE"/>
    <a:srgbClr val="FFDDFF"/>
    <a:srgbClr val="FF0066"/>
    <a:srgbClr val="FFEBFF"/>
    <a:srgbClr val="33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0" autoAdjust="0"/>
    <p:restoredTop sz="94643" autoAdjust="0"/>
  </p:normalViewPr>
  <p:slideViewPr>
    <p:cSldViewPr>
      <p:cViewPr varScale="1">
        <p:scale>
          <a:sx n="78" d="100"/>
          <a:sy n="78" d="100"/>
        </p:scale>
        <p:origin x="859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9" d="100"/>
          <a:sy n="59" d="100"/>
        </p:scale>
        <p:origin x="-1740" y="-84"/>
      </p:cViewPr>
      <p:guideLst>
        <p:guide orient="horz" pos="2928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gs" Target="tags/tag1.xml"/><Relationship Id="rId5" Type="http://schemas.openxmlformats.org/officeDocument/2006/relationships/handoutMaster" Target="handoutMasters/handoutMaster1.xml"/><Relationship Id="rId10" Type="http://schemas.openxmlformats.org/officeDocument/2006/relationships/tableStyles" Target="tableStyles.xml"/><Relationship Id="rId4" Type="http://schemas.openxmlformats.org/officeDocument/2006/relationships/notesMaster" Target="notesMasters/notesMaster1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2">
            <a:extLst>
              <a:ext uri="{FF2B5EF4-FFF2-40B4-BE49-F238E27FC236}">
                <a16:creationId xmlns:a16="http://schemas.microsoft.com/office/drawing/2014/main" id="{42D44F16-7259-4CF3-BB7B-AB982A9CF77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4387" name="Rectangle 3">
            <a:extLst>
              <a:ext uri="{FF2B5EF4-FFF2-40B4-BE49-F238E27FC236}">
                <a16:creationId xmlns:a16="http://schemas.microsoft.com/office/drawing/2014/main" id="{B18538DD-0E7F-4A70-A5E9-7D2F8D60990B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4388" name="Rectangle 4">
            <a:extLst>
              <a:ext uri="{FF2B5EF4-FFF2-40B4-BE49-F238E27FC236}">
                <a16:creationId xmlns:a16="http://schemas.microsoft.com/office/drawing/2014/main" id="{74098921-D754-4F7C-A291-3089D355428C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9675"/>
            <a:ext cx="2971800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4389" name="Rectangle 5">
            <a:extLst>
              <a:ext uri="{FF2B5EF4-FFF2-40B4-BE49-F238E27FC236}">
                <a16:creationId xmlns:a16="http://schemas.microsoft.com/office/drawing/2014/main" id="{D5403069-BBF2-49C8-935D-97978407FE5B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829675"/>
            <a:ext cx="2971800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Times New Roman" panose="02020603050405020304" pitchFamily="18" charset="0"/>
              </a:defRPr>
            </a:lvl1pPr>
          </a:lstStyle>
          <a:p>
            <a:fld id="{691D9FC3-8016-4F88-A26C-1675B9B3A19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>
            <a:extLst>
              <a:ext uri="{FF2B5EF4-FFF2-40B4-BE49-F238E27FC236}">
                <a16:creationId xmlns:a16="http://schemas.microsoft.com/office/drawing/2014/main" id="{B64CD0DF-8B53-4005-9C9A-2D888AE77BE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5779" name="Rectangle 3">
            <a:extLst>
              <a:ext uri="{FF2B5EF4-FFF2-40B4-BE49-F238E27FC236}">
                <a16:creationId xmlns:a16="http://schemas.microsoft.com/office/drawing/2014/main" id="{1F825F62-E14B-4AC9-9B88-5F8B380F92C6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ED0A0808-79FD-49C3-AAE0-BBE5F615C712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049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75781" name="Rectangle 5">
            <a:extLst>
              <a:ext uri="{FF2B5EF4-FFF2-40B4-BE49-F238E27FC236}">
                <a16:creationId xmlns:a16="http://schemas.microsoft.com/office/drawing/2014/main" id="{7B3051D1-1C3B-486E-9335-E87016AD6B34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416425"/>
            <a:ext cx="5029200" cy="4183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5782" name="Rectangle 6">
            <a:extLst>
              <a:ext uri="{FF2B5EF4-FFF2-40B4-BE49-F238E27FC236}">
                <a16:creationId xmlns:a16="http://schemas.microsoft.com/office/drawing/2014/main" id="{5B622F51-E9EA-4495-80A3-258E516F807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1263"/>
            <a:ext cx="2971800" cy="465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5783" name="Rectangle 7">
            <a:extLst>
              <a:ext uri="{FF2B5EF4-FFF2-40B4-BE49-F238E27FC236}">
                <a16:creationId xmlns:a16="http://schemas.microsoft.com/office/drawing/2014/main" id="{04260DE2-1C22-4740-904B-C9645DE8074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831263"/>
            <a:ext cx="2971800" cy="465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9153A1A2-41C7-44AE-B527-7F99FE23AD01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59E582D-1CF8-4A1B-BD39-FAB8DB37FEB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CA8BB8D-C9D8-49EC-AC26-75471DAA418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F3758E6-8955-4EC3-A6FE-E77870889F9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51207B93-6B1D-44C4-B4F0-D4F8B2A1BA2D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1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en-US">
              <a:latin typeface="+mn-lt"/>
            </a:endParaRPr>
          </a:p>
          <a:p>
            <a:pPr>
              <a:defRPr/>
            </a:pPr>
            <a:endParaRPr lang="en-US" b="0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20362552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E7356FA-78B0-476F-8A08-075B0246080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A8A88E30-1640-4CAB-AA53-1296A4ED5EC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98E04FD-3185-4E95-80E8-54BA07796A2C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0B8A23AC-9772-4CF7-9988-24286E331CFF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1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en-US">
              <a:latin typeface="+mn-lt"/>
            </a:endParaRPr>
          </a:p>
          <a:p>
            <a:pPr>
              <a:defRPr/>
            </a:pPr>
            <a:endParaRPr lang="en-US" b="0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20808823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80DCBC5-882D-42D0-BFB3-97755FB3E3F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48EB7F40-3B94-49AC-850C-3915F55A799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C93EB33-115F-4723-9883-CD06FBBA4764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E88B5F7C-D025-4988-BCFA-0741AAED8653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1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en-US">
              <a:latin typeface="+mn-lt"/>
            </a:endParaRPr>
          </a:p>
          <a:p>
            <a:pPr>
              <a:defRPr/>
            </a:pPr>
            <a:endParaRPr lang="en-US" b="0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2027037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D81F58A-725A-4B3C-8096-D0737DF2BB9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9F208CC-BC28-409C-8B9C-46D1FD80D00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FFB8B14-25A1-4D73-A454-5F373140BBD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010FE017-EF53-4B64-A7F3-AA33EC8F7117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1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en-US">
              <a:latin typeface="+mn-lt"/>
            </a:endParaRPr>
          </a:p>
          <a:p>
            <a:pPr>
              <a:defRPr/>
            </a:pPr>
            <a:endParaRPr lang="en-US" b="0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3619470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8A8B7C03-F25C-40ED-986D-04D7BDA18DA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D5B68111-BC81-44C0-B1F1-D56601FB843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31F3B44-9CF3-4CBD-BE8B-E684EA8ED419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86BC5B54-9D00-4B7D-B859-D017526CDFDB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1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en-US">
              <a:latin typeface="+mn-lt"/>
            </a:endParaRPr>
          </a:p>
          <a:p>
            <a:pPr>
              <a:defRPr/>
            </a:pPr>
            <a:endParaRPr lang="en-US" b="0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2698758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FAE65D0D-ACB6-4658-80E9-AA99BB20E7F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E093399B-C420-4FDD-8442-80CB3205D14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0515A42-E9B4-4967-B627-847740EE525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51A32F0A-188D-4D26-ADBF-A23D6CB14FFB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1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en-US">
              <a:latin typeface="+mn-lt"/>
            </a:endParaRPr>
          </a:p>
          <a:p>
            <a:pPr>
              <a:defRPr/>
            </a:pPr>
            <a:endParaRPr lang="en-US" b="0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654571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E00C8685-34EC-4FFC-A7BE-EA047BCE95C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417FE650-5B1E-478B-A659-ACE57519128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CDE02EF-CADA-417F-9AFD-F48D08010BCC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C739421B-FE89-4EB8-AE8A-26AA20D78648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1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en-US">
              <a:latin typeface="+mn-lt"/>
            </a:endParaRPr>
          </a:p>
          <a:p>
            <a:pPr>
              <a:defRPr/>
            </a:pPr>
            <a:endParaRPr lang="en-US" b="0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19273817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B3B7EEE-2B9A-4C3A-AA00-891D391EF1E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449CBBE-BE41-4BC0-BF63-B2D78F09329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3B93209-70DC-4898-A841-2E4E3BD1A391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B4319736-7824-4251-B998-1D1A4F0A6B3F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1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en-US">
              <a:latin typeface="+mn-lt"/>
            </a:endParaRPr>
          </a:p>
          <a:p>
            <a:pPr>
              <a:defRPr/>
            </a:pPr>
            <a:endParaRPr lang="en-US" b="0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31014050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9546831-40F3-44CA-B3F0-2617F949321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4656E51-91E9-4C5C-B018-319D679DEA7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B5A1E6D-C925-488C-84BF-F3EB769B7A8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2242CC68-B5D6-4458-9588-1DDB02BCEBC2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1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en-US">
              <a:latin typeface="+mn-lt"/>
            </a:endParaRPr>
          </a:p>
          <a:p>
            <a:pPr>
              <a:defRPr/>
            </a:pPr>
            <a:endParaRPr lang="en-US" b="0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28239104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20751CA-3AD0-44BA-8D2D-A1400D71E88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5CEB6AAF-5FF4-421F-9D57-BAD6EB7300F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CFBEC17-3268-45F0-B4A2-D76A629FDCE9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8EF4DFBF-AAA7-4659-A6FD-F5B0FE8060A3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1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en-US">
              <a:latin typeface="+mn-lt"/>
            </a:endParaRPr>
          </a:p>
          <a:p>
            <a:pPr>
              <a:defRPr/>
            </a:pPr>
            <a:endParaRPr lang="en-US" b="0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3469911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6629739-B7AA-49F2-A3C7-113F4FF025F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CB69D212-215C-47B1-B67A-37059A23094B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D71A188-A028-4134-8753-F2D4C93BC061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BF3A6932-A6FE-4E5E-8632-A8EFACBBECCA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1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en-US">
              <a:latin typeface="+mn-lt"/>
            </a:endParaRPr>
          </a:p>
          <a:p>
            <a:pPr>
              <a:defRPr/>
            </a:pPr>
            <a:endParaRPr lang="en-US" b="0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25430393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E119C61C-B464-4141-91A8-93AC4C715D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C9C44BE0-79B7-4798-AE3E-91B7D2025A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C1F394D7-2B83-48BD-BA3A-18982E5E2A5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8F4D3289-40C7-4BB4-AC6E-59B7F02D0BC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Times New Roman" panose="02020603050405020304" pitchFamily="18" charset="0"/>
              </a:defRPr>
            </a:lvl1pPr>
          </a:lstStyle>
          <a:p>
            <a:fld id="{02900F6E-31FC-488D-B43F-E872C65CA612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D1C5E8DA-1999-40CF-A963-9211C16BE3C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>
              <a:defRPr sz="800" b="0">
                <a:latin typeface="+mn-lt"/>
              </a:defRPr>
            </a:lvl1pPr>
          </a:lstStyle>
          <a:p>
            <a:pPr>
              <a:defRPr/>
            </a:pPr>
            <a:endParaRPr lang="en-US" b="1"/>
          </a:p>
          <a:p>
            <a:pPr>
              <a:defRPr/>
            </a:pPr>
            <a:endParaRPr lang="en-US">
              <a:latin typeface="Tahoma" panose="020B0604030504040204" pitchFamily="34" charset="0"/>
            </a:endParaRPr>
          </a:p>
          <a:p>
            <a:pPr>
              <a:defRPr/>
            </a:pPr>
            <a:endParaRPr lang="en-US" b="1">
              <a:latin typeface="Tahoma" panose="020B0604030504040204" pitchFamily="34" charset="0"/>
            </a:endParaRPr>
          </a:p>
          <a:p>
            <a:pPr>
              <a:defRPr/>
            </a:pPr>
            <a:r>
              <a:rPr lang="en-US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Footer Placeholder 1">
            <a:extLst>
              <a:ext uri="{FF2B5EF4-FFF2-40B4-BE49-F238E27FC236}">
                <a16:creationId xmlns:a16="http://schemas.microsoft.com/office/drawing/2014/main" id="{F000FCB6-E576-49E1-AAC9-0AA5C2F5F06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pic>
        <p:nvPicPr>
          <p:cNvPr id="47107" name="Picture 3" descr="Java Collections Hierarchy Relationships Enumerated&#10;&#10;Collections&#10;Collection interface extends Iterable Interface and is the root of the collections hierarchy.&#10;List and Set interfaces extend Collection interface&#10;ArrayList class implements List and RandomAccess interfaces&#10;LinkedList class implements List interface&#10;HashSet class implements Set interface&#10;SortedSet interface extends Set interface&#10;TreeSet class implements SortedSet class&#10;&#10;Maps&#10;Map interface is the root of the map hierarchy&#10;HashMap class implements Map interface&#10;SortedMap interface extends Map interface&#10;TreeMap class implements SortMap interface">
            <a:extLst>
              <a:ext uri="{FF2B5EF4-FFF2-40B4-BE49-F238E27FC236}">
                <a16:creationId xmlns:a16="http://schemas.microsoft.com/office/drawing/2014/main" id="{0BF4E7D3-4955-4DDE-85F8-8A0503EB7A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108" name="TextBox 2">
            <a:extLst>
              <a:ext uri="{FF2B5EF4-FFF2-40B4-BE49-F238E27FC236}">
                <a16:creationId xmlns:a16="http://schemas.microsoft.com/office/drawing/2014/main" id="{ADC603F3-7C9D-45D1-A800-373D9AC66C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9050" y="0"/>
            <a:ext cx="14636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 err="1">
                <a:solidFill>
                  <a:srgbClr val="7030A0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Iterable</a:t>
            </a:r>
            <a:endParaRPr lang="en-US" altLang="en-US" sz="2800" dirty="0">
              <a:solidFill>
                <a:srgbClr val="7030A0"/>
              </a:solidFill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7109" name="Straight Arrow Connector 4">
            <a:extLst>
              <a:ext uri="{FF2B5EF4-FFF2-40B4-BE49-F238E27FC236}">
                <a16:creationId xmlns:a16="http://schemas.microsoft.com/office/drawing/2014/main" id="{0E000467-12A1-4358-8E06-4A233655BD38}"/>
              </a:ext>
            </a:extLst>
          </p:cNvPr>
          <p:cNvCxnSpPr>
            <a:cxnSpLocks noChangeShapeType="1"/>
            <a:stCxn id="47108" idx="2"/>
          </p:cNvCxnSpPr>
          <p:nvPr/>
        </p:nvCxnSpPr>
        <p:spPr bwMode="auto">
          <a:xfrm>
            <a:off x="712788" y="523875"/>
            <a:ext cx="277812" cy="390525"/>
          </a:xfrm>
          <a:prstGeom prst="straightConnector1">
            <a:avLst/>
          </a:prstGeom>
          <a:noFill/>
          <a:ln w="57150" algn="ctr">
            <a:solidFill>
              <a:srgbClr val="7030A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Java Collections Hierarchy Relationships Enumerated with Abstract Classes&#10;&#10;Collections&#10;Collection interface extends Iterable Interface and is the root of the collections hierarchy.&#10;List and Set interfaces extend Collection interface&#10;AbstractCollection class implements Collection interface&#10;AbstractList class extends AbstractCollection class and implements List interface&#10;AbstractSet class extends AbstractCollection class and implements Set interface&#10;ArrayList class extends AbstractList class and implements List and RandomAccess interfaces&#10;AbstractSequentialList class extends AbstractList class and implements List interface&#10;LinkedList class extends AbstractSequentialList class and implements List interface&#10;AbstractSet class extends AbstractCollection class and implements Collection interface&#10;HashSet class extends AbstractSet class and implements Set interface&#10;SortedSet interface extends Set interface&#10;TreeSet class implements SortedSet class&#10;&#10;Maps&#10;Map interface is the root of the map hierarchy&#10;AbstractMap class implements Map interface&#10;HashMap class extends AbstractMap class and implements Map interface&#10;SortedMap interface extends Map&#10;TreeMap class implements SortMap interface&#10;">
            <a:extLst>
              <a:ext uri="{FF2B5EF4-FFF2-40B4-BE49-F238E27FC236}">
                <a16:creationId xmlns:a16="http://schemas.microsoft.com/office/drawing/2014/main" id="{8F124D07-C37A-446B-A3B5-D53D541D7AB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29" t="10000" r="19091" b="22222"/>
          <a:stretch/>
        </p:blipFill>
        <p:spPr>
          <a:xfrm>
            <a:off x="76200" y="152400"/>
            <a:ext cx="8915400" cy="639811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918C3E0-5D8F-4E87-BFEE-A7B6360ED305}"/>
              </a:ext>
            </a:extLst>
          </p:cNvPr>
          <p:cNvSpPr txBox="1"/>
          <p:nvPr/>
        </p:nvSpPr>
        <p:spPr>
          <a:xfrm>
            <a:off x="1725828" y="652670"/>
            <a:ext cx="1043876" cy="30777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Iterable</a:t>
            </a:r>
            <a:endParaRPr lang="en-US" sz="1400" b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563B4E6-D5CA-4017-9824-ABCBD8B2B3B6}"/>
              </a:ext>
            </a:extLst>
          </p:cNvPr>
          <p:cNvCxnSpPr>
            <a:cxnSpLocks/>
          </p:cNvCxnSpPr>
          <p:nvPr/>
        </p:nvCxnSpPr>
        <p:spPr bwMode="auto">
          <a:xfrm flipV="1">
            <a:off x="2247766" y="960447"/>
            <a:ext cx="0" cy="454223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162908867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9.0&quot;&gt;&lt;object type=&quot;1&quot; unique_id=&quot;10001&quot;&gt;&lt;object type=&quot;2&quot; unique_id=&quot;10002&quot;&gt;&lt;object type=&quot;3&quot; unique_id=&quot;10003&quot;&gt;&lt;property id=&quot;20148&quot; value=&quot;5&quot;/&gt;&lt;property id=&quot;20300&quot; value=&quot;Slide 1&quot;/&gt;&lt;property id=&quot;20307&quot; value=&quot;256&quot;/&gt;&lt;/object&gt;&lt;object type=&quot;3&quot; unique_id=&quot;10004&quot;&gt;&lt;property id=&quot;20148&quot; value=&quot;5&quot;/&gt;&lt;property id=&quot;20300&quot; value=&quot;Slide 2&quot;/&gt;&lt;property id=&quot;20307&quot; value=&quot;421&quot;/&gt;&lt;/object&gt;&lt;object type=&quot;3&quot; unique_id=&quot;10005&quot;&gt;&lt;property id=&quot;20148&quot; value=&quot;5&quot;/&gt;&lt;property id=&quot;20300&quot; value=&quot;Slide 3&quot;/&gt;&lt;property id=&quot;20307&quot; value=&quot;422&quot;/&gt;&lt;/object&gt;&lt;object type=&quot;3&quot; unique_id=&quot;10006&quot;&gt;&lt;property id=&quot;20148&quot; value=&quot;5&quot;/&gt;&lt;property id=&quot;20300&quot; value=&quot;Slide 4&quot;/&gt;&lt;property id=&quot;20307&quot; value=&quot;423&quot;/&gt;&lt;/object&gt;&lt;object type=&quot;3&quot; unique_id=&quot;10007&quot;&gt;&lt;property id=&quot;20148&quot; value=&quot;5&quot;/&gt;&lt;property id=&quot;20300&quot; value=&quot;Slide 5&quot;/&gt;&lt;property id=&quot;20307&quot; value=&quot;424&quot;/&gt;&lt;/object&gt;&lt;object type=&quot;3&quot; unique_id=&quot;10008&quot;&gt;&lt;property id=&quot;20148&quot; value=&quot;5&quot;/&gt;&lt;property id=&quot;20300&quot; value=&quot;Slide 6&quot;/&gt;&lt;property id=&quot;20307&quot; value=&quot;425&quot;/&gt;&lt;/object&gt;&lt;object type=&quot;3&quot; unique_id=&quot;10009&quot;&gt;&lt;property id=&quot;20148&quot; value=&quot;5&quot;/&gt;&lt;property id=&quot;20300&quot; value=&quot;Slide 7&quot;/&gt;&lt;property id=&quot;20307&quot; value=&quot;426&quot;/&gt;&lt;/object&gt;&lt;object type=&quot;3&quot; unique_id=&quot;10010&quot;&gt;&lt;property id=&quot;20148&quot; value=&quot;5&quot;/&gt;&lt;property id=&quot;20300&quot; value=&quot;Slide 8&quot;/&gt;&lt;property id=&quot;20307&quot; value=&quot;427&quot;/&gt;&lt;/object&gt;&lt;object type=&quot;3&quot; unique_id=&quot;10011&quot;&gt;&lt;property id=&quot;20148&quot; value=&quot;5&quot;/&gt;&lt;property id=&quot;20300&quot; value=&quot;Slide 9&quot;/&gt;&lt;property id=&quot;20307&quot; value=&quot;295&quot;/&gt;&lt;/object&gt;&lt;object type=&quot;3&quot; unique_id=&quot;10012&quot;&gt;&lt;property id=&quot;20148&quot; value=&quot;5&quot;/&gt;&lt;property id=&quot;20300&quot; value=&quot;Slide 10&quot;/&gt;&lt;property id=&quot;20307&quot; value=&quot;332&quot;/&gt;&lt;/object&gt;&lt;object type=&quot;3&quot; unique_id=&quot;10013&quot;&gt;&lt;property id=&quot;20148&quot; value=&quot;5&quot;/&gt;&lt;property id=&quot;20300&quot; value=&quot;Slide 11&quot;/&gt;&lt;property id=&quot;20307&quot; value=&quot;428&quot;/&gt;&lt;/object&gt;&lt;object type=&quot;3&quot; unique_id=&quot;10014&quot;&gt;&lt;property id=&quot;20148&quot; value=&quot;5&quot;/&gt;&lt;property id=&quot;20300&quot; value=&quot;Slide 12&quot;/&gt;&lt;property id=&quot;20307&quot; value=&quot;429&quot;/&gt;&lt;/object&gt;&lt;object type=&quot;3&quot; unique_id=&quot;10015&quot;&gt;&lt;property id=&quot;20148&quot; value=&quot;5&quot;/&gt;&lt;property id=&quot;20300&quot; value=&quot;Slide 13&quot;/&gt;&lt;property id=&quot;20307&quot; value=&quot;374&quot;/&gt;&lt;/object&gt;&lt;object type=&quot;3&quot; unique_id=&quot;10016&quot;&gt;&lt;property id=&quot;20148&quot; value=&quot;5&quot;/&gt;&lt;property id=&quot;20300&quot; value=&quot;Slide 14&quot;/&gt;&lt;property id=&quot;20307&quot; value=&quot;387&quot;/&gt;&lt;/object&gt;&lt;object type=&quot;3&quot; unique_id=&quot;10017&quot;&gt;&lt;property id=&quot;20148&quot; value=&quot;5&quot;/&gt;&lt;property id=&quot;20300&quot; value=&quot;Slide 15&quot;/&gt;&lt;property id=&quot;20307&quot; value=&quot;353&quot;/&gt;&lt;/object&gt;&lt;object type=&quot;3&quot; unique_id=&quot;10018&quot;&gt;&lt;property id=&quot;20148&quot; value=&quot;5&quot;/&gt;&lt;property id=&quot;20300&quot; value=&quot;Slide 16&quot;/&gt;&lt;property id=&quot;20307&quot; value=&quot;411&quot;/&gt;&lt;/object&gt;&lt;object type=&quot;3&quot; unique_id=&quot;10019&quot;&gt;&lt;property id=&quot;20148&quot; value=&quot;5&quot;/&gt;&lt;property id=&quot;20300&quot; value=&quot;Slide 17&quot;/&gt;&lt;property id=&quot;20307&quot; value=&quot;430&quot;/&gt;&lt;/object&gt;&lt;object type=&quot;3&quot; unique_id=&quot;10020&quot;&gt;&lt;property id=&quot;20148&quot; value=&quot;5&quot;/&gt;&lt;property id=&quot;20300&quot; value=&quot;Slide 18&quot;/&gt;&lt;property id=&quot;20307&quot; value=&quot;412&quot;/&gt;&lt;/object&gt;&lt;object type=&quot;3&quot; unique_id=&quot;10021&quot;&gt;&lt;property id=&quot;20148&quot; value=&quot;5&quot;/&gt;&lt;property id=&quot;20300&quot; value=&quot;Slide 19&quot;/&gt;&lt;property id=&quot;20307&quot; value=&quot;354&quot;/&gt;&lt;/object&gt;&lt;object type=&quot;3&quot; unique_id=&quot;10022&quot;&gt;&lt;property id=&quot;20148&quot; value=&quot;5&quot;/&gt;&lt;property id=&quot;20300&quot; value=&quot;Slide 20&quot;/&gt;&lt;property id=&quot;20307&quot; value=&quot;356&quot;/&gt;&lt;/object&gt;&lt;object type=&quot;3&quot; unique_id=&quot;10023&quot;&gt;&lt;property id=&quot;20148&quot; value=&quot;5&quot;/&gt;&lt;property id=&quot;20300&quot; value=&quot;Slide 21&quot;/&gt;&lt;property id=&quot;20307&quot; value=&quot;357&quot;/&gt;&lt;/object&gt;&lt;object type=&quot;3&quot; unique_id=&quot;10024&quot;&gt;&lt;property id=&quot;20148&quot; value=&quot;5&quot;/&gt;&lt;property id=&quot;20300&quot; value=&quot;Slide 22&quot;/&gt;&lt;property id=&quot;20307&quot; value=&quot;358&quot;/&gt;&lt;/object&gt;&lt;object type=&quot;3&quot; unique_id=&quot;10025&quot;&gt;&lt;property id=&quot;20148&quot; value=&quot;5&quot;/&gt;&lt;property id=&quot;20300&quot; value=&quot;Slide 23&quot;/&gt;&lt;property id=&quot;20307&quot; value=&quot;359&quot;/&gt;&lt;/object&gt;&lt;object type=&quot;3&quot; unique_id=&quot;10026&quot;&gt;&lt;property id=&quot;20148&quot; value=&quot;5&quot;/&gt;&lt;property id=&quot;20300&quot; value=&quot;Slide 24&quot;/&gt;&lt;property id=&quot;20307&quot; value=&quot;416&quot;/&gt;&lt;/object&gt;&lt;object type=&quot;3&quot; unique_id=&quot;10027&quot;&gt;&lt;property id=&quot;20148&quot; value=&quot;5&quot;/&gt;&lt;property id=&quot;20300&quot; value=&quot;Slide 25&quot;/&gt;&lt;property id=&quot;20307&quot; value=&quot;417&quot;/&gt;&lt;/object&gt;&lt;object type=&quot;3&quot; unique_id=&quot;10028&quot;&gt;&lt;property id=&quot;20148&quot; value=&quot;5&quot;/&gt;&lt;property id=&quot;20300&quot; value=&quot;Slide 26&quot;/&gt;&lt;property id=&quot;20307&quot; value=&quot;418&quot;/&gt;&lt;/object&gt;&lt;object type=&quot;3&quot; unique_id=&quot;10029&quot;&gt;&lt;property id=&quot;20148&quot; value=&quot;5&quot;/&gt;&lt;property id=&quot;20300&quot; value=&quot;Slide 27&quot;/&gt;&lt;property id=&quot;20307&quot; value=&quot;361&quot;/&gt;&lt;/object&gt;&lt;object type=&quot;3&quot; unique_id=&quot;10030&quot;&gt;&lt;property id=&quot;20148&quot; value=&quot;5&quot;/&gt;&lt;property id=&quot;20300&quot; value=&quot;Slide 28&quot;/&gt;&lt;property id=&quot;20307&quot; value=&quot;362&quot;/&gt;&lt;/object&gt;&lt;object type=&quot;3&quot; unique_id=&quot;10031&quot;&gt;&lt;property id=&quot;20148&quot; value=&quot;5&quot;/&gt;&lt;property id=&quot;20300&quot; value=&quot;Slide 29&quot;/&gt;&lt;property id=&quot;20307&quot; value=&quot;365&quot;/&gt;&lt;/object&gt;&lt;object type=&quot;3&quot; unique_id=&quot;10032&quot;&gt;&lt;property id=&quot;20148&quot; value=&quot;5&quot;/&gt;&lt;property id=&quot;20300&quot; value=&quot;Slide 30&quot;/&gt;&lt;property id=&quot;20307&quot; value=&quot;366&quot;/&gt;&lt;/object&gt;&lt;object type=&quot;3&quot; unique_id=&quot;10033&quot;&gt;&lt;property id=&quot;20148&quot; value=&quot;5&quot;/&gt;&lt;property id=&quot;20300&quot; value=&quot;Slide 31&quot;/&gt;&lt;property id=&quot;20307&quot; value=&quot;367&quot;/&gt;&lt;/object&gt;&lt;object type=&quot;3&quot; unique_id=&quot;10034&quot;&gt;&lt;property id=&quot;20148&quot; value=&quot;5&quot;/&gt;&lt;property id=&quot;20300&quot; value=&quot;Slide 33&quot;/&gt;&lt;property id=&quot;20307&quot; value=&quot;360&quot;/&gt;&lt;/object&gt;&lt;object type=&quot;3&quot; unique_id=&quot;10035&quot;&gt;&lt;property id=&quot;20148&quot; value=&quot;5&quot;/&gt;&lt;property id=&quot;20300&quot; value=&quot;Slide 34&quot;/&gt;&lt;property id=&quot;20307&quot; value=&quot;375&quot;/&gt;&lt;/object&gt;&lt;object type=&quot;3&quot; unique_id=&quot;10036&quot;&gt;&lt;property id=&quot;20148&quot; value=&quot;5&quot;/&gt;&lt;property id=&quot;20300&quot; value=&quot;Slide 35&quot;/&gt;&lt;property id=&quot;20307&quot; value=&quot;389&quot;/&gt;&lt;/object&gt;&lt;object type=&quot;3&quot; unique_id=&quot;10037&quot;&gt;&lt;property id=&quot;20148&quot; value=&quot;5&quot;/&gt;&lt;property id=&quot;20300&quot; value=&quot;Slide 36&quot;/&gt;&lt;property id=&quot;20307&quot; value=&quot;370&quot;/&gt;&lt;/object&gt;&lt;object type=&quot;3&quot; unique_id=&quot;10038&quot;&gt;&lt;property id=&quot;20148&quot; value=&quot;5&quot;/&gt;&lt;property id=&quot;20300&quot; value=&quot;Slide 37&quot;/&gt;&lt;property id=&quot;20307&quot; value=&quot;371&quot;/&gt;&lt;/object&gt;&lt;object type=&quot;3&quot; unique_id=&quot;10039&quot;&gt;&lt;property id=&quot;20148&quot; value=&quot;5&quot;/&gt;&lt;property id=&quot;20300&quot; value=&quot;Slide 38&quot;/&gt;&lt;property id=&quot;20307&quot; value=&quot;382&quot;/&gt;&lt;/object&gt;&lt;object type=&quot;3&quot; unique_id=&quot;10040&quot;&gt;&lt;property id=&quot;20148&quot; value=&quot;5&quot;/&gt;&lt;property id=&quot;20300&quot; value=&quot;Slide 39&quot;/&gt;&lt;property id=&quot;20307&quot; value=&quot;383&quot;/&gt;&lt;/object&gt;&lt;object type=&quot;3&quot; unique_id=&quot;10041&quot;&gt;&lt;property id=&quot;20148&quot; value=&quot;5&quot;/&gt;&lt;property id=&quot;20300&quot; value=&quot;Slide 40&quot;/&gt;&lt;property id=&quot;20307&quot; value=&quot;372&quot;/&gt;&lt;/object&gt;&lt;object type=&quot;3&quot; unique_id=&quot;10042&quot;&gt;&lt;property id=&quot;20148&quot; value=&quot;5&quot;/&gt;&lt;property id=&quot;20300&quot; value=&quot;Slide 41&quot;/&gt;&lt;property id=&quot;20307&quot; value=&quot;373&quot;/&gt;&lt;/object&gt;&lt;object type=&quot;3&quot; unique_id=&quot;10043&quot;&gt;&lt;property id=&quot;20148&quot; value=&quot;5&quot;/&gt;&lt;property id=&quot;20300&quot; value=&quot;Slide 42&quot;/&gt;&lt;property id=&quot;20307&quot; value=&quot;376&quot;/&gt;&lt;/object&gt;&lt;object type=&quot;3&quot; unique_id=&quot;10044&quot;&gt;&lt;property id=&quot;20148&quot; value=&quot;5&quot;/&gt;&lt;property id=&quot;20300&quot; value=&quot;Slide 43&quot;/&gt;&lt;property id=&quot;20307&quot; value=&quot;378&quot;/&gt;&lt;/object&gt;&lt;object type=&quot;3&quot; unique_id=&quot;10045&quot;&gt;&lt;property id=&quot;20148&quot; value=&quot;5&quot;/&gt;&lt;property id=&quot;20300&quot; value=&quot;Slide 44&quot;/&gt;&lt;property id=&quot;20307&quot; value=&quot;380&quot;/&gt;&lt;/object&gt;&lt;object type=&quot;3&quot; unique_id=&quot;10046&quot;&gt;&lt;property id=&quot;20148&quot; value=&quot;5&quot;/&gt;&lt;property id=&quot;20300&quot; value=&quot;Slide 45&quot;/&gt;&lt;property id=&quot;20307&quot; value=&quot;379&quot;/&gt;&lt;/object&gt;&lt;object type=&quot;3&quot; unique_id=&quot;10047&quot;&gt;&lt;property id=&quot;20148&quot; value=&quot;5&quot;/&gt;&lt;property id=&quot;20300&quot; value=&quot;Slide 46&quot;/&gt;&lt;property id=&quot;20307&quot; value=&quot;381&quot;/&gt;&lt;/object&gt;&lt;object type=&quot;3&quot; unique_id=&quot;10048&quot;&gt;&lt;property id=&quot;20148&quot; value=&quot;5&quot;/&gt;&lt;property id=&quot;20300&quot; value=&quot;Slide 47&quot;/&gt;&lt;property id=&quot;20307&quot; value=&quot;377&quot;/&gt;&lt;/object&gt;&lt;object type=&quot;3&quot; unique_id=&quot;10049&quot;&gt;&lt;property id=&quot;20148&quot; value=&quot;5&quot;/&gt;&lt;property id=&quot;20300&quot; value=&quot;Slide 48&quot;/&gt;&lt;property id=&quot;20307&quot; value=&quot;390&quot;/&gt;&lt;/object&gt;&lt;object type=&quot;3&quot; unique_id=&quot;10050&quot;&gt;&lt;property id=&quot;20148&quot; value=&quot;5&quot;/&gt;&lt;property id=&quot;20300&quot; value=&quot;Slide 49&quot;/&gt;&lt;property id=&quot;20307&quot; value=&quot;391&quot;/&gt;&lt;/object&gt;&lt;object type=&quot;3&quot; unique_id=&quot;10051&quot;&gt;&lt;property id=&quot;20148&quot; value=&quot;5&quot;/&gt;&lt;property id=&quot;20300&quot; value=&quot;Slide 50&quot;/&gt;&lt;property id=&quot;20307&quot; value=&quot;392&quot;/&gt;&lt;/object&gt;&lt;object type=&quot;3&quot; unique_id=&quot;10052&quot;&gt;&lt;property id=&quot;20148&quot; value=&quot;5&quot;/&gt;&lt;property id=&quot;20300&quot; value=&quot;Slide 51&quot;/&gt;&lt;property id=&quot;20307&quot; value=&quot;396&quot;/&gt;&lt;/object&gt;&lt;object type=&quot;3&quot; unique_id=&quot;10053&quot;&gt;&lt;property id=&quot;20148&quot; value=&quot;5&quot;/&gt;&lt;property id=&quot;20300&quot; value=&quot;Slide 52&quot;/&gt;&lt;property id=&quot;20307&quot; value=&quot;397&quot;/&gt;&lt;/object&gt;&lt;object type=&quot;3&quot; unique_id=&quot;10054&quot;&gt;&lt;property id=&quot;20148&quot; value=&quot;5&quot;/&gt;&lt;property id=&quot;20300&quot; value=&quot;Slide 53&quot;/&gt;&lt;property id=&quot;20307&quot; value=&quot;399&quot;/&gt;&lt;/object&gt;&lt;object type=&quot;3&quot; unique_id=&quot;10055&quot;&gt;&lt;property id=&quot;20148&quot; value=&quot;5&quot;/&gt;&lt;property id=&quot;20300&quot; value=&quot;Slide 54&quot;/&gt;&lt;property id=&quot;20307&quot; value=&quot;398&quot;/&gt;&lt;/object&gt;&lt;object type=&quot;3&quot; unique_id=&quot;10056&quot;&gt;&lt;property id=&quot;20148&quot; value=&quot;5&quot;/&gt;&lt;property id=&quot;20300&quot; value=&quot;Slide 55&quot;/&gt;&lt;property id=&quot;20307&quot; value=&quot;395&quot;/&gt;&lt;/object&gt;&lt;object type=&quot;3&quot; unique_id=&quot;10057&quot;&gt;&lt;property id=&quot;20148&quot; value=&quot;5&quot;/&gt;&lt;property id=&quot;20300&quot; value=&quot;Slide 56&quot;/&gt;&lt;property id=&quot;20307&quot; value=&quot;384&quot;/&gt;&lt;/object&gt;&lt;object type=&quot;3&quot; unique_id=&quot;10058&quot;&gt;&lt;property id=&quot;20148&quot; value=&quot;5&quot;/&gt;&lt;property id=&quot;20300&quot; value=&quot;Slide 57&quot;/&gt;&lt;property id=&quot;20307&quot; value=&quot;400&quot;/&gt;&lt;/object&gt;&lt;object type=&quot;3&quot; unique_id=&quot;10059&quot;&gt;&lt;property id=&quot;20148&quot; value=&quot;5&quot;/&gt;&lt;property id=&quot;20300&quot; value=&quot;Slide 58&quot;/&gt;&lt;property id=&quot;20307&quot; value=&quot;401&quot;/&gt;&lt;/object&gt;&lt;object type=&quot;3&quot; unique_id=&quot;10060&quot;&gt;&lt;property id=&quot;20148&quot; value=&quot;5&quot;/&gt;&lt;property id=&quot;20300&quot; value=&quot;Slide 59&quot;/&gt;&lt;property id=&quot;20307&quot; value=&quot;402&quot;/&gt;&lt;/object&gt;&lt;object type=&quot;3&quot; unique_id=&quot;10061&quot;&gt;&lt;property id=&quot;20148&quot; value=&quot;5&quot;/&gt;&lt;property id=&quot;20300&quot; value=&quot;Slide 60&quot;/&gt;&lt;property id=&quot;20307&quot; value=&quot;403&quot;/&gt;&lt;/object&gt;&lt;object type=&quot;3&quot; unique_id=&quot;10062&quot;&gt;&lt;property id=&quot;20148&quot; value=&quot;5&quot;/&gt;&lt;property id=&quot;20300&quot; value=&quot;Slide 61&quot;/&gt;&lt;property id=&quot;20307&quot; value=&quot;404&quot;/&gt;&lt;/object&gt;&lt;object type=&quot;3&quot; unique_id=&quot;10063&quot;&gt;&lt;property id=&quot;20148&quot; value=&quot;5&quot;/&gt;&lt;property id=&quot;20300&quot; value=&quot;Slide 62&quot;/&gt;&lt;property id=&quot;20307&quot; value=&quot;420&quot;/&gt;&lt;/object&gt;&lt;object type=&quot;3&quot; unique_id=&quot;10064&quot;&gt;&lt;property id=&quot;20148&quot; value=&quot;5&quot;/&gt;&lt;property id=&quot;20300&quot; value=&quot;Slide 63&quot;/&gt;&lt;property id=&quot;20307&quot; value=&quot;408&quot;/&gt;&lt;/object&gt;&lt;object type=&quot;3&quot; unique_id=&quot;10065&quot;&gt;&lt;property id=&quot;20148&quot; value=&quot;5&quot;/&gt;&lt;property id=&quot;20300&quot; value=&quot;Slide 64&quot;/&gt;&lt;property id=&quot;20307&quot; value=&quot;405&quot;/&gt;&lt;/object&gt;&lt;object type=&quot;3&quot; unique_id=&quot;10066&quot;&gt;&lt;property id=&quot;20148&quot; value=&quot;5&quot;/&gt;&lt;property id=&quot;20300&quot; value=&quot;Slide 65&quot;/&gt;&lt;property id=&quot;20307&quot; value=&quot;406&quot;/&gt;&lt;/object&gt;&lt;object type=&quot;3&quot; unique_id=&quot;10067&quot;&gt;&lt;property id=&quot;20148&quot; value=&quot;5&quot;/&gt;&lt;property id=&quot;20300&quot; value=&quot;Slide 66&quot;/&gt;&lt;property id=&quot;20307&quot; value=&quot;407&quot;/&gt;&lt;/object&gt;&lt;object type=&quot;3&quot; unique_id=&quot;10068&quot;&gt;&lt;property id=&quot;20148&quot; value=&quot;5&quot;/&gt;&lt;property id=&quot;20300&quot; value=&quot;Slide 67&quot;/&gt;&lt;property id=&quot;20307&quot; value=&quot;409&quot;/&gt;&lt;/object&gt;&lt;object type=&quot;3&quot; unique_id=&quot;10069&quot;&gt;&lt;property id=&quot;20148&quot; value=&quot;5&quot;/&gt;&lt;property id=&quot;20300&quot; value=&quot;Slide 68&quot;/&gt;&lt;property id=&quot;20307&quot; value=&quot;419&quot;/&gt;&lt;/object&gt;&lt;object type=&quot;3&quot; unique_id=&quot;10070&quot;&gt;&lt;property id=&quot;20148&quot; value=&quot;5&quot;/&gt;&lt;property id=&quot;20300&quot; value=&quot;Slide 69&quot;/&gt;&lt;property id=&quot;20307&quot; value=&quot;386&quot;/&gt;&lt;/object&gt;&lt;object type=&quot;3&quot; unique_id=&quot;10281&quot;&gt;&lt;property id=&quot;20148&quot; value=&quot;5&quot;/&gt;&lt;property id=&quot;20300&quot; value=&quot;Slide 32&quot;/&gt;&lt;property id=&quot;20307&quot; value=&quot;431&quot;/&gt;&lt;/object&gt;&lt;/object&gt;&lt;object type=&quot;8&quot; unique_id=&quot;10140&quot;&gt;&lt;/object&gt;&lt;/object&gt;&lt;/database&gt;"/>
  <p:tag name="SECTOMILLISECCONVERTED" val="1"/>
</p:tagLst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lank Presentatio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Office\Templates\Blank Presentation.pot</Template>
  <TotalTime>1561</TotalTime>
  <Words>13</Words>
  <Application>Microsoft Office PowerPoint</Application>
  <PresentationFormat>On-screen Show (4:3)</PresentationFormat>
  <Paragraphs>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Courier New</vt:lpstr>
      <vt:lpstr>Tahoma</vt:lpstr>
      <vt:lpstr>Times New Roman</vt:lpstr>
      <vt:lpstr>Blank Presentation</vt:lpstr>
      <vt:lpstr>PowerPoint Presentation</vt:lpstr>
      <vt:lpstr>PowerPoint Presentation</vt:lpstr>
    </vt:vector>
  </TitlesOfParts>
  <Manager>www.apluscompsci.com</Manager>
  <Company>A+ Computer Science</Company>
  <LinksUpToDate>false</LinksUpToDate>
  <SharedDoc>false</SharedDoc>
  <HyperlinkBase>www.apluscompsci.com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iterators</dc:title>
  <dc:subject>Iterators</dc:subject>
  <dc:creator>A+ Computer Science</dc:creator>
  <cp:keywords>www.apluscompsci.com</cp:keywords>
  <dc:description>Iterators_x000d_
©A+ Computer Science_x000d_
www.apluscompsci.com</dc:description>
  <cp:lastModifiedBy>Weldon Jasik</cp:lastModifiedBy>
  <cp:revision>412</cp:revision>
  <dcterms:created xsi:type="dcterms:W3CDTF">1997-10-20T19:37:18Z</dcterms:created>
  <dcterms:modified xsi:type="dcterms:W3CDTF">2024-10-07T16:01:27Z</dcterms:modified>
  <cp:category>www.apluscompsci.com</cp:category>
</cp:coreProperties>
</file>