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56" r:id="rId5"/>
    <p:sldId id="257" r:id="rId6"/>
    <p:sldId id="258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-33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5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4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6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7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0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7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3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6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2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4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4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52988-A47F-4F8F-ABBB-990C88B70263}" type="datetimeFigureOut">
              <a:rPr lang="en-US" smtClean="0"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9E169-2189-4033-9350-40CA92E69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4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l="23407" t="26052" r="22084" b="16032"/>
          <a:stretch/>
        </p:blipFill>
        <p:spPr bwMode="auto">
          <a:xfrm>
            <a:off x="914400" y="394252"/>
            <a:ext cx="6833152" cy="58081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36413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/>
          <p:nvPr/>
        </p:nvPicPr>
        <p:blipFill rotWithShape="1">
          <a:blip r:embed="rId2"/>
          <a:srcRect l="49446" t="55871" r="47821" b="34679"/>
          <a:stretch/>
        </p:blipFill>
        <p:spPr bwMode="auto">
          <a:xfrm rot="3070776">
            <a:off x="2199375" y="3550379"/>
            <a:ext cx="415880" cy="11504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/>
          <p:cNvPicPr/>
          <p:nvPr/>
        </p:nvPicPr>
        <p:blipFill rotWithShape="1">
          <a:blip r:embed="rId2"/>
          <a:srcRect l="49446" t="55871" r="47821" b="34679"/>
          <a:stretch/>
        </p:blipFill>
        <p:spPr bwMode="auto">
          <a:xfrm rot="18529224" flipH="1">
            <a:off x="6376345" y="3452585"/>
            <a:ext cx="415880" cy="11504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2899086" y="2819400"/>
            <a:ext cx="3185476" cy="1269578"/>
            <a:chOff x="3048000" y="2443902"/>
            <a:chExt cx="3185476" cy="1269578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316" t="29564" r="39371" b="59321"/>
            <a:stretch/>
          </p:blipFill>
          <p:spPr bwMode="auto">
            <a:xfrm>
              <a:off x="3090407" y="2514600"/>
              <a:ext cx="3143069" cy="1198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3048000" y="2443902"/>
              <a:ext cx="3124200" cy="12695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143000" y="4490007"/>
            <a:ext cx="2657550" cy="2340284"/>
            <a:chOff x="1981200" y="3987629"/>
            <a:chExt cx="2657550" cy="2340284"/>
          </a:xfrm>
        </p:grpSpPr>
        <p:pic>
          <p:nvPicPr>
            <p:cNvPr id="12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297" t="29626" r="45254" b="51173"/>
            <a:stretch/>
          </p:blipFill>
          <p:spPr bwMode="auto">
            <a:xfrm>
              <a:off x="2128628" y="4118113"/>
              <a:ext cx="2510122" cy="2209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Rectangle 14"/>
            <p:cNvSpPr/>
            <p:nvPr/>
          </p:nvSpPr>
          <p:spPr>
            <a:xfrm>
              <a:off x="1981200" y="3987629"/>
              <a:ext cx="2628900" cy="2340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486400" y="4448833"/>
            <a:ext cx="2286000" cy="2340283"/>
            <a:chOff x="5410200" y="3964439"/>
            <a:chExt cx="2286000" cy="2340283"/>
          </a:xfrm>
        </p:grpSpPr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328" t="29626" r="46556" b="51022"/>
            <a:stretch/>
          </p:blipFill>
          <p:spPr bwMode="auto">
            <a:xfrm>
              <a:off x="5486400" y="4114800"/>
              <a:ext cx="2209800" cy="212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Rectangle 15"/>
            <p:cNvSpPr/>
            <p:nvPr/>
          </p:nvSpPr>
          <p:spPr>
            <a:xfrm>
              <a:off x="5410200" y="3964439"/>
              <a:ext cx="2133600" cy="2340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/>
          <p:cNvPicPr/>
          <p:nvPr/>
        </p:nvPicPr>
        <p:blipFill rotWithShape="1">
          <a:blip r:embed="rId2"/>
          <a:srcRect l="49711" t="36394" r="36186" b="55025"/>
          <a:stretch/>
        </p:blipFill>
        <p:spPr bwMode="auto">
          <a:xfrm>
            <a:off x="4224138" y="2167764"/>
            <a:ext cx="1338462" cy="6516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3048000" y="70136"/>
            <a:ext cx="2845242" cy="2139664"/>
            <a:chOff x="3048000" y="152400"/>
            <a:chExt cx="2845242" cy="2139664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48" t="31678" r="38994" b="46223"/>
            <a:stretch/>
          </p:blipFill>
          <p:spPr bwMode="auto">
            <a:xfrm>
              <a:off x="3090407" y="152400"/>
              <a:ext cx="2802835" cy="2139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3048000" y="152400"/>
              <a:ext cx="2845242" cy="21396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661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238050" y="2286000"/>
            <a:ext cx="8696250" cy="4270513"/>
            <a:chOff x="228600" y="987287"/>
            <a:chExt cx="8696250" cy="4270513"/>
          </a:xfrm>
        </p:grpSpPr>
        <p:sp>
          <p:nvSpPr>
            <p:cNvPr id="4" name="Oval 3"/>
            <p:cNvSpPr/>
            <p:nvPr/>
          </p:nvSpPr>
          <p:spPr>
            <a:xfrm>
              <a:off x="238050" y="987287"/>
              <a:ext cx="6206655" cy="426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981250" y="990600"/>
              <a:ext cx="5943600" cy="426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328" t="29626" r="48510" b="51022"/>
            <a:stretch/>
          </p:blipFill>
          <p:spPr bwMode="auto">
            <a:xfrm>
              <a:off x="6486450" y="1996109"/>
              <a:ext cx="1941933" cy="212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297" t="29626" r="45254" b="51173"/>
            <a:stretch/>
          </p:blipFill>
          <p:spPr bwMode="auto">
            <a:xfrm>
              <a:off x="632978" y="2015987"/>
              <a:ext cx="2510122" cy="2209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316" t="29564" r="39371" b="59321"/>
            <a:stretch/>
          </p:blipFill>
          <p:spPr bwMode="auto">
            <a:xfrm>
              <a:off x="3301636" y="2505785"/>
              <a:ext cx="3143069" cy="1198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Oval 14"/>
            <p:cNvSpPr/>
            <p:nvPr/>
          </p:nvSpPr>
          <p:spPr>
            <a:xfrm>
              <a:off x="228600" y="990600"/>
              <a:ext cx="6206655" cy="426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2971800" y="990600"/>
              <a:ext cx="5943600" cy="426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048000" y="0"/>
            <a:ext cx="2845242" cy="2139664"/>
            <a:chOff x="3048000" y="152400"/>
            <a:chExt cx="2845242" cy="2139664"/>
          </a:xfrm>
        </p:grpSpPr>
        <p:pic>
          <p:nvPicPr>
            <p:cNvPr id="20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48" t="31678" r="38994" b="46223"/>
            <a:stretch/>
          </p:blipFill>
          <p:spPr bwMode="auto">
            <a:xfrm>
              <a:off x="3090407" y="152400"/>
              <a:ext cx="2802835" cy="2139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" name="Rectangle 20"/>
            <p:cNvSpPr/>
            <p:nvPr/>
          </p:nvSpPr>
          <p:spPr>
            <a:xfrm>
              <a:off x="3048000" y="152400"/>
              <a:ext cx="2845242" cy="21396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180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1" t="27500" r="37041" b="38906"/>
          <a:stretch/>
        </p:blipFill>
        <p:spPr bwMode="auto">
          <a:xfrm>
            <a:off x="33130" y="1066800"/>
            <a:ext cx="4491315" cy="443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1" t="24966" r="37594" b="40990"/>
          <a:stretch/>
        </p:blipFill>
        <p:spPr bwMode="auto">
          <a:xfrm>
            <a:off x="4600645" y="1600200"/>
            <a:ext cx="4517032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74193" y="304799"/>
            <a:ext cx="1009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Grid</a:t>
            </a:r>
          </a:p>
          <a:p>
            <a:pPr algn="ctr"/>
            <a:r>
              <a:rPr lang="en-US" i="1"/>
              <a:t>i</a:t>
            </a:r>
            <a:r>
              <a:rPr lang="en-US" i="1" smtClean="0"/>
              <a:t>nterface</a:t>
            </a:r>
            <a:endParaRPr lang="en-US" i="1"/>
          </a:p>
        </p:txBody>
      </p:sp>
      <p:sp>
        <p:nvSpPr>
          <p:cNvPr id="8" name="TextBox 7"/>
          <p:cNvSpPr txBox="1"/>
          <p:nvPr/>
        </p:nvSpPr>
        <p:spPr>
          <a:xfrm>
            <a:off x="6131495" y="743634"/>
            <a:ext cx="14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AbstractGrid</a:t>
            </a:r>
          </a:p>
          <a:p>
            <a:pPr algn="ctr"/>
            <a:r>
              <a:rPr lang="en-US" i="1"/>
              <a:t>a</a:t>
            </a:r>
            <a:r>
              <a:rPr lang="en-US" i="1" smtClean="0"/>
              <a:t>bstract class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84945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72" t="25069" r="37458" b="40937"/>
          <a:stretch/>
        </p:blipFill>
        <p:spPr bwMode="auto">
          <a:xfrm>
            <a:off x="4559513" y="1752600"/>
            <a:ext cx="458448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1" t="27500" r="37041" b="38906"/>
          <a:stretch/>
        </p:blipFill>
        <p:spPr bwMode="auto">
          <a:xfrm>
            <a:off x="26503" y="1143000"/>
            <a:ext cx="4491315" cy="443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774193" y="304799"/>
            <a:ext cx="1009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Grid</a:t>
            </a:r>
          </a:p>
          <a:p>
            <a:pPr algn="ctr"/>
            <a:r>
              <a:rPr lang="en-US" i="1"/>
              <a:t>i</a:t>
            </a:r>
            <a:r>
              <a:rPr lang="en-US" i="1" smtClean="0"/>
              <a:t>nterface</a:t>
            </a:r>
            <a:endParaRPr lang="en-US" i="1"/>
          </a:p>
        </p:txBody>
      </p:sp>
      <p:sp>
        <p:nvSpPr>
          <p:cNvPr id="11" name="TextBox 10"/>
          <p:cNvSpPr txBox="1"/>
          <p:nvPr/>
        </p:nvSpPr>
        <p:spPr>
          <a:xfrm>
            <a:off x="6055214" y="972234"/>
            <a:ext cx="1485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B</a:t>
            </a:r>
            <a:r>
              <a:rPr lang="en-US" smtClean="0"/>
              <a:t>oundedGrid</a:t>
            </a:r>
          </a:p>
          <a:p>
            <a:pPr algn="ctr"/>
            <a:r>
              <a:rPr lang="en-US" i="1"/>
              <a:t>c</a:t>
            </a:r>
            <a:r>
              <a:rPr lang="en-US" i="1" smtClean="0"/>
              <a:t>oncrete class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0415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1" t="27500" r="37041" b="38906"/>
          <a:stretch/>
        </p:blipFill>
        <p:spPr bwMode="auto">
          <a:xfrm>
            <a:off x="-1" y="1295400"/>
            <a:ext cx="4491315" cy="443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5" t="25069" r="37583" b="40937"/>
          <a:stretch/>
        </p:blipFill>
        <p:spPr bwMode="auto">
          <a:xfrm>
            <a:off x="4497940" y="1752600"/>
            <a:ext cx="460001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74193" y="304799"/>
            <a:ext cx="1009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Grid</a:t>
            </a:r>
          </a:p>
          <a:p>
            <a:pPr algn="ctr"/>
            <a:r>
              <a:rPr lang="en-US" i="1"/>
              <a:t>i</a:t>
            </a:r>
            <a:r>
              <a:rPr lang="en-US" i="1" smtClean="0"/>
              <a:t>nterface</a:t>
            </a:r>
            <a:endParaRPr lang="en-US" i="1"/>
          </a:p>
        </p:txBody>
      </p:sp>
      <p:sp>
        <p:nvSpPr>
          <p:cNvPr id="7" name="TextBox 6"/>
          <p:cNvSpPr txBox="1"/>
          <p:nvPr/>
        </p:nvSpPr>
        <p:spPr>
          <a:xfrm>
            <a:off x="5947396" y="972234"/>
            <a:ext cx="1701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UnboundedGrid</a:t>
            </a:r>
          </a:p>
          <a:p>
            <a:pPr algn="ctr"/>
            <a:r>
              <a:rPr lang="en-US" i="1"/>
              <a:t>c</a:t>
            </a:r>
            <a:r>
              <a:rPr lang="en-US" i="1" smtClean="0"/>
              <a:t>oncrete class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2637849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81400" y="644528"/>
            <a:ext cx="1009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Grid</a:t>
            </a:r>
          </a:p>
          <a:p>
            <a:pPr algn="ctr"/>
            <a:r>
              <a:rPr lang="en-US" i="1"/>
              <a:t>i</a:t>
            </a:r>
            <a:r>
              <a:rPr lang="en-US" i="1" smtClean="0"/>
              <a:t>nterface</a:t>
            </a:r>
            <a:endParaRPr lang="en-US" i="1"/>
          </a:p>
        </p:txBody>
      </p:sp>
      <p:sp>
        <p:nvSpPr>
          <p:cNvPr id="7" name="TextBox 6"/>
          <p:cNvSpPr txBox="1"/>
          <p:nvPr/>
        </p:nvSpPr>
        <p:spPr>
          <a:xfrm>
            <a:off x="4419600" y="3124200"/>
            <a:ext cx="1701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UnboundedGrid</a:t>
            </a:r>
          </a:p>
          <a:p>
            <a:pPr algn="ctr"/>
            <a:r>
              <a:rPr lang="en-US" i="1"/>
              <a:t>c</a:t>
            </a:r>
            <a:r>
              <a:rPr lang="en-US" i="1" smtClean="0"/>
              <a:t>oncrete class</a:t>
            </a:r>
            <a:endParaRPr lang="en-US" i="1"/>
          </a:p>
        </p:txBody>
      </p:sp>
      <p:sp>
        <p:nvSpPr>
          <p:cNvPr id="8" name="TextBox 7"/>
          <p:cNvSpPr txBox="1"/>
          <p:nvPr/>
        </p:nvSpPr>
        <p:spPr>
          <a:xfrm>
            <a:off x="2209800" y="3048000"/>
            <a:ext cx="1485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B</a:t>
            </a:r>
            <a:r>
              <a:rPr lang="en-US" smtClean="0"/>
              <a:t>oundedGrid</a:t>
            </a:r>
          </a:p>
          <a:p>
            <a:pPr algn="ctr"/>
            <a:r>
              <a:rPr lang="en-US" i="1"/>
              <a:t>c</a:t>
            </a:r>
            <a:r>
              <a:rPr lang="en-US" i="1" smtClean="0"/>
              <a:t>oncrete class</a:t>
            </a:r>
            <a:endParaRPr lang="en-US" i="1"/>
          </a:p>
        </p:txBody>
      </p:sp>
      <p:sp>
        <p:nvSpPr>
          <p:cNvPr id="9" name="TextBox 8"/>
          <p:cNvSpPr txBox="1"/>
          <p:nvPr/>
        </p:nvSpPr>
        <p:spPr>
          <a:xfrm>
            <a:off x="3358325" y="1828800"/>
            <a:ext cx="14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AbstractGrid</a:t>
            </a:r>
          </a:p>
          <a:p>
            <a:pPr algn="ctr"/>
            <a:r>
              <a:rPr lang="en-US" i="1"/>
              <a:t>a</a:t>
            </a:r>
            <a:r>
              <a:rPr lang="en-US" i="1" smtClean="0"/>
              <a:t>bstract class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2568894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26</Words>
  <Application>Microsoft Office PowerPoint</Application>
  <PresentationFormat>On-screen Show (4:3)</PresentationFormat>
  <Paragraphs>20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Cypress Fairbanks 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19</cp:revision>
  <dcterms:created xsi:type="dcterms:W3CDTF">2013-04-17T16:28:02Z</dcterms:created>
  <dcterms:modified xsi:type="dcterms:W3CDTF">2013-04-18T16:43:35Z</dcterms:modified>
</cp:coreProperties>
</file>