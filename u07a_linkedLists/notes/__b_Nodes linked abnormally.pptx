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0" r:id="rId2"/>
  </p:sldMasterIdLst>
  <p:notesMasterIdLst>
    <p:notesMasterId r:id="rId17"/>
  </p:notesMasterIdLst>
  <p:handoutMasterIdLst>
    <p:handoutMasterId r:id="rId18"/>
  </p:handoutMasterIdLst>
  <p:sldIdLst>
    <p:sldId id="293" r:id="rId3"/>
    <p:sldId id="417" r:id="rId4"/>
    <p:sldId id="258" r:id="rId5"/>
    <p:sldId id="445" r:id="rId6"/>
    <p:sldId id="418" r:id="rId7"/>
    <p:sldId id="448" r:id="rId8"/>
    <p:sldId id="317" r:id="rId9"/>
    <p:sldId id="449" r:id="rId10"/>
    <p:sldId id="450" r:id="rId11"/>
    <p:sldId id="451" r:id="rId12"/>
    <p:sldId id="446" r:id="rId13"/>
    <p:sldId id="447" r:id="rId14"/>
    <p:sldId id="452" r:id="rId15"/>
    <p:sldId id="453" r:id="rId16"/>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0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0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0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000" kern="1200">
        <a:solidFill>
          <a:schemeClr val="tx1"/>
        </a:solidFill>
        <a:latin typeface="Tahoma" panose="020B0604030504040204" pitchFamily="34" charset="0"/>
        <a:ea typeface="+mn-ea"/>
        <a:cs typeface="+mn-cs"/>
      </a:defRPr>
    </a:lvl5pPr>
    <a:lvl6pPr marL="2286000" algn="l" defTabSz="914400" rtl="0" eaLnBrk="1" latinLnBrk="0" hangingPunct="1">
      <a:defRPr sz="2000" kern="1200">
        <a:solidFill>
          <a:schemeClr val="tx1"/>
        </a:solidFill>
        <a:latin typeface="Tahoma" panose="020B0604030504040204" pitchFamily="34" charset="0"/>
        <a:ea typeface="+mn-ea"/>
        <a:cs typeface="+mn-cs"/>
      </a:defRPr>
    </a:lvl6pPr>
    <a:lvl7pPr marL="2743200" algn="l" defTabSz="914400" rtl="0" eaLnBrk="1" latinLnBrk="0" hangingPunct="1">
      <a:defRPr sz="2000" kern="1200">
        <a:solidFill>
          <a:schemeClr val="tx1"/>
        </a:solidFill>
        <a:latin typeface="Tahoma" panose="020B0604030504040204" pitchFamily="34" charset="0"/>
        <a:ea typeface="+mn-ea"/>
        <a:cs typeface="+mn-cs"/>
      </a:defRPr>
    </a:lvl7pPr>
    <a:lvl8pPr marL="3200400" algn="l" defTabSz="914400" rtl="0" eaLnBrk="1" latinLnBrk="0" hangingPunct="1">
      <a:defRPr sz="2000" kern="1200">
        <a:solidFill>
          <a:schemeClr val="tx1"/>
        </a:solidFill>
        <a:latin typeface="Tahoma" panose="020B0604030504040204" pitchFamily="34" charset="0"/>
        <a:ea typeface="+mn-ea"/>
        <a:cs typeface="+mn-cs"/>
      </a:defRPr>
    </a:lvl8pPr>
    <a:lvl9pPr marL="3657600" algn="l" defTabSz="914400" rtl="0" eaLnBrk="1" latinLnBrk="0" hangingPunct="1">
      <a:defRPr sz="20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6E3D"/>
    <a:srgbClr val="0000CC"/>
    <a:srgbClr val="330099"/>
    <a:srgbClr val="0000FF"/>
    <a:srgbClr val="336633"/>
    <a:srgbClr val="E7F6EF"/>
    <a:srgbClr val="CBECDE"/>
    <a:srgbClr val="A50021"/>
    <a:srgbClr val="CC3300"/>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6797" autoAdjust="0"/>
  </p:normalViewPr>
  <p:slideViewPr>
    <p:cSldViewPr snapToGrid="0">
      <p:cViewPr varScale="1">
        <p:scale>
          <a:sx n="68" d="100"/>
          <a:sy n="68" d="100"/>
        </p:scale>
        <p:origin x="18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80"/>
    </p:cViewPr>
  </p:sorterViewPr>
  <p:notesViewPr>
    <p:cSldViewPr snapToGrid="0">
      <p:cViewPr varScale="1">
        <p:scale>
          <a:sx n="60" d="100"/>
          <a:sy n="60" d="100"/>
        </p:scale>
        <p:origin x="-249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A81C265-B1C2-471B-B18F-DD82EF45B822}"/>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200">
                <a:latin typeface="Times New Roman" pitchFamily="18" charset="0"/>
              </a:defRPr>
            </a:lvl1pPr>
          </a:lstStyle>
          <a:p>
            <a:pPr>
              <a:defRPr/>
            </a:pPr>
            <a:endParaRPr lang="en-US" altLang="en-US"/>
          </a:p>
        </p:txBody>
      </p:sp>
      <p:sp>
        <p:nvSpPr>
          <p:cNvPr id="3075" name="Rectangle 3">
            <a:extLst>
              <a:ext uri="{FF2B5EF4-FFF2-40B4-BE49-F238E27FC236}">
                <a16:creationId xmlns:a16="http://schemas.microsoft.com/office/drawing/2014/main" id="{C079320B-1D61-4E30-ADCA-008473734345}"/>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B15ECF5B-F8C0-4CF7-8C65-84BA085BDC2E}"/>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0" hangingPunct="0">
              <a:defRPr sz="1200">
                <a:latin typeface="Times New Roman" pitchFamily="18" charset="0"/>
              </a:defRPr>
            </a:lvl1pPr>
          </a:lstStyle>
          <a:p>
            <a:pPr>
              <a:defRPr/>
            </a:pPr>
            <a:endParaRPr lang="en-US" altLang="en-US"/>
          </a:p>
        </p:txBody>
      </p:sp>
      <p:sp>
        <p:nvSpPr>
          <p:cNvPr id="3077" name="Rectangle 5">
            <a:extLst>
              <a:ext uri="{FF2B5EF4-FFF2-40B4-BE49-F238E27FC236}">
                <a16:creationId xmlns:a16="http://schemas.microsoft.com/office/drawing/2014/main" id="{03A3E004-1F63-40F0-9663-8858D997242C}"/>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a:defRPr sz="1200">
                <a:latin typeface="Times New Roman" panose="02020603050405020304" pitchFamily="18" charset="0"/>
              </a:defRPr>
            </a:lvl1pPr>
          </a:lstStyle>
          <a:p>
            <a:fld id="{432E2B96-9C06-4A8B-9DEE-BF176AD5E0C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9:53:12.919"/>
    </inkml:context>
    <inkml:brush xml:id="br0">
      <inkml:brushProperty name="width" value="0.05" units="cm"/>
      <inkml:brushProperty name="height" value="0.05" units="cm"/>
      <inkml:brushProperty name="color" value="#004F8B"/>
    </inkml:brush>
  </inkml:definitions>
  <inkml:trace contextRef="#ctx0" brushRef="#br0">4197 131 8192,'35'84'12531,"2"1"-7050,52 127-5346,-71-162-177,-2 1 0,11 67 1,-27-118 39,1 5-2090,0 0 0,0 0-1,-1 0 1,0 0-1,-1 10 1,-5-1 10542,6-14-8409,-1 0-1,1 0 1,0 0-1,0 1 1,-1-1 0,1 0-1,0 0 1,0 0 0,-1 0-1,1 0 1,0 0 0,0 0-1,-1 0 1,1 0-1,0 0 1,0 0 0,-1 0-1,1 0 1,0 0 0,0 0-1,-1 0 1,1 0 0,0 0-1,0 0 1,-1 0-1,1-1 1,0 1 0,0 0-1,0 0 1,-1 0 0,1 0-1,0 0 1,0-1 0,0 1-1,0 0 1,-1 0-1,1 0 1,0-1 0,0 1-1,0 0 1,-25-21 119,1 0 1,1-2-1,-25-32 1,-61-87-5892,97 126 5142,-86-127-7404,-62-79 6082,155 216 1911,-35-36 0,38 40 0,0 0 0,-1 0 0,0 0 0,1 0 0,-1 0 0,0 1 0,0-1 0,0 1 0,0 0 0,0 0 0,0 0 0,0 0 0,0 0 0,-4 0 0,6 2 58,-1-1-1,1 0 1,0 0 0,0 1 0,0-1 0,-1 1 0,1-1-1,0 1 1,0 0 0,0-1 0,0 1 0,0 0 0,0 0-1,0 0 1,0-1 0,0 1 0,1 0 0,-1 0-1,0 0 1,0 0 0,1 1 0,-1-1 0,1 0 0,-1 0-1,1 0 1,-1 0 0,1 1 0,0-1 0,0 0 0,0 0-1,-1 1 1,1-1 0,0 0 0,0 0 0,1 3 0,4 47 1109,14 19-2585,50 127 0,-38-117 1116,36 96 195,108 325 103,-169-465 232,-6-35-220,0 0 0,0-1 0,0 1 0,0 0 0,0-1 0,0 1-1,0 0 1,0-1 0,-1 1 0,1 0 0,0-1 0,0 1 0,-1 0-1,1-1 1,0 1 0,0-1 0,-1 1 0,1-1 0,-1 2 0,0-2-6,0 0 1,0 0 0,1 0 0,-1 0 0,0 0 0,1 0 0,-1-1-1,0 1 1,1 0 0,-1 0 0,0-1 0,1 1 0,-1 0 0,0-1-1,1 1 1,-1 0 0,1-1 0,-1 1 0,0-1 0,1 1 0,0-1-1,-1 1 1,1-1 0,-1 0 0,-12-13-3,1-1 0,0 0 0,-15-28 0,-355-631 548,344 604-622,-16-35-417,-11-21 4033,47 94 1436,-39-50 1,56 80-4758,0 1 1,1 0-1,-1 0 1,0 0 0,0 0-1,0-1 1,0 1-1,0 1 1,0-1 0,0 0-1,0 0 1,0 0-1,-1 0 1,1 1 0,0-1-1,0 1 1,-1-1-1,1 1 1,-3-1 0,3 2-238,1 0 0,-1 1 0,1-1 0,-1 0 0,1 1 0,0-1 1,-1 1-1,1-1 0,0 1 0,0-1 0,0 1 0,0-1 0,0 0 1,0 1-1,1-1 0,-1 1 0,0-1 0,1 1 0,-1-1 0,1 0 0,1 3 1,131 394-2441,-61-197-358,-41-112 1740,48 150-3119,-36-80-2962,-40-144 6966,8 40 33,-11-51 157,1 0 0,-1-1 1,0 1-1,0 0 0,-1 0 0,1 0 1,-1 0-1,0-1 0,0 1 0,0 0 1,-2 4-1,2-7-1,1-1 0,-1 1 0,0-1 0,1 1 0,-1-1 0,0 1 0,0-1 0,1 1 0,-1-1 0,0 1 0,0-1 0,0 0 0,0 0 0,1 1 0,-1-1 0,0 0 0,0 0 0,0 0 0,0 0 0,0 0 0,0 0 0,1 0 0,-1 0 0,0 0 0,0-1 0,0 1 0,0 0 0,0-1 0,1 1 0,-1 0 0,0-1 0,0 1 0,1-1 0,-2 0 0,-28-19 0,19 10 156,0-1 1,1 0-1,0 0 1,-15-23 0,-299-471-983,2 1 869,317 495-43,4 6 0,-1 0 0,1 1 0,-1-1 0,1 1 0,-1 0 0,0-1 0,0 1 0,0 0 0,0 0 0,0 0 0,0 0 0,0 1 0,-1-1 0,-4-2 0,7 4 0,-1 0 0,1 0 0,0 0 0,0 1 0,-1-1 0,1 0 0,0 0 0,0 0 0,-1 1 0,1-1 0,0 0 0,0 0 0,-1 1 0,1-1 0,0 0 0,0 1 0,0-1 0,0 0 0,0 0 0,0 1 0,-1-1 0,1 0 0,0 1 0,0-1 0,0 0 0,0 1 0,0-1 0,0 0 0,0 1 0,0-1 0,0 0 0,0 1 0,1-1 0,-1 0 0,0 1 1,4 17 100,-3-15-55,11 42 66,22 50-1,-7-24-334,53 147 84,136 389 244,-206-576 52,-3-13-196,-1 1 0,-1-1-1,5 37 1,-10-54 113,0-1 0,0 1 1,0-1-1,0 1 0,1-1 0,-1 1 0,0-1 1,0 1-1,0-1 0,0 1 0,-1-1 0,1 1 1,0-1-1,0 1 0,0-1 0,0 1 0,0-1 1,-1 1-1,1-1 0,0 1 0,0-1 1,-1 0-1,1 1 0,0-1 0,-1 1 0,1-1 1,0 0-1,-1 1 0,1-1 0,-1 0 0,1 1 1,0-1-1,-1 0 0,1 0 0,-1 0 0,0 1 1,-1-1 33,1 0 0,-1-1 0,1 1 0,-1 0 1,0-1-1,1 1 0,-1-1 0,1 1 0,-1-1 1,1 0-1,-3-1 0,-24-18 3546,15 9 2330,-26-37-2449,-360-567-5591,240 362-1401,69 108 867,2 5-2317,28 47 7029,51 83 6075,5 14-5204,8 27-2604,115 332-2161,-70-224 742,9 28 206,147 457-617,-200-609 1821,-3-12-105,-1 0-1,0 0 1,0 0-1,0 0 0,0 0 1,0 0-1,-1 1 1,1-1-1,-1 0 1,0 1-1,0-1 0,0 0 1,-1 4-1,0-6-248,1-1-1,-1 0 1,1 1-1,-1-1 1,1 0-1,-1 1 1,1-1 0,-1 0-1,0 0 1,1 0-1,-1 1 1,1-1-1,-1 0 1,0 0-1,1 0 1,-1 0 0,1 0-1,-1 0 1,0 0-1,1 0 1,-1 0-1,1 0 1,-1-1-1,0 1 1,1 0-1,-1 0 1,1-1 0,-1 1-1,1 0 1,-1-1-1,1 1 1,-1 0-1,1-1 1,-1 1-1,0-1 1,-20-18-112,21 19 97,-48-56-160,-328-492-5509,-40-54-1834,404 587 7714,-8-12 2547,-5 7 4334,25 20-7021,0 0 0,-1 0 0,1-1 0,-1 1 1,1 0-1,0 0 0,-1 0 0,1 0 0,-1-1 1,1 1-1,-1 0 0,1 0 0,-1 0 0,1 0 0,-1 0 1,1 0-1,-1 0 0,1 0 0,-1 0 0,1 0 1,0 1-1,-1-1 0,1 0 0,-1 0 0,1 0 1,-1 1-1,1-1 0,0 0 0,-1 0 0,1 1 0,-1-1 1,-5 17 595,8 22-781,13 14-126,137 347-378,-3-12-1842,-63-130-6774,-80-237 8479,6 20 770,-11-16-4016,-1-25 4042,0 0 1,0 1 0,0-1-1,-1 0 1,1 0-1,0 1 1,0-1-1,0 0 1,0 1 0,0-1-1,0 0 1,0 0-1,-1 1 1,1-1-1,0 0 1,0 0-1,0 1 1,-1-1 0,1 0-1,0 0 1,0 0-1,0 0 1,-1 1-1,1-1 1,0 0 0,0 0-1,-1 0 1,1 0-1,0 0 1,-1 0-1,1 0 1,-1 1 0,-11-6 2005,-21-27 1884,-489-642-10884,313 392 5491,160 216 1885,-154-188-1016,202 253 1190,1 0 0,-1 0 0,0 1 1,1-1-1,-1 0 0,0 0 0,1 0 1,-1 0-1,0 1 0,0-1 0,0 0 1,0 1-1,1-1 0,-1 1 0,0-1 1,0 1-1,0-1 0,0 1 0,-1-1 1,1 1-1,0 0 0,0 0 0,0 0 1,-1 0-1,1 9 3270,7 12-4940,138 308-1327,-38-90 157,-83-185 1804,20 47 2341,49 168 0,-90-264-1782,-1 1 0,0 0 0,0 0 1,0 0-1,-1 0 0,0 0 0,0 0 0,-1 6 0,1-11-128,-1-1 0,1 1 0,0 0 0,0 0-1,-1 0 1,1-1 0,0 1 0,-1 0 0,1 0 0,-1-1 0,1 1 0,-1 0 0,0-1 0,1 1 0,-1-1 0,1 1 0,-1-1 0,0 1 0,0-1 0,1 1 0,-1-1 0,0 1 0,-1-1 0,0 0-5,0 1 0,0-1 0,0 0 0,0-1 0,0 1 0,0 0 1,0-1-1,0 1 0,0-1 0,1 1 0,-1-1 0,0 0 0,0 0 0,-2-2 1,-9-4 1,0-1 0,1-1 0,1 0 0,-22-21 0,-357-396 0,148 152 0,220 257 0,22 17 0,0 0 0,0 0 0,0 0 0,0 0 0,-1 0 0,1 0 0,0 0 0,0 0 0,0 0 0,-1 0 0,1 0 0,0 0 0,0 0 0,0 0 0,0 0 0,-1 0 0,1 0 0,0 0 0,0 0 0,0 1 0,0-1 0,-1 0 0,1 0 0,0 0 0,0 0 0,0 0 0,0 1 0,0-1 0,0 0 0,0 0 0,0 0 0,-1 0 0,1 1 0,0-1 0,0 0 0,0 0 0,0 0 0,0 1 0,0-1 0,0 0 0,2 21 0,16 36-149,96 237-1707,-15-40-2351,-12 4-3608,-85-248 7426,1-3 17,-1 1-1,0 0 1,0-1-1,-1 1 1,0 0 0,0 0-1,-1 9 1,0-17 489,0 1 0,0-1 0,0 1-1,0 0 1,0-1 0,0 1 0,0-1 0,0 1 0,-1-1 0,1 1 0,0-1 0,0 1 0,-1-1 0,1 1 0,0-1 0,-1 1 0,1-1 0,0 1 0,-1-1 0,1 0 0,0 1 0,-1-1 0,1 1 0,-1-1-1,1 0 1,-1 0 0,1 1 0,-1-1 0,1 0 0,-1 0 0,1 0 0,-1 1 0,0-1 0,1 0 0,-1 0 0,1 0 0,-1 0 0,1 0 0,-1 0 0,1 0 0,-1 0 0,0 0 0,-24-12 4005,-12-20-1230,-423-484-10393,200 211 2648,79 112 4871,173 183 120,1 3 214,-1 0 0,1 0 1,-1 0-1,0 1 0,-11-7 0,19 13-214,-1-1 0,1 1 0,-1 0 0,1 0-1,0-1 1,-1 1 0,1 0 0,-1 0 0,1 0-1,-1-1 1,1 1 0,-1 0 0,1 0 0,-1 0 0,1 0-1,-1 0 1,1 0 0,-1 0 0,1 0 0,-1 0 0,1 0-1,0 0 1,-1 0 0,1 1 0,-1-1 0,1 0-1,-1 0 1,1 0 0,-1 1 0,1-1 0,0 0 0,-1 1-1,1-1 1,-1 0 0,1 1 0,0-1 0,-1 0 0,1 1-1,0-1 1,0 0 0,-1 1 0,1-1 0,0 1 0,0-1-1,-1 1 1,1-1 0,0 1 0,0-1 0,0 1-1,0-1 1,0 1 0,0-1 0,0 1 0,0-1 0,0 1-1,3 31 7582,11 19-7719,3 0 0,29 60 0,-13-33 0,-7-12 0,94 245 0,-116-301 0,9 30 0,-13-39 0,1 1 0,-1-1 0,0 1 0,1-1 0,-1 1 0,0-1 0,0 0 0,0 1 0,0-1 0,0 1 0,0-1 0,-1 1 0,1-1 0,0 1 0,-1-1 0,1 1 0,-1-1 0,1 0 0,-1 1 0,-1 1 0,1-3 0,0 1 0,1-1 0,-1 0 0,0 0 0,0 1 0,1-1 0,-1 0 0,0 0 0,0 0 0,1 0 0,-1 0 0,0 0 0,0 0 0,0 0 0,1 0 0,-1 0 0,0 0 0,0-1 0,1 1 0,-1 0 0,0 0 0,0-1 0,1 1 0,-1-1 0,0 1 0,0-1 0,-22-16 0,19 13 0,-73-66 62,-100-118 1,91 93-3324,-3 3-6144,71 81 7534,18 11 1789,-1 0-1,1 0 1,-1 0-1,1 0 1,-1 0-1,1 0 1,-1 0-1,1 0 1,-1 0-1,1 0 1,-1 1-1,1-1 1,-1 0-1,1 0 0,0 0 1,-1 1-1,1-1 1,-1 0-1,1 1 1,0-1-1,-1 0 1,1 1-1,0-1 1,-1 1-1,0 2-14,-1-1-1,1 1 0,0 0 1,0 0-1,0 0 1,1 0-1,-1 0 0,1 0 1,-1 5-1,1 10 213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9E576DC-6DB4-4542-9148-85BEECA1017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3" name="Rectangle 3">
            <a:extLst>
              <a:ext uri="{FF2B5EF4-FFF2-40B4-BE49-F238E27FC236}">
                <a16:creationId xmlns:a16="http://schemas.microsoft.com/office/drawing/2014/main" id="{14833FEA-F53C-4FE8-A51A-3ECBE46CF2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036EBB4-7F48-4E22-98D8-07B6AE5A5E8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651" name="Rectangle 3">
            <a:extLst>
              <a:ext uri="{FF2B5EF4-FFF2-40B4-BE49-F238E27FC236}">
                <a16:creationId xmlns:a16="http://schemas.microsoft.com/office/drawing/2014/main" id="{B3DB2B02-83C6-4523-BE7F-85F7AE50113F}"/>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530779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7805699-0433-4C85-97D3-24686370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699" name="Rectangle 3">
            <a:extLst>
              <a:ext uri="{FF2B5EF4-FFF2-40B4-BE49-F238E27FC236}">
                <a16:creationId xmlns:a16="http://schemas.microsoft.com/office/drawing/2014/main" id="{187FF283-508F-4D33-B08D-8538F48ADA07}"/>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616849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7805699-0433-4C85-97D3-24686370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699" name="Rectangle 3">
            <a:extLst>
              <a:ext uri="{FF2B5EF4-FFF2-40B4-BE49-F238E27FC236}">
                <a16:creationId xmlns:a16="http://schemas.microsoft.com/office/drawing/2014/main" id="{187FF283-508F-4D33-B08D-8538F48ADA07}"/>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5AD3AB9-CB8A-451F-9505-0EDC74EF491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3" name="Rectangle 3">
            <a:extLst>
              <a:ext uri="{FF2B5EF4-FFF2-40B4-BE49-F238E27FC236}">
                <a16:creationId xmlns:a16="http://schemas.microsoft.com/office/drawing/2014/main" id="{70C20E36-57B2-43F3-A731-FF01AED6F89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 originally stored a link to the 29 node (i.e. the node object that stores a value of 29).</a:t>
            </a:r>
          </a:p>
          <a:p>
            <a:r>
              <a:rPr lang="en-US" dirty="0"/>
              <a:t>Now s stores a link to the 85 node.</a:t>
            </a:r>
          </a:p>
        </p:txBody>
      </p:sp>
    </p:spTree>
    <p:extLst>
      <p:ext uri="{BB962C8B-B14F-4D97-AF65-F5344CB8AC3E}">
        <p14:creationId xmlns:p14="http://schemas.microsoft.com/office/powerpoint/2010/main" val="73638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A5EE-FD5F-EEB8-35CA-ACD06B81C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2FE2C-AB8D-15C1-B14D-961DFC7F3782}"/>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1417113-4387-6C66-BE68-7DE1CB6AC9E0}"/>
              </a:ext>
            </a:extLst>
          </p:cNvPr>
          <p:cNvSpPr>
            <a:spLocks noGrp="1"/>
          </p:cNvSpPr>
          <p:nvPr>
            <p:ph type="body" idx="1"/>
          </p:nvPr>
        </p:nvSpPr>
        <p:spPr>
          <a:xfrm>
            <a:off x="685800" y="4400550"/>
            <a:ext cx="5486400" cy="3600450"/>
          </a:xfrm>
          <a:prstGeom prst="rect">
            <a:avLst/>
          </a:prstGeom>
        </p:spPr>
        <p:txBody>
          <a:bodyPr/>
          <a:lstStyle/>
          <a:p>
            <a:r>
              <a:rPr lang="en-US" dirty="0"/>
              <a:t>s originally stored a link to the 29 node (i.e. the node object that stores a value of 29).</a:t>
            </a:r>
          </a:p>
          <a:p>
            <a:r>
              <a:rPr lang="en-US" dirty="0"/>
              <a:t>Now s stores a link to the 85 node.</a:t>
            </a:r>
          </a:p>
        </p:txBody>
      </p:sp>
    </p:spTree>
    <p:extLst>
      <p:ext uri="{BB962C8B-B14F-4D97-AF65-F5344CB8AC3E}">
        <p14:creationId xmlns:p14="http://schemas.microsoft.com/office/powerpoint/2010/main" val="1769248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EBF3316-E646-42D9-8491-E12A9C40487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E673751-D0D4-43BF-9E1A-72989C9732C7}"/>
              </a:ext>
            </a:extLst>
          </p:cNvPr>
          <p:cNvSpPr>
            <a:spLocks noGrp="1" noChangeArrowheads="1"/>
          </p:cNvSpPr>
          <p:nvPr>
            <p:ph type="sldNum" sz="quarter" idx="11"/>
          </p:nvPr>
        </p:nvSpPr>
        <p:spPr>
          <a:ln/>
        </p:spPr>
        <p:txBody>
          <a:bodyPr/>
          <a:lstStyle>
            <a:lvl1pPr>
              <a:defRPr/>
            </a:lvl1pPr>
          </a:lstStyle>
          <a:p>
            <a:fld id="{8F9D4E20-2045-446F-8110-A1D77EC4BE8C}" type="slidenum">
              <a:rPr lang="en-US" altLang="en-US"/>
              <a:pPr/>
              <a:t>‹#›</a:t>
            </a:fld>
            <a:endParaRPr lang="en-US" altLang="en-US"/>
          </a:p>
        </p:txBody>
      </p:sp>
      <p:sp>
        <p:nvSpPr>
          <p:cNvPr id="6" name="Rectangle 8">
            <a:extLst>
              <a:ext uri="{FF2B5EF4-FFF2-40B4-BE49-F238E27FC236}">
                <a16:creationId xmlns:a16="http://schemas.microsoft.com/office/drawing/2014/main" id="{478EFA95-EF3B-4222-A3CA-5E10D92C5BCA}"/>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358088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1B63385-1929-4C1F-A072-F78EEB73865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3D53940-8057-45C2-9093-55DACDCF9F3C}"/>
              </a:ext>
            </a:extLst>
          </p:cNvPr>
          <p:cNvSpPr>
            <a:spLocks noGrp="1" noChangeArrowheads="1"/>
          </p:cNvSpPr>
          <p:nvPr>
            <p:ph type="sldNum" sz="quarter" idx="11"/>
          </p:nvPr>
        </p:nvSpPr>
        <p:spPr>
          <a:ln/>
        </p:spPr>
        <p:txBody>
          <a:bodyPr/>
          <a:lstStyle>
            <a:lvl1pPr>
              <a:defRPr/>
            </a:lvl1pPr>
          </a:lstStyle>
          <a:p>
            <a:fld id="{B55221E9-ABCE-473C-8C79-A8DF224B52F9}" type="slidenum">
              <a:rPr lang="en-US" altLang="en-US"/>
              <a:pPr/>
              <a:t>‹#›</a:t>
            </a:fld>
            <a:endParaRPr lang="en-US" altLang="en-US"/>
          </a:p>
        </p:txBody>
      </p:sp>
      <p:sp>
        <p:nvSpPr>
          <p:cNvPr id="6" name="Rectangle 8">
            <a:extLst>
              <a:ext uri="{FF2B5EF4-FFF2-40B4-BE49-F238E27FC236}">
                <a16:creationId xmlns:a16="http://schemas.microsoft.com/office/drawing/2014/main" id="{CBE5D1C3-C3DF-45BD-8F37-37681FF5C2A9}"/>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214516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D5728C1-44C7-4F0A-89DF-771925D485A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43D13E40-E81D-4E96-9021-2A0B3C574142}"/>
              </a:ext>
            </a:extLst>
          </p:cNvPr>
          <p:cNvSpPr>
            <a:spLocks noGrp="1" noChangeArrowheads="1"/>
          </p:cNvSpPr>
          <p:nvPr>
            <p:ph type="sldNum" sz="quarter" idx="11"/>
          </p:nvPr>
        </p:nvSpPr>
        <p:spPr>
          <a:ln/>
        </p:spPr>
        <p:txBody>
          <a:bodyPr/>
          <a:lstStyle>
            <a:lvl1pPr>
              <a:defRPr/>
            </a:lvl1pPr>
          </a:lstStyle>
          <a:p>
            <a:fld id="{D02DCF54-775B-4199-891C-34263C8AF263}" type="slidenum">
              <a:rPr lang="en-US" altLang="en-US"/>
              <a:pPr/>
              <a:t>‹#›</a:t>
            </a:fld>
            <a:endParaRPr lang="en-US" altLang="en-US"/>
          </a:p>
        </p:txBody>
      </p:sp>
      <p:sp>
        <p:nvSpPr>
          <p:cNvPr id="6" name="Rectangle 8">
            <a:extLst>
              <a:ext uri="{FF2B5EF4-FFF2-40B4-BE49-F238E27FC236}">
                <a16:creationId xmlns:a16="http://schemas.microsoft.com/office/drawing/2014/main" id="{3A82CD45-B035-427B-88B8-394645F8E13A}"/>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652971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F862C17-16AA-4F13-81AB-C05410E03BD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D66B823-CA31-4381-B375-435BACEB3E91}"/>
              </a:ext>
            </a:extLst>
          </p:cNvPr>
          <p:cNvSpPr>
            <a:spLocks noGrp="1" noChangeArrowheads="1"/>
          </p:cNvSpPr>
          <p:nvPr>
            <p:ph type="sldNum" sz="quarter" idx="11"/>
          </p:nvPr>
        </p:nvSpPr>
        <p:spPr>
          <a:ln/>
        </p:spPr>
        <p:txBody>
          <a:bodyPr/>
          <a:lstStyle>
            <a:lvl1pPr>
              <a:defRPr/>
            </a:lvl1pPr>
          </a:lstStyle>
          <a:p>
            <a:fld id="{32B4E660-17D2-40E5-B3BD-BC03864065E1}" type="slidenum">
              <a:rPr lang="en-US" altLang="en-US"/>
              <a:pPr/>
              <a:t>‹#›</a:t>
            </a:fld>
            <a:endParaRPr lang="en-US" altLang="en-US"/>
          </a:p>
        </p:txBody>
      </p:sp>
      <p:sp>
        <p:nvSpPr>
          <p:cNvPr id="7" name="Rectangle 8">
            <a:extLst>
              <a:ext uri="{FF2B5EF4-FFF2-40B4-BE49-F238E27FC236}">
                <a16:creationId xmlns:a16="http://schemas.microsoft.com/office/drawing/2014/main" id="{63458B24-48D2-43F1-BC11-4E230F00F90D}"/>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3168294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14294D4-68DB-4E20-9466-9928CD60440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4CEEA9B9-4060-44F3-9AD7-4B900F08EF45}"/>
              </a:ext>
            </a:extLst>
          </p:cNvPr>
          <p:cNvSpPr>
            <a:spLocks noGrp="1" noChangeArrowheads="1"/>
          </p:cNvSpPr>
          <p:nvPr>
            <p:ph type="sldNum" sz="quarter" idx="11"/>
          </p:nvPr>
        </p:nvSpPr>
        <p:spPr>
          <a:ln/>
        </p:spPr>
        <p:txBody>
          <a:bodyPr/>
          <a:lstStyle>
            <a:lvl1pPr>
              <a:defRPr/>
            </a:lvl1pPr>
          </a:lstStyle>
          <a:p>
            <a:fld id="{5EEB224B-3A84-4B86-87F2-077C1E787C55}" type="slidenum">
              <a:rPr lang="en-US" altLang="en-US"/>
              <a:pPr/>
              <a:t>‹#›</a:t>
            </a:fld>
            <a:endParaRPr lang="en-US" altLang="en-US"/>
          </a:p>
        </p:txBody>
      </p:sp>
      <p:sp>
        <p:nvSpPr>
          <p:cNvPr id="9" name="Rectangle 8">
            <a:extLst>
              <a:ext uri="{FF2B5EF4-FFF2-40B4-BE49-F238E27FC236}">
                <a16:creationId xmlns:a16="http://schemas.microsoft.com/office/drawing/2014/main" id="{C85BF0EF-3CEB-41B1-8AD1-F127147BBB86}"/>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2835754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7DE7DEE-5D88-4355-BDE6-BBA7ED7B54C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A287BB4-C04A-47E1-A1F6-23F2C7A4A1A9}"/>
              </a:ext>
            </a:extLst>
          </p:cNvPr>
          <p:cNvSpPr>
            <a:spLocks noGrp="1" noChangeArrowheads="1"/>
          </p:cNvSpPr>
          <p:nvPr>
            <p:ph type="sldNum" sz="quarter" idx="11"/>
          </p:nvPr>
        </p:nvSpPr>
        <p:spPr>
          <a:ln/>
        </p:spPr>
        <p:txBody>
          <a:bodyPr/>
          <a:lstStyle>
            <a:lvl1pPr>
              <a:defRPr/>
            </a:lvl1pPr>
          </a:lstStyle>
          <a:p>
            <a:fld id="{3DBE6CE5-F13E-4D24-BA7C-643E41200ECA}" type="slidenum">
              <a:rPr lang="en-US" altLang="en-US"/>
              <a:pPr/>
              <a:t>‹#›</a:t>
            </a:fld>
            <a:endParaRPr lang="en-US" altLang="en-US"/>
          </a:p>
        </p:txBody>
      </p:sp>
      <p:sp>
        <p:nvSpPr>
          <p:cNvPr id="5" name="Rectangle 8">
            <a:extLst>
              <a:ext uri="{FF2B5EF4-FFF2-40B4-BE49-F238E27FC236}">
                <a16:creationId xmlns:a16="http://schemas.microsoft.com/office/drawing/2014/main" id="{CD73FFD8-3921-48F3-8003-26A59728B261}"/>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325058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E5B0FDC-0D0A-4406-BEE6-E8698520D55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263FDAF6-65D3-4AE7-B413-A26956CCB680}"/>
              </a:ext>
            </a:extLst>
          </p:cNvPr>
          <p:cNvSpPr>
            <a:spLocks noGrp="1" noChangeArrowheads="1"/>
          </p:cNvSpPr>
          <p:nvPr>
            <p:ph type="sldNum" sz="quarter" idx="11"/>
          </p:nvPr>
        </p:nvSpPr>
        <p:spPr>
          <a:ln/>
        </p:spPr>
        <p:txBody>
          <a:bodyPr/>
          <a:lstStyle>
            <a:lvl1pPr>
              <a:defRPr/>
            </a:lvl1pPr>
          </a:lstStyle>
          <a:p>
            <a:fld id="{ADE82FFA-A343-41F8-A944-CCDE55561D46}" type="slidenum">
              <a:rPr lang="en-US" altLang="en-US"/>
              <a:pPr/>
              <a:t>‹#›</a:t>
            </a:fld>
            <a:endParaRPr lang="en-US" altLang="en-US"/>
          </a:p>
        </p:txBody>
      </p:sp>
      <p:sp>
        <p:nvSpPr>
          <p:cNvPr id="4" name="Rectangle 8">
            <a:extLst>
              <a:ext uri="{FF2B5EF4-FFF2-40B4-BE49-F238E27FC236}">
                <a16:creationId xmlns:a16="http://schemas.microsoft.com/office/drawing/2014/main" id="{421D90BC-2638-46DE-9682-9F668B9CD7A2}"/>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240970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84B4995-4616-4DE8-AD50-3A73A7367A6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4052D76-1CB4-4CD5-9C04-7754CA0B17D3}"/>
              </a:ext>
            </a:extLst>
          </p:cNvPr>
          <p:cNvSpPr>
            <a:spLocks noGrp="1" noChangeArrowheads="1"/>
          </p:cNvSpPr>
          <p:nvPr>
            <p:ph type="sldNum" sz="quarter" idx="11"/>
          </p:nvPr>
        </p:nvSpPr>
        <p:spPr>
          <a:ln/>
        </p:spPr>
        <p:txBody>
          <a:bodyPr/>
          <a:lstStyle>
            <a:lvl1pPr>
              <a:defRPr/>
            </a:lvl1pPr>
          </a:lstStyle>
          <a:p>
            <a:fld id="{E9CD2388-4565-4435-8190-53E6AAE269A4}" type="slidenum">
              <a:rPr lang="en-US" altLang="en-US"/>
              <a:pPr/>
              <a:t>‹#›</a:t>
            </a:fld>
            <a:endParaRPr lang="en-US" altLang="en-US"/>
          </a:p>
        </p:txBody>
      </p:sp>
      <p:sp>
        <p:nvSpPr>
          <p:cNvPr id="7" name="Rectangle 8">
            <a:extLst>
              <a:ext uri="{FF2B5EF4-FFF2-40B4-BE49-F238E27FC236}">
                <a16:creationId xmlns:a16="http://schemas.microsoft.com/office/drawing/2014/main" id="{546DBB93-3436-4DC8-AEC3-7C8388C08ECD}"/>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3955524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00B9C28-A8D0-44D8-B8C9-05BB457440F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28E2729-0597-4F39-A654-EAFB0AEB31E9}"/>
              </a:ext>
            </a:extLst>
          </p:cNvPr>
          <p:cNvSpPr>
            <a:spLocks noGrp="1" noChangeArrowheads="1"/>
          </p:cNvSpPr>
          <p:nvPr>
            <p:ph type="sldNum" sz="quarter" idx="11"/>
          </p:nvPr>
        </p:nvSpPr>
        <p:spPr>
          <a:ln/>
        </p:spPr>
        <p:txBody>
          <a:bodyPr/>
          <a:lstStyle>
            <a:lvl1pPr>
              <a:defRPr/>
            </a:lvl1pPr>
          </a:lstStyle>
          <a:p>
            <a:fld id="{849B5FFE-6466-4B74-B71A-09E45EE1709C}" type="slidenum">
              <a:rPr lang="en-US" altLang="en-US"/>
              <a:pPr/>
              <a:t>‹#›</a:t>
            </a:fld>
            <a:endParaRPr lang="en-US" altLang="en-US"/>
          </a:p>
        </p:txBody>
      </p:sp>
      <p:sp>
        <p:nvSpPr>
          <p:cNvPr id="7" name="Rectangle 8">
            <a:extLst>
              <a:ext uri="{FF2B5EF4-FFF2-40B4-BE49-F238E27FC236}">
                <a16:creationId xmlns:a16="http://schemas.microsoft.com/office/drawing/2014/main" id="{D3E93671-63A0-4C1C-889D-F441D74F3634}"/>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2260003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B0B54FB-B5E1-45CF-B97A-22EA9CBC1C1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81E3E92-8E25-42AD-8604-44398226F730}"/>
              </a:ext>
            </a:extLst>
          </p:cNvPr>
          <p:cNvSpPr>
            <a:spLocks noGrp="1" noChangeArrowheads="1"/>
          </p:cNvSpPr>
          <p:nvPr>
            <p:ph type="sldNum" sz="quarter" idx="11"/>
          </p:nvPr>
        </p:nvSpPr>
        <p:spPr>
          <a:ln/>
        </p:spPr>
        <p:txBody>
          <a:bodyPr/>
          <a:lstStyle>
            <a:lvl1pPr>
              <a:defRPr/>
            </a:lvl1pPr>
          </a:lstStyle>
          <a:p>
            <a:fld id="{7C02501B-F662-4AD6-943B-F6AA86CA3457}" type="slidenum">
              <a:rPr lang="en-US" altLang="en-US"/>
              <a:pPr/>
              <a:t>‹#›</a:t>
            </a:fld>
            <a:endParaRPr lang="en-US" altLang="en-US"/>
          </a:p>
        </p:txBody>
      </p:sp>
      <p:sp>
        <p:nvSpPr>
          <p:cNvPr id="6" name="Rectangle 8">
            <a:extLst>
              <a:ext uri="{FF2B5EF4-FFF2-40B4-BE49-F238E27FC236}">
                <a16:creationId xmlns:a16="http://schemas.microsoft.com/office/drawing/2014/main" id="{32EEEAFE-5003-4CAB-AD93-494549780587}"/>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346611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8D8E88-BFE0-4946-B9AE-30908695882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20FCD7A5-36D9-4313-850C-87B15B5D368A}"/>
              </a:ext>
            </a:extLst>
          </p:cNvPr>
          <p:cNvSpPr>
            <a:spLocks noGrp="1" noChangeArrowheads="1"/>
          </p:cNvSpPr>
          <p:nvPr>
            <p:ph type="sldNum" sz="quarter" idx="11"/>
          </p:nvPr>
        </p:nvSpPr>
        <p:spPr>
          <a:ln/>
        </p:spPr>
        <p:txBody>
          <a:bodyPr/>
          <a:lstStyle>
            <a:lvl1pPr>
              <a:defRPr/>
            </a:lvl1pPr>
          </a:lstStyle>
          <a:p>
            <a:fld id="{0B77F7B4-CAB9-4642-B967-205A05C54946}" type="slidenum">
              <a:rPr lang="en-US" altLang="en-US"/>
              <a:pPr/>
              <a:t>‹#›</a:t>
            </a:fld>
            <a:endParaRPr lang="en-US" altLang="en-US"/>
          </a:p>
        </p:txBody>
      </p:sp>
      <p:sp>
        <p:nvSpPr>
          <p:cNvPr id="6" name="Rectangle 8">
            <a:extLst>
              <a:ext uri="{FF2B5EF4-FFF2-40B4-BE49-F238E27FC236}">
                <a16:creationId xmlns:a16="http://schemas.microsoft.com/office/drawing/2014/main" id="{6125898C-59DC-447A-A842-049798986F51}"/>
              </a:ext>
            </a:extLst>
          </p:cNvPr>
          <p:cNvSpPr>
            <a:spLocks noGrp="1" noChangeArrowheads="1"/>
          </p:cNvSpPr>
          <p:nvPr>
            <p:ph type="ftr" sz="quarter" idx="12"/>
          </p:nvPr>
        </p:nvSpPr>
        <p:spPr>
          <a:ln/>
        </p:spPr>
        <p:txBody>
          <a:bodyPr/>
          <a:lstStyle>
            <a:lvl1pPr>
              <a:defRPr b="0">
                <a:latin typeface="Tahoma" pitchFamily="34" charset="0"/>
              </a:defRPr>
            </a:lvl1p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Tree>
    <p:extLst>
      <p:ext uri="{BB962C8B-B14F-4D97-AF65-F5344CB8AC3E}">
        <p14:creationId xmlns:p14="http://schemas.microsoft.com/office/powerpoint/2010/main" val="937003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 name="Group 23"/>
          <p:cNvGrpSpPr>
            <a:grpSpLocks/>
          </p:cNvGrpSpPr>
          <p:nvPr/>
        </p:nvGrpSpPr>
        <p:grpSpPr bwMode="auto">
          <a:xfrm>
            <a:off x="-9525" y="0"/>
            <a:ext cx="9169400" cy="533400"/>
            <a:chOff x="-6" y="-180"/>
            <a:chExt cx="5776" cy="516"/>
          </a:xfrm>
        </p:grpSpPr>
        <p:sp>
          <p:nvSpPr>
            <p:cNvPr id="5" name="Freeform 4"/>
            <p:cNvSpPr>
              <a:spLocks/>
            </p:cNvSpPr>
            <p:nvPr/>
          </p:nvSpPr>
          <p:spPr bwMode="auto">
            <a:xfrm>
              <a:off x="-6" y="-180"/>
              <a:ext cx="5772" cy="516"/>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Times New Roman" charset="0"/>
              </a:endParaRPr>
            </a:p>
          </p:txBody>
        </p:sp>
        <p:sp>
          <p:nvSpPr>
            <p:cNvPr id="6" name="Freeform 5"/>
            <p:cNvSpPr>
              <a:spLocks/>
            </p:cNvSpPr>
            <p:nvPr/>
          </p:nvSpPr>
          <p:spPr bwMode="auto">
            <a:xfrm>
              <a:off x="2688" y="-180"/>
              <a:ext cx="3072" cy="26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Times New Roman" charset="0"/>
              </a:endParaRPr>
            </a:p>
          </p:txBody>
        </p:sp>
        <p:grpSp>
          <p:nvGrpSpPr>
            <p:cNvPr id="7" name="Group 1"/>
            <p:cNvGrpSpPr>
              <a:grpSpLocks/>
            </p:cNvGrpSpPr>
            <p:nvPr/>
          </p:nvGrpSpPr>
          <p:grpSpPr bwMode="auto">
            <a:xfrm>
              <a:off x="0" y="-42"/>
              <a:ext cx="5770" cy="246"/>
              <a:chOff x="-13880" y="438044"/>
              <a:chExt cx="9173112" cy="427357"/>
            </a:xfrm>
          </p:grpSpPr>
          <p:sp>
            <p:nvSpPr>
              <p:cNvPr id="8" name="Freeform 7"/>
              <p:cNvSpPr>
                <a:spLocks/>
              </p:cNvSpPr>
              <p:nvPr/>
            </p:nvSpPr>
            <p:spPr bwMode="auto">
              <a:xfrm rot="21435692">
                <a:off x="-13880" y="438118"/>
                <a:ext cx="9173112" cy="427283"/>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lvl1pPr eaLnBrk="0" hangingPunct="0">
                  <a:defRPr sz="2000">
                    <a:solidFill>
                      <a:schemeClr val="tx1"/>
                    </a:solidFill>
                    <a:latin typeface="Verdana" charset="0"/>
                    <a:ea typeface="ＭＳ Ｐゴシック" charset="0"/>
                    <a:cs typeface="Times New Roman" charset="0"/>
                  </a:defRPr>
                </a:lvl1pPr>
                <a:lvl2pPr marL="37931725" indent="-37474525" eaLnBrk="0" hangingPunct="0">
                  <a:defRPr sz="2000">
                    <a:solidFill>
                      <a:schemeClr val="tx1"/>
                    </a:solidFill>
                    <a:latin typeface="Verdana" charset="0"/>
                    <a:ea typeface="Times New Roman" charset="0"/>
                    <a:cs typeface="Times New Roman" charset="0"/>
                  </a:defRPr>
                </a:lvl2pPr>
                <a:lvl3pPr eaLnBrk="0" hangingPunct="0">
                  <a:defRPr sz="2000">
                    <a:solidFill>
                      <a:schemeClr val="tx1"/>
                    </a:solidFill>
                    <a:latin typeface="Verdana" charset="0"/>
                    <a:ea typeface="Times New Roman" charset="0"/>
                    <a:cs typeface="Times New Roman" charset="0"/>
                  </a:defRPr>
                </a:lvl3pPr>
                <a:lvl4pPr eaLnBrk="0" hangingPunct="0">
                  <a:defRPr sz="2000">
                    <a:solidFill>
                      <a:schemeClr val="tx1"/>
                    </a:solidFill>
                    <a:latin typeface="Verdana" charset="0"/>
                    <a:ea typeface="Times New Roman" charset="0"/>
                    <a:cs typeface="Times New Roman" charset="0"/>
                  </a:defRPr>
                </a:lvl4pPr>
                <a:lvl5pPr eaLnBrk="0" hangingPunct="0">
                  <a:defRPr sz="2000">
                    <a:solidFill>
                      <a:schemeClr val="tx1"/>
                    </a:solidFill>
                    <a:latin typeface="Verdana" charset="0"/>
                    <a:ea typeface="Times New Roman" charset="0"/>
                    <a:cs typeface="Times New Roman" charset="0"/>
                  </a:defRPr>
                </a:lvl5pPr>
                <a:lvl6pPr marL="457200" eaLnBrk="0" fontAlgn="base" hangingPunct="0">
                  <a:spcBef>
                    <a:spcPts val="500"/>
                  </a:spcBef>
                  <a:spcAft>
                    <a:spcPct val="0"/>
                  </a:spcAft>
                  <a:defRPr sz="2000">
                    <a:solidFill>
                      <a:schemeClr val="tx1"/>
                    </a:solidFill>
                    <a:latin typeface="Verdana" charset="0"/>
                    <a:ea typeface="Times New Roman" charset="0"/>
                    <a:cs typeface="Times New Roman" charset="0"/>
                  </a:defRPr>
                </a:lvl6pPr>
                <a:lvl7pPr marL="914400" eaLnBrk="0" fontAlgn="base" hangingPunct="0">
                  <a:spcBef>
                    <a:spcPts val="500"/>
                  </a:spcBef>
                  <a:spcAft>
                    <a:spcPct val="0"/>
                  </a:spcAft>
                  <a:defRPr sz="2000">
                    <a:solidFill>
                      <a:schemeClr val="tx1"/>
                    </a:solidFill>
                    <a:latin typeface="Verdana" charset="0"/>
                    <a:ea typeface="Times New Roman" charset="0"/>
                    <a:cs typeface="Times New Roman" charset="0"/>
                  </a:defRPr>
                </a:lvl7pPr>
                <a:lvl8pPr marL="1371600" eaLnBrk="0" fontAlgn="base" hangingPunct="0">
                  <a:spcBef>
                    <a:spcPts val="500"/>
                  </a:spcBef>
                  <a:spcAft>
                    <a:spcPct val="0"/>
                  </a:spcAft>
                  <a:defRPr sz="2000">
                    <a:solidFill>
                      <a:schemeClr val="tx1"/>
                    </a:solidFill>
                    <a:latin typeface="Verdana" charset="0"/>
                    <a:ea typeface="Times New Roman" charset="0"/>
                    <a:cs typeface="Times New Roman" charset="0"/>
                  </a:defRPr>
                </a:lvl8pPr>
                <a:lvl9pPr marL="1828800" eaLnBrk="0" fontAlgn="base" hangingPunct="0">
                  <a:spcBef>
                    <a:spcPts val="500"/>
                  </a:spcBef>
                  <a:spcAft>
                    <a:spcPct val="0"/>
                  </a:spcAft>
                  <a:defRPr sz="2000">
                    <a:solidFill>
                      <a:schemeClr val="tx1"/>
                    </a:solidFill>
                    <a:latin typeface="Verdana" charset="0"/>
                    <a:ea typeface="Times New Roman" charset="0"/>
                    <a:cs typeface="Times New Roman" charset="0"/>
                  </a:defRPr>
                </a:lvl9pPr>
              </a:lstStyle>
              <a:p>
                <a:pPr eaLnBrk="1" fontAlgn="auto" hangingPunct="1">
                  <a:spcBef>
                    <a:spcPts val="0"/>
                  </a:spcBef>
                  <a:spcAft>
                    <a:spcPts val="0"/>
                  </a:spcAft>
                  <a:defRPr/>
                </a:pPr>
                <a:endParaRPr lang="en-US"/>
              </a:p>
            </p:txBody>
          </p:sp>
          <p:sp>
            <p:nvSpPr>
              <p:cNvPr id="9" name="Freeform 8"/>
              <p:cNvSpPr>
                <a:spLocks/>
              </p:cNvSpPr>
              <p:nvPr/>
            </p:nvSpPr>
            <p:spPr bwMode="auto">
              <a:xfrm rot="21435692">
                <a:off x="-10858" y="438044"/>
                <a:ext cx="9169042" cy="38239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lvl1pPr eaLnBrk="0" hangingPunct="0">
                  <a:defRPr sz="2000">
                    <a:solidFill>
                      <a:schemeClr val="tx1"/>
                    </a:solidFill>
                    <a:latin typeface="Verdana" charset="0"/>
                    <a:ea typeface="ＭＳ Ｐゴシック" charset="0"/>
                    <a:cs typeface="Times New Roman" charset="0"/>
                  </a:defRPr>
                </a:lvl1pPr>
                <a:lvl2pPr marL="37931725" indent="-37474525" eaLnBrk="0" hangingPunct="0">
                  <a:defRPr sz="2000">
                    <a:solidFill>
                      <a:schemeClr val="tx1"/>
                    </a:solidFill>
                    <a:latin typeface="Verdana" charset="0"/>
                    <a:ea typeface="Times New Roman" charset="0"/>
                    <a:cs typeface="Times New Roman" charset="0"/>
                  </a:defRPr>
                </a:lvl2pPr>
                <a:lvl3pPr eaLnBrk="0" hangingPunct="0">
                  <a:defRPr sz="2000">
                    <a:solidFill>
                      <a:schemeClr val="tx1"/>
                    </a:solidFill>
                    <a:latin typeface="Verdana" charset="0"/>
                    <a:ea typeface="Times New Roman" charset="0"/>
                    <a:cs typeface="Times New Roman" charset="0"/>
                  </a:defRPr>
                </a:lvl3pPr>
                <a:lvl4pPr eaLnBrk="0" hangingPunct="0">
                  <a:defRPr sz="2000">
                    <a:solidFill>
                      <a:schemeClr val="tx1"/>
                    </a:solidFill>
                    <a:latin typeface="Verdana" charset="0"/>
                    <a:ea typeface="Times New Roman" charset="0"/>
                    <a:cs typeface="Times New Roman" charset="0"/>
                  </a:defRPr>
                </a:lvl4pPr>
                <a:lvl5pPr eaLnBrk="0" hangingPunct="0">
                  <a:defRPr sz="2000">
                    <a:solidFill>
                      <a:schemeClr val="tx1"/>
                    </a:solidFill>
                    <a:latin typeface="Verdana" charset="0"/>
                    <a:ea typeface="Times New Roman" charset="0"/>
                    <a:cs typeface="Times New Roman" charset="0"/>
                  </a:defRPr>
                </a:lvl5pPr>
                <a:lvl6pPr marL="457200" eaLnBrk="0" fontAlgn="base" hangingPunct="0">
                  <a:spcBef>
                    <a:spcPts val="500"/>
                  </a:spcBef>
                  <a:spcAft>
                    <a:spcPct val="0"/>
                  </a:spcAft>
                  <a:defRPr sz="2000">
                    <a:solidFill>
                      <a:schemeClr val="tx1"/>
                    </a:solidFill>
                    <a:latin typeface="Verdana" charset="0"/>
                    <a:ea typeface="Times New Roman" charset="0"/>
                    <a:cs typeface="Times New Roman" charset="0"/>
                  </a:defRPr>
                </a:lvl6pPr>
                <a:lvl7pPr marL="914400" eaLnBrk="0" fontAlgn="base" hangingPunct="0">
                  <a:spcBef>
                    <a:spcPts val="500"/>
                  </a:spcBef>
                  <a:spcAft>
                    <a:spcPct val="0"/>
                  </a:spcAft>
                  <a:defRPr sz="2000">
                    <a:solidFill>
                      <a:schemeClr val="tx1"/>
                    </a:solidFill>
                    <a:latin typeface="Verdana" charset="0"/>
                    <a:ea typeface="Times New Roman" charset="0"/>
                    <a:cs typeface="Times New Roman" charset="0"/>
                  </a:defRPr>
                </a:lvl7pPr>
                <a:lvl8pPr marL="1371600" eaLnBrk="0" fontAlgn="base" hangingPunct="0">
                  <a:spcBef>
                    <a:spcPts val="500"/>
                  </a:spcBef>
                  <a:spcAft>
                    <a:spcPct val="0"/>
                  </a:spcAft>
                  <a:defRPr sz="2000">
                    <a:solidFill>
                      <a:schemeClr val="tx1"/>
                    </a:solidFill>
                    <a:latin typeface="Verdana" charset="0"/>
                    <a:ea typeface="Times New Roman" charset="0"/>
                    <a:cs typeface="Times New Roman" charset="0"/>
                  </a:defRPr>
                </a:lvl8pPr>
                <a:lvl9pPr marL="1828800" eaLnBrk="0" fontAlgn="base" hangingPunct="0">
                  <a:spcBef>
                    <a:spcPts val="500"/>
                  </a:spcBef>
                  <a:spcAft>
                    <a:spcPct val="0"/>
                  </a:spcAft>
                  <a:defRPr sz="2000">
                    <a:solidFill>
                      <a:schemeClr val="tx1"/>
                    </a:solidFill>
                    <a:latin typeface="Verdana" charset="0"/>
                    <a:ea typeface="Times New Roman" charset="0"/>
                    <a:cs typeface="Times New Roman" charset="0"/>
                  </a:defRPr>
                </a:lvl9pPr>
              </a:lstStyle>
              <a:p>
                <a:pPr eaLnBrk="1" fontAlgn="auto" hangingPunct="1">
                  <a:spcBef>
                    <a:spcPts val="0"/>
                  </a:spcBef>
                  <a:spcAft>
                    <a:spcPts val="0"/>
                  </a:spcAft>
                  <a:defRPr/>
                </a:pPr>
                <a:endParaRPr lang="en-US"/>
              </a:p>
            </p:txBody>
          </p:sp>
        </p:grpSp>
      </p:grpSp>
      <p:sp>
        <p:nvSpPr>
          <p:cNvPr id="81924" name="Title Placeholder 8"/>
          <p:cNvSpPr>
            <a:spLocks noGrp="1"/>
          </p:cNvSpPr>
          <p:nvPr>
            <p:ph type="ctrTitle"/>
          </p:nvPr>
        </p:nvSpPr>
        <p:spPr>
          <a:xfrm>
            <a:off x="685800" y="1219200"/>
            <a:ext cx="7772400" cy="1470025"/>
          </a:xfrm>
          <a:prstGeom prst="rect">
            <a:avLst/>
          </a:prstGeom>
        </p:spPr>
        <p:txBody>
          <a:bodyPr/>
          <a:lstStyle>
            <a:lvl1pPr>
              <a:defRPr sz="4800"/>
            </a:lvl1pPr>
          </a:lstStyle>
          <a:p>
            <a:r>
              <a:rPr lang="en-US"/>
              <a:t>Click to edit Master title style</a:t>
            </a:r>
          </a:p>
        </p:txBody>
      </p:sp>
      <p:sp>
        <p:nvSpPr>
          <p:cNvPr id="81925" name="Text Placeholder 29"/>
          <p:cNvSpPr>
            <a:spLocks noGrp="1"/>
          </p:cNvSpPr>
          <p:nvPr>
            <p:ph type="subTitle" idx="1"/>
          </p:nvPr>
        </p:nvSpPr>
        <p:spPr>
          <a:xfrm>
            <a:off x="685800" y="3276600"/>
            <a:ext cx="7772400" cy="1752600"/>
          </a:xfrm>
          <a:ln w="9525"/>
        </p:spPr>
        <p:txBody>
          <a:bodyPr/>
          <a:lstStyle>
            <a:lvl1pPr marL="0" indent="0" algn="ctr">
              <a:buFont typeface="Wingdings 2" charset="2"/>
              <a:buNone/>
              <a:defRPr/>
            </a:lvl1pPr>
          </a:lstStyle>
          <a:p>
            <a:r>
              <a:rPr lang="en-US"/>
              <a:t>Click to edit Master subtitle style</a:t>
            </a:r>
          </a:p>
        </p:txBody>
      </p:sp>
    </p:spTree>
    <p:extLst>
      <p:ext uri="{BB962C8B-B14F-4D97-AF65-F5344CB8AC3E}">
        <p14:creationId xmlns:p14="http://schemas.microsoft.com/office/powerpoint/2010/main" val="680941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3726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4088"/>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59783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a:prstGeom prst="rect">
            <a:avLst/>
          </a:prstGeo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3467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39738"/>
            <a:ext cx="8229600" cy="70326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28600" y="1371600"/>
            <a:ext cx="8915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3944905" y="6504997"/>
            <a:ext cx="627095" cy="369332"/>
          </a:xfrm>
          <a:prstGeom prst="rect">
            <a:avLst/>
          </a:prstGeom>
          <a:noFill/>
        </p:spPr>
        <p:txBody>
          <a:bodyPr wrap="none" rtlCol="0">
            <a:spAutoFit/>
          </a:bodyPr>
          <a:lstStyle/>
          <a:p>
            <a:r>
              <a:rPr lang="en-US" dirty="0"/>
              <a:t>212</a:t>
            </a:r>
          </a:p>
        </p:txBody>
      </p:sp>
    </p:spTree>
    <p:extLst>
      <p:ext uri="{BB962C8B-B14F-4D97-AF65-F5344CB8AC3E}">
        <p14:creationId xmlns:p14="http://schemas.microsoft.com/office/powerpoint/2010/main" val="3253398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001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D8ECE40-9177-464C-A4A0-7C90B8D9EBF4}"/>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5881AF-BAC6-4DB8-A6D2-914CCD11323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D3B868F-2FA4-4A5C-BDEA-D9F6757CE90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eaLnBrk="0" hangingPunct="0">
              <a:defRPr sz="1400">
                <a:latin typeface="+mn-lt"/>
              </a:defRPr>
            </a:lvl1pPr>
          </a:lstStyle>
          <a:p>
            <a:pPr>
              <a:defRPr/>
            </a:pPr>
            <a:endParaRPr lang="en-US" altLang="en-US"/>
          </a:p>
        </p:txBody>
      </p:sp>
      <p:sp>
        <p:nvSpPr>
          <p:cNvPr id="1030" name="Rectangle 6">
            <a:extLst>
              <a:ext uri="{FF2B5EF4-FFF2-40B4-BE49-F238E27FC236}">
                <a16:creationId xmlns:a16="http://schemas.microsoft.com/office/drawing/2014/main" id="{0C7E766D-CF08-415B-A339-93DF86FAD9D2}"/>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atin typeface="Times New Roman" panose="02020603050405020304" pitchFamily="18" charset="0"/>
              </a:defRPr>
            </a:lvl1pPr>
          </a:lstStyle>
          <a:p>
            <a:fld id="{EBA80AB3-A713-496F-8928-FDA1A35C4B2D}" type="slidenum">
              <a:rPr lang="en-US" altLang="en-US"/>
              <a:pPr/>
              <a:t>‹#›</a:t>
            </a:fld>
            <a:endParaRPr lang="en-US" altLang="en-US"/>
          </a:p>
        </p:txBody>
      </p:sp>
      <p:sp>
        <p:nvSpPr>
          <p:cNvPr id="1032" name="Rectangle 8">
            <a:extLst>
              <a:ext uri="{FF2B5EF4-FFF2-40B4-BE49-F238E27FC236}">
                <a16:creationId xmlns:a16="http://schemas.microsoft.com/office/drawing/2014/main" id="{23DCD569-0E93-4D9A-821B-CDE4264A3078}"/>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1">
                <a:latin typeface="+mn-lt"/>
              </a:defRPr>
            </a:lvl1pPr>
          </a:lstStyle>
          <a:p>
            <a:pPr>
              <a:defRPr/>
            </a:pPr>
            <a:endParaRPr lang="en-US" altLang="en-US"/>
          </a:p>
          <a:p>
            <a:pPr>
              <a:defRPr/>
            </a:pPr>
            <a:endParaRPr lang="en-US" altLang="en-US" b="0">
              <a:latin typeface="Tahoma" pitchFamily="34" charset="0"/>
            </a:endParaRPr>
          </a:p>
          <a:p>
            <a:pPr>
              <a:defRPr/>
            </a:pPr>
            <a:endParaRPr lang="en-US" altLang="en-US">
              <a:latin typeface="Tahoma" pitchFamily="34" charset="0"/>
            </a:endParaRPr>
          </a:p>
          <a:p>
            <a:pPr>
              <a:defRPr/>
            </a:pPr>
            <a:r>
              <a:rPr lang="en-US" alt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027" name="Text Placeholder 29"/>
          <p:cNvSpPr>
            <a:spLocks noGrp="1"/>
          </p:cNvSpPr>
          <p:nvPr>
            <p:ph type="body" idx="1"/>
          </p:nvPr>
        </p:nvSpPr>
        <p:spPr bwMode="auto">
          <a:xfrm>
            <a:off x="228600" y="1371600"/>
            <a:ext cx="8915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1028" name="Group 24"/>
          <p:cNvGrpSpPr>
            <a:grpSpLocks/>
          </p:cNvGrpSpPr>
          <p:nvPr/>
        </p:nvGrpSpPr>
        <p:grpSpPr bwMode="auto">
          <a:xfrm>
            <a:off x="-9525" y="0"/>
            <a:ext cx="9169400" cy="533400"/>
            <a:chOff x="-6" y="-180"/>
            <a:chExt cx="5776" cy="516"/>
          </a:xfrm>
        </p:grpSpPr>
        <p:sp>
          <p:nvSpPr>
            <p:cNvPr id="7" name="Freeform 6"/>
            <p:cNvSpPr>
              <a:spLocks/>
            </p:cNvSpPr>
            <p:nvPr/>
          </p:nvSpPr>
          <p:spPr bwMode="auto">
            <a:xfrm>
              <a:off x="-6" y="-180"/>
              <a:ext cx="5772" cy="516"/>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Times New Roman" charset="0"/>
              </a:endParaRPr>
            </a:p>
          </p:txBody>
        </p:sp>
        <p:sp>
          <p:nvSpPr>
            <p:cNvPr id="8" name="Freeform 7"/>
            <p:cNvSpPr>
              <a:spLocks/>
            </p:cNvSpPr>
            <p:nvPr/>
          </p:nvSpPr>
          <p:spPr bwMode="auto">
            <a:xfrm>
              <a:off x="2688" y="-180"/>
              <a:ext cx="3072" cy="26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ea typeface="+mn-ea"/>
                <a:cs typeface="Times New Roman" charset="0"/>
              </a:endParaRPr>
            </a:p>
          </p:txBody>
        </p:sp>
        <p:grpSp>
          <p:nvGrpSpPr>
            <p:cNvPr id="1032" name="Group 1"/>
            <p:cNvGrpSpPr>
              <a:grpSpLocks/>
            </p:cNvGrpSpPr>
            <p:nvPr/>
          </p:nvGrpSpPr>
          <p:grpSpPr bwMode="auto">
            <a:xfrm>
              <a:off x="0" y="-42"/>
              <a:ext cx="5770" cy="246"/>
              <a:chOff x="-13880" y="438044"/>
              <a:chExt cx="9173112" cy="427357"/>
            </a:xfrm>
          </p:grpSpPr>
          <p:sp>
            <p:nvSpPr>
              <p:cNvPr id="12" name="Freeform 11"/>
              <p:cNvSpPr>
                <a:spLocks/>
              </p:cNvSpPr>
              <p:nvPr/>
            </p:nvSpPr>
            <p:spPr bwMode="auto">
              <a:xfrm rot="21435692">
                <a:off x="-13880" y="438118"/>
                <a:ext cx="9173112" cy="427283"/>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lvl1pPr eaLnBrk="0" hangingPunct="0">
                  <a:defRPr sz="2000">
                    <a:solidFill>
                      <a:schemeClr val="tx1"/>
                    </a:solidFill>
                    <a:latin typeface="Verdana" charset="0"/>
                    <a:ea typeface="ＭＳ Ｐゴシック" charset="0"/>
                    <a:cs typeface="Times New Roman" charset="0"/>
                  </a:defRPr>
                </a:lvl1pPr>
                <a:lvl2pPr marL="37931725" indent="-37474525" eaLnBrk="0" hangingPunct="0">
                  <a:defRPr sz="2000">
                    <a:solidFill>
                      <a:schemeClr val="tx1"/>
                    </a:solidFill>
                    <a:latin typeface="Verdana" charset="0"/>
                    <a:ea typeface="Times New Roman" charset="0"/>
                    <a:cs typeface="Times New Roman" charset="0"/>
                  </a:defRPr>
                </a:lvl2pPr>
                <a:lvl3pPr eaLnBrk="0" hangingPunct="0">
                  <a:defRPr sz="2000">
                    <a:solidFill>
                      <a:schemeClr val="tx1"/>
                    </a:solidFill>
                    <a:latin typeface="Verdana" charset="0"/>
                    <a:ea typeface="Times New Roman" charset="0"/>
                    <a:cs typeface="Times New Roman" charset="0"/>
                  </a:defRPr>
                </a:lvl3pPr>
                <a:lvl4pPr eaLnBrk="0" hangingPunct="0">
                  <a:defRPr sz="2000">
                    <a:solidFill>
                      <a:schemeClr val="tx1"/>
                    </a:solidFill>
                    <a:latin typeface="Verdana" charset="0"/>
                    <a:ea typeface="Times New Roman" charset="0"/>
                    <a:cs typeface="Times New Roman" charset="0"/>
                  </a:defRPr>
                </a:lvl4pPr>
                <a:lvl5pPr eaLnBrk="0" hangingPunct="0">
                  <a:defRPr sz="2000">
                    <a:solidFill>
                      <a:schemeClr val="tx1"/>
                    </a:solidFill>
                    <a:latin typeface="Verdana" charset="0"/>
                    <a:ea typeface="Times New Roman" charset="0"/>
                    <a:cs typeface="Times New Roman" charset="0"/>
                  </a:defRPr>
                </a:lvl5pPr>
                <a:lvl6pPr marL="457200" eaLnBrk="0" fontAlgn="base" hangingPunct="0">
                  <a:spcBef>
                    <a:spcPts val="500"/>
                  </a:spcBef>
                  <a:spcAft>
                    <a:spcPct val="0"/>
                  </a:spcAft>
                  <a:defRPr sz="2000">
                    <a:solidFill>
                      <a:schemeClr val="tx1"/>
                    </a:solidFill>
                    <a:latin typeface="Verdana" charset="0"/>
                    <a:ea typeface="Times New Roman" charset="0"/>
                    <a:cs typeface="Times New Roman" charset="0"/>
                  </a:defRPr>
                </a:lvl6pPr>
                <a:lvl7pPr marL="914400" eaLnBrk="0" fontAlgn="base" hangingPunct="0">
                  <a:spcBef>
                    <a:spcPts val="500"/>
                  </a:spcBef>
                  <a:spcAft>
                    <a:spcPct val="0"/>
                  </a:spcAft>
                  <a:defRPr sz="2000">
                    <a:solidFill>
                      <a:schemeClr val="tx1"/>
                    </a:solidFill>
                    <a:latin typeface="Verdana" charset="0"/>
                    <a:ea typeface="Times New Roman" charset="0"/>
                    <a:cs typeface="Times New Roman" charset="0"/>
                  </a:defRPr>
                </a:lvl7pPr>
                <a:lvl8pPr marL="1371600" eaLnBrk="0" fontAlgn="base" hangingPunct="0">
                  <a:spcBef>
                    <a:spcPts val="500"/>
                  </a:spcBef>
                  <a:spcAft>
                    <a:spcPct val="0"/>
                  </a:spcAft>
                  <a:defRPr sz="2000">
                    <a:solidFill>
                      <a:schemeClr val="tx1"/>
                    </a:solidFill>
                    <a:latin typeface="Verdana" charset="0"/>
                    <a:ea typeface="Times New Roman" charset="0"/>
                    <a:cs typeface="Times New Roman" charset="0"/>
                  </a:defRPr>
                </a:lvl8pPr>
                <a:lvl9pPr marL="1828800" eaLnBrk="0" fontAlgn="base" hangingPunct="0">
                  <a:spcBef>
                    <a:spcPts val="500"/>
                  </a:spcBef>
                  <a:spcAft>
                    <a:spcPct val="0"/>
                  </a:spcAft>
                  <a:defRPr sz="2000">
                    <a:solidFill>
                      <a:schemeClr val="tx1"/>
                    </a:solidFill>
                    <a:latin typeface="Verdana" charset="0"/>
                    <a:ea typeface="Times New Roman" charset="0"/>
                    <a:cs typeface="Times New Roman" charset="0"/>
                  </a:defRPr>
                </a:lvl9pPr>
              </a:lstStyle>
              <a:p>
                <a:pPr eaLnBrk="1" fontAlgn="auto" hangingPunct="1">
                  <a:spcBef>
                    <a:spcPts val="0"/>
                  </a:spcBef>
                  <a:spcAft>
                    <a:spcPts val="0"/>
                  </a:spcAft>
                  <a:defRPr/>
                </a:pPr>
                <a:endParaRPr lang="en-US"/>
              </a:p>
            </p:txBody>
          </p:sp>
          <p:sp>
            <p:nvSpPr>
              <p:cNvPr id="13" name="Freeform 12"/>
              <p:cNvSpPr>
                <a:spLocks/>
              </p:cNvSpPr>
              <p:nvPr/>
            </p:nvSpPr>
            <p:spPr bwMode="auto">
              <a:xfrm rot="21435692">
                <a:off x="-10858" y="438044"/>
                <a:ext cx="9169042" cy="38239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lvl1pPr eaLnBrk="0" hangingPunct="0">
                  <a:defRPr sz="2000">
                    <a:solidFill>
                      <a:schemeClr val="tx1"/>
                    </a:solidFill>
                    <a:latin typeface="Verdana" charset="0"/>
                    <a:ea typeface="ＭＳ Ｐゴシック" charset="0"/>
                    <a:cs typeface="Times New Roman" charset="0"/>
                  </a:defRPr>
                </a:lvl1pPr>
                <a:lvl2pPr marL="37931725" indent="-37474525" eaLnBrk="0" hangingPunct="0">
                  <a:defRPr sz="2000">
                    <a:solidFill>
                      <a:schemeClr val="tx1"/>
                    </a:solidFill>
                    <a:latin typeface="Verdana" charset="0"/>
                    <a:ea typeface="Times New Roman" charset="0"/>
                    <a:cs typeface="Times New Roman" charset="0"/>
                  </a:defRPr>
                </a:lvl2pPr>
                <a:lvl3pPr eaLnBrk="0" hangingPunct="0">
                  <a:defRPr sz="2000">
                    <a:solidFill>
                      <a:schemeClr val="tx1"/>
                    </a:solidFill>
                    <a:latin typeface="Verdana" charset="0"/>
                    <a:ea typeface="Times New Roman" charset="0"/>
                    <a:cs typeface="Times New Roman" charset="0"/>
                  </a:defRPr>
                </a:lvl3pPr>
                <a:lvl4pPr eaLnBrk="0" hangingPunct="0">
                  <a:defRPr sz="2000">
                    <a:solidFill>
                      <a:schemeClr val="tx1"/>
                    </a:solidFill>
                    <a:latin typeface="Verdana" charset="0"/>
                    <a:ea typeface="Times New Roman" charset="0"/>
                    <a:cs typeface="Times New Roman" charset="0"/>
                  </a:defRPr>
                </a:lvl4pPr>
                <a:lvl5pPr eaLnBrk="0" hangingPunct="0">
                  <a:defRPr sz="2000">
                    <a:solidFill>
                      <a:schemeClr val="tx1"/>
                    </a:solidFill>
                    <a:latin typeface="Verdana" charset="0"/>
                    <a:ea typeface="Times New Roman" charset="0"/>
                    <a:cs typeface="Times New Roman" charset="0"/>
                  </a:defRPr>
                </a:lvl5pPr>
                <a:lvl6pPr marL="457200" eaLnBrk="0" fontAlgn="base" hangingPunct="0">
                  <a:spcBef>
                    <a:spcPts val="500"/>
                  </a:spcBef>
                  <a:spcAft>
                    <a:spcPct val="0"/>
                  </a:spcAft>
                  <a:defRPr sz="2000">
                    <a:solidFill>
                      <a:schemeClr val="tx1"/>
                    </a:solidFill>
                    <a:latin typeface="Verdana" charset="0"/>
                    <a:ea typeface="Times New Roman" charset="0"/>
                    <a:cs typeface="Times New Roman" charset="0"/>
                  </a:defRPr>
                </a:lvl6pPr>
                <a:lvl7pPr marL="914400" eaLnBrk="0" fontAlgn="base" hangingPunct="0">
                  <a:spcBef>
                    <a:spcPts val="500"/>
                  </a:spcBef>
                  <a:spcAft>
                    <a:spcPct val="0"/>
                  </a:spcAft>
                  <a:defRPr sz="2000">
                    <a:solidFill>
                      <a:schemeClr val="tx1"/>
                    </a:solidFill>
                    <a:latin typeface="Verdana" charset="0"/>
                    <a:ea typeface="Times New Roman" charset="0"/>
                    <a:cs typeface="Times New Roman" charset="0"/>
                  </a:defRPr>
                </a:lvl7pPr>
                <a:lvl8pPr marL="1371600" eaLnBrk="0" fontAlgn="base" hangingPunct="0">
                  <a:spcBef>
                    <a:spcPts val="500"/>
                  </a:spcBef>
                  <a:spcAft>
                    <a:spcPct val="0"/>
                  </a:spcAft>
                  <a:defRPr sz="2000">
                    <a:solidFill>
                      <a:schemeClr val="tx1"/>
                    </a:solidFill>
                    <a:latin typeface="Verdana" charset="0"/>
                    <a:ea typeface="Times New Roman" charset="0"/>
                    <a:cs typeface="Times New Roman" charset="0"/>
                  </a:defRPr>
                </a:lvl8pPr>
                <a:lvl9pPr marL="1828800" eaLnBrk="0" fontAlgn="base" hangingPunct="0">
                  <a:spcBef>
                    <a:spcPts val="500"/>
                  </a:spcBef>
                  <a:spcAft>
                    <a:spcPct val="0"/>
                  </a:spcAft>
                  <a:defRPr sz="2000">
                    <a:solidFill>
                      <a:schemeClr val="tx1"/>
                    </a:solidFill>
                    <a:latin typeface="Verdana" charset="0"/>
                    <a:ea typeface="Times New Roman" charset="0"/>
                    <a:cs typeface="Times New Roman" charset="0"/>
                  </a:defRPr>
                </a:lvl9pPr>
              </a:lstStyle>
              <a:p>
                <a:pPr eaLnBrk="1" fontAlgn="auto" hangingPunct="1">
                  <a:spcBef>
                    <a:spcPts val="0"/>
                  </a:spcBef>
                  <a:spcAft>
                    <a:spcPts val="0"/>
                  </a:spcAft>
                  <a:defRPr/>
                </a:pPr>
                <a:endParaRPr lang="en-US"/>
              </a:p>
            </p:txBody>
          </p:sp>
        </p:grpSp>
      </p:grpSp>
      <p:sp>
        <p:nvSpPr>
          <p:cNvPr id="4" name="Slide Number Placeholder 3"/>
          <p:cNvSpPr txBox="1">
            <a:spLocks noGrp="1"/>
          </p:cNvSpPr>
          <p:nvPr/>
        </p:nvSpPr>
        <p:spPr>
          <a:xfrm>
            <a:off x="8326438" y="6430963"/>
            <a:ext cx="762000" cy="365125"/>
          </a:xfrm>
          <a:prstGeom prst="rect">
            <a:avLst/>
          </a:prstGeom>
          <a:noFill/>
        </p:spPr>
        <p:txBody>
          <a:bodyPr lIns="0" tIns="0" rIns="0" bIns="0"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eaLnBrk="1" hangingPunct="1">
              <a:buFont typeface="Wingdings" panose="05000000000000000000" pitchFamily="2" charset="2"/>
              <a:buNone/>
              <a:defRPr/>
            </a:pPr>
            <a:fld id="{4902ECC2-4A39-4E20-AECF-DDF2B3AC0189}" type="slidenum">
              <a:rPr lang="en-US" altLang="en-US" sz="1200" smtClean="0">
                <a:solidFill>
                  <a:srgbClr val="424242"/>
                </a:solidFill>
              </a:rPr>
              <a:pPr algn="r" eaLnBrk="1" hangingPunct="1">
                <a:buFont typeface="Wingdings" panose="05000000000000000000" pitchFamily="2" charset="2"/>
                <a:buNone/>
                <a:defRPr/>
              </a:pPr>
              <a:t>‹#›</a:t>
            </a:fld>
            <a:endParaRPr lang="en-US" altLang="en-US" sz="1200">
              <a:solidFill>
                <a:srgbClr val="424242"/>
              </a:solidFill>
            </a:endParaRPr>
          </a:p>
        </p:txBody>
      </p:sp>
      <p:sp>
        <p:nvSpPr>
          <p:cNvPr id="11" name="AutoShape 3"/>
          <p:cNvSpPr>
            <a:spLocks noChangeArrowheads="1"/>
          </p:cNvSpPr>
          <p:nvPr userDrawn="1"/>
        </p:nvSpPr>
        <p:spPr bwMode="auto">
          <a:xfrm>
            <a:off x="0" y="0"/>
            <a:ext cx="9144000" cy="1246414"/>
          </a:xfrm>
          <a:prstGeom prst="roundRect">
            <a:avLst>
              <a:gd name="adj" fmla="val 111"/>
            </a:avLst>
          </a:prstGeom>
          <a:gradFill rotWithShape="0">
            <a:gsLst>
              <a:gs pos="0">
                <a:srgbClr val="800000"/>
              </a:gs>
              <a:gs pos="100000">
                <a:srgbClr val="FF0000"/>
              </a:gs>
            </a:gsLst>
            <a:lin ang="4500000" scaled="1"/>
          </a:gradFill>
          <a:ln w="9360">
            <a:solidFill>
              <a:srgbClr val="000000"/>
            </a:solidFill>
            <a:miter lim="800000"/>
            <a:headEnd/>
            <a:tailEnd/>
          </a:ln>
        </p:spPr>
        <p:txBody>
          <a:bodyPr wrap="none" lIns="91432" tIns="45716" rIns="91432" bIns="45716" anchor="ctr"/>
          <a:lstStyle>
            <a:lvl1pPr algn="l" defTabSz="457200">
              <a:defRPr>
                <a:solidFill>
                  <a:schemeClr val="tx1"/>
                </a:solidFill>
                <a:latin typeface="Arial" panose="020B0604020202020204" pitchFamily="34" charset="0"/>
              </a:defRPr>
            </a:lvl1pPr>
            <a:lvl2pPr marL="742950" indent="-285750" algn="l" defTabSz="457200">
              <a:defRPr>
                <a:solidFill>
                  <a:schemeClr val="tx1"/>
                </a:solidFill>
                <a:latin typeface="Arial" panose="020B0604020202020204" pitchFamily="34" charset="0"/>
              </a:defRPr>
            </a:lvl2pPr>
            <a:lvl3pPr marL="1143000" indent="-228600" algn="l" defTabSz="457200">
              <a:defRPr>
                <a:solidFill>
                  <a:schemeClr val="tx1"/>
                </a:solidFill>
                <a:latin typeface="Arial" panose="020B0604020202020204" pitchFamily="34" charset="0"/>
              </a:defRPr>
            </a:lvl3pPr>
            <a:lvl4pPr marL="1598613" indent="-227013" algn="l" defTabSz="457200">
              <a:defRPr>
                <a:solidFill>
                  <a:schemeClr val="tx1"/>
                </a:solidFill>
                <a:latin typeface="Arial" panose="020B0604020202020204" pitchFamily="34" charset="0"/>
              </a:defRPr>
            </a:lvl4pPr>
            <a:lvl5pPr marL="2057400" indent="-228600" algn="l" defTabSz="4572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ct val="93000"/>
              </a:lnSpc>
              <a:buClr>
                <a:srgbClr val="000000"/>
              </a:buClr>
              <a:buSzPct val="100000"/>
              <a:buFont typeface="Andale Mono" pitchFamily="1" charset="0"/>
              <a:buNone/>
              <a:defRPr/>
            </a:pPr>
            <a:endParaRPr lang="en-US" altLang="en-US">
              <a:latin typeface="Tahoma" panose="020B0604030504040204" pitchFamily="34" charset="0"/>
              <a:cs typeface="Arial" panose="020B0604020202020204" pitchFamily="34" charset="0"/>
            </a:endParaRPr>
          </a:p>
        </p:txBody>
      </p:sp>
      <p:sp>
        <p:nvSpPr>
          <p:cNvPr id="14" name="Title Placeholder 8"/>
          <p:cNvSpPr>
            <a:spLocks noGrp="1"/>
          </p:cNvSpPr>
          <p:nvPr>
            <p:ph type="title"/>
          </p:nvPr>
        </p:nvSpPr>
        <p:spPr bwMode="auto">
          <a:xfrm>
            <a:off x="457200" y="439738"/>
            <a:ext cx="8229600"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dirty="0"/>
              <a:t>Click to edit Master title style</a:t>
            </a:r>
          </a:p>
        </p:txBody>
      </p:sp>
    </p:spTree>
    <p:extLst>
      <p:ext uri="{BB962C8B-B14F-4D97-AF65-F5344CB8AC3E}">
        <p14:creationId xmlns:p14="http://schemas.microsoft.com/office/powerpoint/2010/main" val="39395752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ctr" rtl="0" eaLnBrk="0" fontAlgn="base" hangingPunct="0">
        <a:spcBef>
          <a:spcPct val="0"/>
        </a:spcBef>
        <a:spcAft>
          <a:spcPct val="0"/>
        </a:spcAft>
        <a:defRPr sz="4400" kern="1200">
          <a:solidFill>
            <a:schemeClr val="bg1"/>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chemeClr val="tx2"/>
          </a:solidFill>
          <a:latin typeface="Verdana"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chemeClr val="tx2"/>
          </a:solidFill>
          <a:latin typeface="Verdana"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chemeClr val="tx2"/>
          </a:solidFill>
          <a:latin typeface="Verdana"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chemeClr val="tx2"/>
          </a:solidFill>
          <a:latin typeface="Verdana" pitchFamily="34" charset="0"/>
          <a:ea typeface="MS PGothic" panose="020B0600070205080204" pitchFamily="34" charset="-128"/>
          <a:cs typeface="ＭＳ Ｐゴシック" charset="0"/>
        </a:defRPr>
      </a:lvl5pPr>
      <a:lvl6pPr marL="457200" algn="l" rtl="0" eaLnBrk="1" fontAlgn="base" hangingPunct="1">
        <a:spcBef>
          <a:spcPct val="0"/>
        </a:spcBef>
        <a:spcAft>
          <a:spcPct val="0"/>
        </a:spcAft>
        <a:defRPr sz="4400">
          <a:solidFill>
            <a:schemeClr val="tx2"/>
          </a:solidFill>
          <a:latin typeface="Verdana" pitchFamily="34" charset="0"/>
        </a:defRPr>
      </a:lvl6pPr>
      <a:lvl7pPr marL="914400" algn="l" rtl="0" eaLnBrk="1" fontAlgn="base" hangingPunct="1">
        <a:spcBef>
          <a:spcPct val="0"/>
        </a:spcBef>
        <a:spcAft>
          <a:spcPct val="0"/>
        </a:spcAft>
        <a:defRPr sz="4400">
          <a:solidFill>
            <a:schemeClr val="tx2"/>
          </a:solidFill>
          <a:latin typeface="Verdana" pitchFamily="34" charset="0"/>
        </a:defRPr>
      </a:lvl7pPr>
      <a:lvl8pPr marL="1371600" algn="l" rtl="0" eaLnBrk="1" fontAlgn="base" hangingPunct="1">
        <a:spcBef>
          <a:spcPct val="0"/>
        </a:spcBef>
        <a:spcAft>
          <a:spcPct val="0"/>
        </a:spcAft>
        <a:defRPr sz="4400">
          <a:solidFill>
            <a:schemeClr val="tx2"/>
          </a:solidFill>
          <a:latin typeface="Verdana" pitchFamily="34" charset="0"/>
        </a:defRPr>
      </a:lvl8pPr>
      <a:lvl9pPr marL="1828800" algn="l" rtl="0" eaLnBrk="1" fontAlgn="base" hangingPunct="1">
        <a:spcBef>
          <a:spcPct val="0"/>
        </a:spcBef>
        <a:spcAft>
          <a:spcPct val="0"/>
        </a:spcAft>
        <a:defRPr sz="4400">
          <a:solidFill>
            <a:schemeClr val="tx2"/>
          </a:solidFill>
          <a:latin typeface="Verdana" pitchFamily="34" charset="0"/>
        </a:defRPr>
      </a:lvl9pPr>
    </p:titleStyle>
    <p:bodyStyle>
      <a:lvl1pPr marL="273050" indent="-273050" algn="l" rtl="0" eaLnBrk="0" fontAlgn="base" hangingPunct="0">
        <a:spcBef>
          <a:spcPct val="20000"/>
        </a:spcBef>
        <a:spcAft>
          <a:spcPct val="0"/>
        </a:spcAft>
        <a:buClr>
          <a:srgbClr val="EB641B"/>
        </a:buClr>
        <a:buSzPct val="95000"/>
        <a:buFont typeface="Wingdings 2" panose="05020102010507070707" pitchFamily="18" charset="2"/>
        <a:buChar char=""/>
        <a:defRPr sz="2200" kern="1200">
          <a:solidFill>
            <a:schemeClr val="tx1"/>
          </a:solidFill>
          <a:latin typeface="+mn-lt"/>
          <a:ea typeface="MS PGothic" panose="020B0600070205080204" pitchFamily="34" charset="-128"/>
          <a:cs typeface="ＭＳ Ｐゴシック" charset="0"/>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000" kern="1200">
          <a:solidFill>
            <a:schemeClr val="tx1"/>
          </a:solidFill>
          <a:latin typeface="+mn-lt"/>
          <a:ea typeface="MS PGothic" panose="020B0600070205080204" pitchFamily="34" charset="-128"/>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kern="1200">
          <a:solidFill>
            <a:schemeClr val="tx1"/>
          </a:solidFill>
          <a:latin typeface="+mn-lt"/>
          <a:ea typeface="MS PGothic" panose="020B0600070205080204" pitchFamily="34" charset="-128"/>
          <a:cs typeface="+mn-cs"/>
        </a:defRPr>
      </a:lvl3pPr>
      <a:lvl4pPr marL="1187450" indent="-209550" algn="l" rtl="0" eaLnBrk="0" fontAlgn="base" hangingPunct="0">
        <a:spcBef>
          <a:spcPct val="20000"/>
        </a:spcBef>
        <a:spcAft>
          <a:spcPct val="0"/>
        </a:spcAft>
        <a:buClr>
          <a:srgbClr val="EB641B"/>
        </a:buClr>
        <a:buSzPct val="65000"/>
        <a:buFont typeface="Wingdings 2" panose="05020102010507070707" pitchFamily="18" charset="2"/>
        <a:buChar char=""/>
        <a:defRPr sz="1700" kern="1200">
          <a:solidFill>
            <a:schemeClr val="tx1"/>
          </a:solidFill>
          <a:latin typeface="+mn-lt"/>
          <a:ea typeface="MS PGothic" panose="020B0600070205080204" pitchFamily="34" charset="-128"/>
          <a:cs typeface="+mn-cs"/>
        </a:defRPr>
      </a:lvl4pPr>
      <a:lvl5pPr marL="1462088" indent="-209550" algn="l" rtl="0" eaLnBrk="0" fontAlgn="base" hangingPunct="0">
        <a:spcBef>
          <a:spcPct val="20000"/>
        </a:spcBef>
        <a:spcAft>
          <a:spcPct val="0"/>
        </a:spcAft>
        <a:buClr>
          <a:srgbClr val="39639D"/>
        </a:buClr>
        <a:buSzPct val="65000"/>
        <a:buFont typeface="Wingdings 2" panose="05020102010507070707" pitchFamily="18" charset="2"/>
        <a:buChar char=""/>
        <a:defRPr sz="1700" kern="1200">
          <a:solidFill>
            <a:schemeClr val="tx1"/>
          </a:solidFill>
          <a:latin typeface="+mn-lt"/>
          <a:ea typeface="MS PGothic" panose="020B0600070205080204" pitchFamily="34" charset="-128"/>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a:extLst>
              <a:ext uri="{FF2B5EF4-FFF2-40B4-BE49-F238E27FC236}">
                <a16:creationId xmlns:a16="http://schemas.microsoft.com/office/drawing/2014/main" id="{A328D7BA-8516-4D0A-A215-163672FD06E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4579" name="Rectangle 2">
            <a:extLst>
              <a:ext uri="{FF2B5EF4-FFF2-40B4-BE49-F238E27FC236}">
                <a16:creationId xmlns:a16="http://schemas.microsoft.com/office/drawing/2014/main" id="{ABE6EDA3-9CD3-4DF5-BB13-321154F00CFD}"/>
              </a:ext>
            </a:extLst>
          </p:cNvPr>
          <p:cNvSpPr>
            <a:spLocks noChangeArrowheads="1"/>
          </p:cNvSpPr>
          <p:nvPr/>
        </p:nvSpPr>
        <p:spPr bwMode="auto">
          <a:xfrm>
            <a:off x="366713" y="1508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MS LineDraw" charset="2"/>
            </a:endParaRPr>
          </a:p>
        </p:txBody>
      </p:sp>
      <p:sp>
        <p:nvSpPr>
          <p:cNvPr id="63492" name="Text Box 4">
            <a:extLst>
              <a:ext uri="{FF2B5EF4-FFF2-40B4-BE49-F238E27FC236}">
                <a16:creationId xmlns:a16="http://schemas.microsoft.com/office/drawing/2014/main" id="{D2340A22-84E5-4AB9-AA45-8FA85F72372C}"/>
              </a:ext>
            </a:extLst>
          </p:cNvPr>
          <p:cNvSpPr txBox="1">
            <a:spLocks noChangeArrowheads="1"/>
          </p:cNvSpPr>
          <p:nvPr/>
        </p:nvSpPr>
        <p:spPr bwMode="auto">
          <a:xfrm>
            <a:off x="1066800" y="3048000"/>
            <a:ext cx="704532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Tahoma" panose="020B0604030504040204" pitchFamily="34" charset="0"/>
              </a:rPr>
              <a:t>A linked list is a group of nodes.   </a:t>
            </a:r>
            <a:br>
              <a:rPr lang="en-US" altLang="en-US" b="1">
                <a:latin typeface="Tahoma" panose="020B0604030504040204" pitchFamily="34" charset="0"/>
              </a:rPr>
            </a:br>
            <a:r>
              <a:rPr lang="en-US" altLang="en-US" b="1">
                <a:latin typeface="Tahoma" panose="020B0604030504040204" pitchFamily="34" charset="0"/>
              </a:rPr>
              <a:t>Each node contains a value and a</a:t>
            </a:r>
          </a:p>
          <a:p>
            <a:pPr>
              <a:spcBef>
                <a:spcPct val="0"/>
              </a:spcBef>
              <a:buFontTx/>
              <a:buNone/>
            </a:pPr>
            <a:r>
              <a:rPr lang="en-US" altLang="en-US" b="1">
                <a:latin typeface="Tahoma" panose="020B0604030504040204" pitchFamily="34" charset="0"/>
              </a:rPr>
              <a:t>reference to the next node in </a:t>
            </a:r>
          </a:p>
          <a:p>
            <a:pPr>
              <a:spcBef>
                <a:spcPct val="0"/>
              </a:spcBef>
              <a:buFontTx/>
              <a:buNone/>
            </a:pPr>
            <a:r>
              <a:rPr lang="en-US" altLang="en-US" b="1">
                <a:latin typeface="Tahoma" panose="020B0604030504040204" pitchFamily="34" charset="0"/>
              </a:rPr>
              <a:t>the list.</a:t>
            </a:r>
          </a:p>
        </p:txBody>
      </p:sp>
      <p:sp>
        <p:nvSpPr>
          <p:cNvPr id="24581" name="WordArt 6">
            <a:extLst>
              <a:ext uri="{FF2B5EF4-FFF2-40B4-BE49-F238E27FC236}">
                <a16:creationId xmlns:a16="http://schemas.microsoft.com/office/drawing/2014/main" id="{77530551-8514-44DA-8A9F-7DE0C4C9A58F}"/>
              </a:ext>
            </a:extLst>
          </p:cNvPr>
          <p:cNvSpPr>
            <a:spLocks noChangeArrowheads="1" noChangeShapeType="1" noTextEdit="1"/>
          </p:cNvSpPr>
          <p:nvPr/>
        </p:nvSpPr>
        <p:spPr bwMode="auto">
          <a:xfrm>
            <a:off x="838200" y="762000"/>
            <a:ext cx="75438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Linked Lists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D00D5A11-75B4-45BD-A10B-8E5ABDAD15F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6627" name="Rectangle 2">
            <a:extLst>
              <a:ext uri="{FF2B5EF4-FFF2-40B4-BE49-F238E27FC236}">
                <a16:creationId xmlns:a16="http://schemas.microsoft.com/office/drawing/2014/main" id="{96A8F1A0-33B4-4A46-AC8C-5F1BD630920D}"/>
              </a:ext>
            </a:extLst>
          </p:cNvPr>
          <p:cNvSpPr>
            <a:spLocks noChangeArrowheads="1"/>
          </p:cNvSpPr>
          <p:nvPr/>
        </p:nvSpPr>
        <p:spPr bwMode="auto">
          <a:xfrm>
            <a:off x="685800" y="1447800"/>
            <a:ext cx="8153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latin typeface="Tahoma" panose="020B0604030504040204" pitchFamily="34" charset="0"/>
              </a:rPr>
              <a:t>public class Node</a:t>
            </a:r>
          </a:p>
          <a:p>
            <a:pPr eaLnBrk="1" hangingPunct="1">
              <a:spcBef>
                <a:spcPct val="0"/>
              </a:spcBef>
              <a:buFontTx/>
              <a:buNone/>
            </a:pPr>
            <a:r>
              <a:rPr lang="en-US" altLang="en-US" sz="2800" b="1">
                <a:latin typeface="Tahoma" panose="020B0604030504040204" pitchFamily="34" charset="0"/>
              </a:rPr>
              <a:t>{</a:t>
            </a:r>
          </a:p>
          <a:p>
            <a:pPr eaLnBrk="1" hangingPunct="1">
              <a:spcBef>
                <a:spcPct val="0"/>
              </a:spcBef>
              <a:buFontTx/>
              <a:buNone/>
            </a:pPr>
            <a:r>
              <a:rPr lang="en-US" altLang="en-US" sz="2800" b="1">
                <a:latin typeface="Tahoma" panose="020B0604030504040204" pitchFamily="34" charset="0"/>
              </a:rPr>
              <a:t>   private Comparable data;</a:t>
            </a:r>
          </a:p>
          <a:p>
            <a:pPr eaLnBrk="1" hangingPunct="1">
              <a:spcBef>
                <a:spcPct val="0"/>
              </a:spcBef>
              <a:buFontTx/>
              <a:buNone/>
            </a:pPr>
            <a:r>
              <a:rPr lang="en-US" altLang="en-US" sz="2800" b="1">
                <a:latin typeface="Tahoma" panose="020B0604030504040204" pitchFamily="34" charset="0"/>
              </a:rPr>
              <a:t>   private Node next;</a:t>
            </a:r>
          </a:p>
          <a:p>
            <a:pPr eaLnBrk="1" hangingPunct="1">
              <a:spcBef>
                <a:spcPct val="0"/>
              </a:spcBef>
              <a:buFontTx/>
              <a:buNone/>
            </a:pPr>
            <a:endParaRPr lang="en-US" altLang="en-US" sz="2800" b="1">
              <a:latin typeface="Tahoma" panose="020B0604030504040204" pitchFamily="34" charset="0"/>
            </a:endParaRPr>
          </a:p>
          <a:p>
            <a:pPr eaLnBrk="1" hangingPunct="1">
              <a:spcBef>
                <a:spcPct val="0"/>
              </a:spcBef>
              <a:buFontTx/>
              <a:buNone/>
            </a:pPr>
            <a:r>
              <a:rPr lang="en-US" altLang="en-US" sz="2800" b="1">
                <a:latin typeface="Tahoma" panose="020B0604030504040204" pitchFamily="34" charset="0"/>
              </a:rPr>
              <a:t>   public Node(Comparable dat, Node nxt)</a:t>
            </a:r>
          </a:p>
          <a:p>
            <a:pPr eaLnBrk="1" hangingPunct="1">
              <a:spcBef>
                <a:spcPct val="0"/>
              </a:spcBef>
              <a:buFontTx/>
              <a:buNone/>
            </a:pPr>
            <a:r>
              <a:rPr lang="en-US" altLang="en-US" sz="2800" b="1">
                <a:latin typeface="Tahoma" panose="020B0604030504040204" pitchFamily="34" charset="0"/>
              </a:rPr>
              <a:t>   {</a:t>
            </a:r>
          </a:p>
          <a:p>
            <a:pPr eaLnBrk="1" hangingPunct="1">
              <a:spcBef>
                <a:spcPct val="0"/>
              </a:spcBef>
              <a:buFontTx/>
              <a:buNone/>
            </a:pPr>
            <a:r>
              <a:rPr lang="en-US" altLang="en-US" sz="2800" b="1">
                <a:latin typeface="Tahoma" panose="020B0604030504040204" pitchFamily="34" charset="0"/>
              </a:rPr>
              <a:t>      data=dat;	</a:t>
            </a:r>
          </a:p>
          <a:p>
            <a:pPr eaLnBrk="1" hangingPunct="1">
              <a:spcBef>
                <a:spcPct val="0"/>
              </a:spcBef>
              <a:buFontTx/>
              <a:buNone/>
            </a:pPr>
            <a:r>
              <a:rPr lang="en-US" altLang="en-US" sz="2800" b="1">
                <a:latin typeface="Tahoma" panose="020B0604030504040204" pitchFamily="34" charset="0"/>
              </a:rPr>
              <a:t>      next=nxt;</a:t>
            </a:r>
          </a:p>
          <a:p>
            <a:pPr eaLnBrk="1" hangingPunct="1">
              <a:spcBef>
                <a:spcPct val="0"/>
              </a:spcBef>
              <a:buFontTx/>
              <a:buNone/>
            </a:pPr>
            <a:r>
              <a:rPr lang="en-US" altLang="en-US" sz="2800" b="1">
                <a:latin typeface="Tahoma" panose="020B0604030504040204" pitchFamily="34" charset="0"/>
              </a:rPr>
              <a:t>   }</a:t>
            </a:r>
          </a:p>
          <a:p>
            <a:pPr eaLnBrk="1" hangingPunct="1">
              <a:spcBef>
                <a:spcPct val="0"/>
              </a:spcBef>
              <a:buFontTx/>
              <a:buNone/>
            </a:pPr>
            <a:r>
              <a:rPr lang="en-US" altLang="en-US" sz="2800" b="1">
                <a:latin typeface="Tahoma" panose="020B0604030504040204" pitchFamily="34" charset="0"/>
              </a:rPr>
              <a:t>}</a:t>
            </a:r>
          </a:p>
        </p:txBody>
      </p:sp>
      <p:sp>
        <p:nvSpPr>
          <p:cNvPr id="26628" name="WordArt 3">
            <a:extLst>
              <a:ext uri="{FF2B5EF4-FFF2-40B4-BE49-F238E27FC236}">
                <a16:creationId xmlns:a16="http://schemas.microsoft.com/office/drawing/2014/main" id="{EB0F3751-D6AF-4015-A3D2-A164F2AD88E9}"/>
              </a:ext>
            </a:extLst>
          </p:cNvPr>
          <p:cNvSpPr>
            <a:spLocks noChangeArrowheads="1" noChangeShapeType="1" noTextEdit="1"/>
          </p:cNvSpPr>
          <p:nvPr/>
        </p:nvSpPr>
        <p:spPr bwMode="auto">
          <a:xfrm>
            <a:off x="990600" y="381000"/>
            <a:ext cx="6553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Simple Node Class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dirty="0"/>
              <a:t>Typical Linked List</a:t>
            </a:r>
          </a:p>
        </p:txBody>
      </p:sp>
      <p:sp>
        <p:nvSpPr>
          <p:cNvPr id="309251" name="Rectangle 3"/>
          <p:cNvSpPr>
            <a:spLocks noGrp="1" noChangeArrowheads="1"/>
          </p:cNvSpPr>
          <p:nvPr>
            <p:ph type="body" idx="1"/>
          </p:nvPr>
        </p:nvSpPr>
        <p:spPr>
          <a:xfrm>
            <a:off x="228600" y="1597739"/>
            <a:ext cx="8915400" cy="1863212"/>
          </a:xfrm>
        </p:spPr>
        <p:txBody>
          <a:bodyPr/>
          <a:lstStyle/>
          <a:p>
            <a:pPr eaLnBrk="1" hangingPunct="1">
              <a:buFont typeface="Wingdings 2" charset="0"/>
              <a:buChar char=""/>
              <a:defRPr/>
            </a:pPr>
            <a:r>
              <a:rPr lang="en-US" sz="2600" b="1" dirty="0">
                <a:latin typeface="Courier New" charset="0"/>
                <a:ea typeface="ＭＳ Ｐゴシック" charset="-128"/>
              </a:rPr>
              <a:t>list</a:t>
            </a:r>
            <a:r>
              <a:rPr lang="en-US" sz="2600" dirty="0">
                <a:ea typeface="ＭＳ Ｐゴシック" charset="0"/>
              </a:rPr>
              <a:t> is a reference variable that stores a reference to the first node. It does not store 10!</a:t>
            </a:r>
          </a:p>
          <a:p>
            <a:pPr eaLnBrk="1" hangingPunct="1">
              <a:buFont typeface="Wingdings 2" charset="0"/>
              <a:buChar char=""/>
              <a:defRPr/>
            </a:pPr>
            <a:r>
              <a:rPr lang="en-US" sz="2600" dirty="0">
                <a:ea typeface="ＭＳ Ｐゴシック" charset="0"/>
              </a:rPr>
              <a:t>Each node</a:t>
            </a:r>
            <a:r>
              <a:rPr lang="en-US" sz="2600" dirty="0">
                <a:ea typeface="ＭＳ Ｐゴシック" charset="-128"/>
              </a:rPr>
              <a:t> stores a value AND a reference to the node that follows it.</a:t>
            </a:r>
          </a:p>
        </p:txBody>
      </p:sp>
      <p:sp>
        <p:nvSpPr>
          <p:cNvPr id="2" name="Rectangle 1">
            <a:extLst>
              <a:ext uri="{FF2B5EF4-FFF2-40B4-BE49-F238E27FC236}">
                <a16:creationId xmlns:a16="http://schemas.microsoft.com/office/drawing/2014/main" id="{5706B4F8-4568-7BCB-B8B1-E0490EB7A9AB}"/>
              </a:ext>
            </a:extLst>
          </p:cNvPr>
          <p:cNvSpPr/>
          <p:nvPr/>
        </p:nvSpPr>
        <p:spPr>
          <a:xfrm>
            <a:off x="3097162" y="6422465"/>
            <a:ext cx="6046838" cy="4268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descr="reference variable list points to a node storing 10 and a link to a node storing 20 and a link to . . . a link to a final node storing 990 and no link.&#10;&#10;list --&gt; 10 --&gt; 20 --&gt; ... --&gt; 990&#10;">
            <a:extLst>
              <a:ext uri="{FF2B5EF4-FFF2-40B4-BE49-F238E27FC236}">
                <a16:creationId xmlns:a16="http://schemas.microsoft.com/office/drawing/2014/main" id="{02F24E35-76DB-DA8A-BC68-72A29E9DC073}"/>
              </a:ext>
            </a:extLst>
          </p:cNvPr>
          <p:cNvGrpSpPr/>
          <p:nvPr/>
        </p:nvGrpSpPr>
        <p:grpSpPr>
          <a:xfrm>
            <a:off x="282575" y="3732548"/>
            <a:ext cx="8525856" cy="938865"/>
            <a:chOff x="282575" y="4024648"/>
            <a:chExt cx="8525856" cy="938865"/>
          </a:xfrm>
        </p:grpSpPr>
        <p:sp>
          <p:nvSpPr>
            <p:cNvPr id="309316" name="Line 68"/>
            <p:cNvSpPr>
              <a:spLocks noChangeShapeType="1"/>
            </p:cNvSpPr>
            <p:nvPr/>
          </p:nvSpPr>
          <p:spPr bwMode="auto">
            <a:xfrm flipV="1">
              <a:off x="6530975" y="4642771"/>
              <a:ext cx="385763"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grpSp>
          <p:nvGrpSpPr>
            <p:cNvPr id="9" name="Group 8">
              <a:extLst>
                <a:ext uri="{FF2B5EF4-FFF2-40B4-BE49-F238E27FC236}">
                  <a16:creationId xmlns:a16="http://schemas.microsoft.com/office/drawing/2014/main" id="{D92E157B-286A-D6E6-8644-660100CCEF27}"/>
                </a:ext>
              </a:extLst>
            </p:cNvPr>
            <p:cNvGrpSpPr/>
            <p:nvPr/>
          </p:nvGrpSpPr>
          <p:grpSpPr>
            <a:xfrm>
              <a:off x="6973376" y="4027696"/>
              <a:ext cx="1835055" cy="932769"/>
              <a:chOff x="6973376" y="4110305"/>
              <a:chExt cx="1835055" cy="932769"/>
            </a:xfrm>
          </p:grpSpPr>
          <p:pic>
            <p:nvPicPr>
              <p:cNvPr id="8" name="Picture 7">
                <a:extLst>
                  <a:ext uri="{FF2B5EF4-FFF2-40B4-BE49-F238E27FC236}">
                    <a16:creationId xmlns:a16="http://schemas.microsoft.com/office/drawing/2014/main" id="{74C26217-3D7E-7736-40B9-45FB2ABF65D4}"/>
                  </a:ext>
                </a:extLst>
              </p:cNvPr>
              <p:cNvPicPr>
                <a:picLocks noChangeAspect="1"/>
              </p:cNvPicPr>
              <p:nvPr/>
            </p:nvPicPr>
            <p:blipFill>
              <a:blip r:embed="rId3"/>
              <a:stretch>
                <a:fillRect/>
              </a:stretch>
            </p:blipFill>
            <p:spPr>
              <a:xfrm>
                <a:off x="6973376" y="4110305"/>
                <a:ext cx="1835055" cy="932769"/>
              </a:xfrm>
              <a:prstGeom prst="rect">
                <a:avLst/>
              </a:prstGeom>
            </p:spPr>
          </p:pic>
          <p:sp>
            <p:nvSpPr>
              <p:cNvPr id="309317" name="Line 69"/>
              <p:cNvSpPr>
                <a:spLocks noChangeShapeType="1"/>
              </p:cNvSpPr>
              <p:nvPr/>
            </p:nvSpPr>
            <p:spPr bwMode="auto">
              <a:xfrm flipH="1">
                <a:off x="7890903" y="4551680"/>
                <a:ext cx="867017" cy="378586"/>
              </a:xfrm>
              <a:prstGeom prst="line">
                <a:avLst/>
              </a:prstGeom>
              <a:noFill/>
              <a:ln w="19050">
                <a:solidFill>
                  <a:schemeClr val="tx1"/>
                </a:solidFill>
                <a:round/>
                <a:headEnd/>
                <a:tailEn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grpSp>
        <p:sp>
          <p:nvSpPr>
            <p:cNvPr id="309318" name="Text Box 70"/>
            <p:cNvSpPr txBox="1">
              <a:spLocks noChangeArrowheads="1"/>
            </p:cNvSpPr>
            <p:nvPr/>
          </p:nvSpPr>
          <p:spPr bwMode="auto">
            <a:xfrm>
              <a:off x="282575" y="4193509"/>
              <a:ext cx="793750" cy="396875"/>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ourier New" charset="0"/>
                  <a:ea typeface="MS PGothic" panose="020B0600070205080204" pitchFamily="34" charset="-128"/>
                  <a:cs typeface="+mn-cs"/>
                </a:rPr>
                <a:t>list</a:t>
              </a:r>
            </a:p>
          </p:txBody>
        </p:sp>
        <p:sp>
          <p:nvSpPr>
            <p:cNvPr id="309319" name="Line 71"/>
            <p:cNvSpPr>
              <a:spLocks noChangeShapeType="1"/>
            </p:cNvSpPr>
            <p:nvPr/>
          </p:nvSpPr>
          <p:spPr bwMode="auto">
            <a:xfrm flipV="1">
              <a:off x="1158875" y="4404646"/>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309320" name="Text Box 72"/>
            <p:cNvSpPr txBox="1">
              <a:spLocks noChangeArrowheads="1"/>
            </p:cNvSpPr>
            <p:nvPr/>
          </p:nvSpPr>
          <p:spPr bwMode="auto">
            <a:xfrm>
              <a:off x="6073775" y="4398296"/>
              <a:ext cx="412750" cy="396875"/>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ahoma" charset="0"/>
                  <a:ea typeface="MS PGothic" panose="020B0600070205080204" pitchFamily="34" charset="-128"/>
                  <a:cs typeface="+mn-cs"/>
                </a:rPr>
                <a:t>...</a:t>
              </a:r>
            </a:p>
          </p:txBody>
        </p:sp>
        <p:pic>
          <p:nvPicPr>
            <p:cNvPr id="5" name="Picture 4">
              <a:extLst>
                <a:ext uri="{FF2B5EF4-FFF2-40B4-BE49-F238E27FC236}">
                  <a16:creationId xmlns:a16="http://schemas.microsoft.com/office/drawing/2014/main" id="{8201FC27-5556-783A-4E2A-687FC669746F}"/>
                </a:ext>
              </a:extLst>
            </p:cNvPr>
            <p:cNvPicPr>
              <a:picLocks noChangeAspect="1"/>
            </p:cNvPicPr>
            <p:nvPr/>
          </p:nvPicPr>
          <p:blipFill>
            <a:blip r:embed="rId4"/>
            <a:stretch>
              <a:fillRect/>
            </a:stretch>
          </p:blipFill>
          <p:spPr>
            <a:xfrm>
              <a:off x="2059300" y="4027696"/>
              <a:ext cx="1676545" cy="932769"/>
            </a:xfrm>
            <a:prstGeom prst="rect">
              <a:avLst/>
            </a:prstGeom>
          </p:spPr>
        </p:pic>
        <p:pic>
          <p:nvPicPr>
            <p:cNvPr id="6" name="Picture 5">
              <a:extLst>
                <a:ext uri="{FF2B5EF4-FFF2-40B4-BE49-F238E27FC236}">
                  <a16:creationId xmlns:a16="http://schemas.microsoft.com/office/drawing/2014/main" id="{D899101D-8E64-79EC-05FD-ED23DFFBEBB4}"/>
                </a:ext>
              </a:extLst>
            </p:cNvPr>
            <p:cNvPicPr>
              <a:picLocks noChangeAspect="1"/>
            </p:cNvPicPr>
            <p:nvPr/>
          </p:nvPicPr>
          <p:blipFill>
            <a:blip r:embed="rId5"/>
            <a:stretch>
              <a:fillRect/>
            </a:stretch>
          </p:blipFill>
          <p:spPr>
            <a:xfrm>
              <a:off x="4066029" y="4024648"/>
              <a:ext cx="1682642" cy="938865"/>
            </a:xfrm>
            <a:prstGeom prst="rect">
              <a:avLst/>
            </a:prstGeom>
          </p:spPr>
        </p:pic>
        <p:sp>
          <p:nvSpPr>
            <p:cNvPr id="309333" name="Line 85"/>
            <p:cNvSpPr>
              <a:spLocks noChangeShapeType="1"/>
            </p:cNvSpPr>
            <p:nvPr/>
          </p:nvSpPr>
          <p:spPr bwMode="auto">
            <a:xfrm flipV="1">
              <a:off x="5286375" y="4642771"/>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309321" name="Line 73"/>
            <p:cNvSpPr>
              <a:spLocks noChangeShapeType="1"/>
            </p:cNvSpPr>
            <p:nvPr/>
          </p:nvSpPr>
          <p:spPr bwMode="auto">
            <a:xfrm flipV="1">
              <a:off x="3292475" y="4642771"/>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grpSp>
      <p:grpSp>
        <p:nvGrpSpPr>
          <p:cNvPr id="25" name="Group 24" descr="list --&gt; 10 --&gt; 20 --&gt; ... --&gt; 990">
            <a:extLst>
              <a:ext uri="{FF2B5EF4-FFF2-40B4-BE49-F238E27FC236}">
                <a16:creationId xmlns:a16="http://schemas.microsoft.com/office/drawing/2014/main" id="{EF0A4CAB-F47E-F2FC-D9C0-7A1BE63704C5}"/>
              </a:ext>
            </a:extLst>
          </p:cNvPr>
          <p:cNvGrpSpPr/>
          <p:nvPr/>
        </p:nvGrpSpPr>
        <p:grpSpPr>
          <a:xfrm>
            <a:off x="711200" y="5598646"/>
            <a:ext cx="7092371" cy="784830"/>
            <a:chOff x="711200" y="5598646"/>
            <a:chExt cx="7092371" cy="784830"/>
          </a:xfrm>
        </p:grpSpPr>
        <p:sp>
          <p:nvSpPr>
            <p:cNvPr id="4" name="Line 68">
              <a:extLst>
                <a:ext uri="{FF2B5EF4-FFF2-40B4-BE49-F238E27FC236}">
                  <a16:creationId xmlns:a16="http://schemas.microsoft.com/office/drawing/2014/main" id="{A293203F-72C0-9866-7530-9730355345AE}"/>
                </a:ext>
              </a:extLst>
            </p:cNvPr>
            <p:cNvSpPr>
              <a:spLocks noChangeShapeType="1"/>
            </p:cNvSpPr>
            <p:nvPr/>
          </p:nvSpPr>
          <p:spPr bwMode="auto">
            <a:xfrm flipV="1">
              <a:off x="6350000" y="5977989"/>
              <a:ext cx="385763"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11" name="Text Box 70">
              <a:extLst>
                <a:ext uri="{FF2B5EF4-FFF2-40B4-BE49-F238E27FC236}">
                  <a16:creationId xmlns:a16="http://schemas.microsoft.com/office/drawing/2014/main" id="{DAC6D41A-4692-4DAD-DCEA-201966E9D134}"/>
                </a:ext>
              </a:extLst>
            </p:cNvPr>
            <p:cNvSpPr txBox="1">
              <a:spLocks noChangeArrowheads="1"/>
            </p:cNvSpPr>
            <p:nvPr/>
          </p:nvSpPr>
          <p:spPr bwMode="auto">
            <a:xfrm>
              <a:off x="711200" y="5779552"/>
              <a:ext cx="793750" cy="396875"/>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ourier New" charset="0"/>
                  <a:ea typeface="MS PGothic" panose="020B0600070205080204" pitchFamily="34" charset="-128"/>
                  <a:cs typeface="+mn-cs"/>
                </a:rPr>
                <a:t>list</a:t>
              </a:r>
            </a:p>
          </p:txBody>
        </p:sp>
        <p:sp>
          <p:nvSpPr>
            <p:cNvPr id="12" name="Line 71">
              <a:extLst>
                <a:ext uri="{FF2B5EF4-FFF2-40B4-BE49-F238E27FC236}">
                  <a16:creationId xmlns:a16="http://schemas.microsoft.com/office/drawing/2014/main" id="{264F5BBC-46B5-9AA2-DF5B-323939B342BB}"/>
                </a:ext>
              </a:extLst>
            </p:cNvPr>
            <p:cNvSpPr>
              <a:spLocks noChangeShapeType="1"/>
            </p:cNvSpPr>
            <p:nvPr/>
          </p:nvSpPr>
          <p:spPr bwMode="auto">
            <a:xfrm flipV="1">
              <a:off x="1587500" y="5977989"/>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13" name="Text Box 72">
              <a:extLst>
                <a:ext uri="{FF2B5EF4-FFF2-40B4-BE49-F238E27FC236}">
                  <a16:creationId xmlns:a16="http://schemas.microsoft.com/office/drawing/2014/main" id="{53088945-FFD4-2B92-E5C1-61257D0DD3B9}"/>
                </a:ext>
              </a:extLst>
            </p:cNvPr>
            <p:cNvSpPr txBox="1">
              <a:spLocks noChangeArrowheads="1"/>
            </p:cNvSpPr>
            <p:nvPr/>
          </p:nvSpPr>
          <p:spPr bwMode="auto">
            <a:xfrm>
              <a:off x="5892800" y="5830352"/>
              <a:ext cx="412750" cy="396875"/>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ahoma" charset="0"/>
                  <a:ea typeface="MS PGothic" panose="020B0600070205080204" pitchFamily="34" charset="-128"/>
                  <a:cs typeface="+mn-cs"/>
                </a:rPr>
                <a:t>...</a:t>
              </a:r>
            </a:p>
          </p:txBody>
        </p:sp>
        <p:sp>
          <p:nvSpPr>
            <p:cNvPr id="16" name="Line 85">
              <a:extLst>
                <a:ext uri="{FF2B5EF4-FFF2-40B4-BE49-F238E27FC236}">
                  <a16:creationId xmlns:a16="http://schemas.microsoft.com/office/drawing/2014/main" id="{70B97693-03E1-57DF-0014-B9E1C327CEE0}"/>
                </a:ext>
              </a:extLst>
            </p:cNvPr>
            <p:cNvSpPr>
              <a:spLocks noChangeShapeType="1"/>
            </p:cNvSpPr>
            <p:nvPr/>
          </p:nvSpPr>
          <p:spPr bwMode="auto">
            <a:xfrm flipV="1">
              <a:off x="5105400" y="5977989"/>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17" name="Line 73">
              <a:extLst>
                <a:ext uri="{FF2B5EF4-FFF2-40B4-BE49-F238E27FC236}">
                  <a16:creationId xmlns:a16="http://schemas.microsoft.com/office/drawing/2014/main" id="{DD6F9BF8-730A-8682-03DF-AFFA0609348C}"/>
                </a:ext>
              </a:extLst>
            </p:cNvPr>
            <p:cNvSpPr>
              <a:spLocks noChangeShapeType="1"/>
            </p:cNvSpPr>
            <p:nvPr/>
          </p:nvSpPr>
          <p:spPr bwMode="auto">
            <a:xfrm flipV="1">
              <a:off x="3352800" y="5977989"/>
              <a:ext cx="762000" cy="0"/>
            </a:xfrm>
            <a:prstGeom prst="line">
              <a:avLst/>
            </a:prstGeom>
            <a:noFill/>
            <a:ln w="19050">
              <a:solidFill>
                <a:schemeClr val="tx1"/>
              </a:solidFill>
              <a:round/>
              <a:headEnd/>
              <a:tailEnd type="triangle" w="med" len="med"/>
            </a:ln>
            <a:effectLst/>
            <a:extLst>
              <a:ext uri="{909E8E84-426E-40dd-AFC4-6F175D3DCCD1}"/>
              <a:ext uri="{AF507438-7753-43e0-B8FC-AC1667EBCBE1}"/>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S PGothic" panose="020B0600070205080204" pitchFamily="34" charset="-128"/>
                <a:cs typeface="+mn-cs"/>
              </a:endParaRPr>
            </a:p>
          </p:txBody>
        </p:sp>
        <p:sp>
          <p:nvSpPr>
            <p:cNvPr id="20" name="TextBox 19">
              <a:extLst>
                <a:ext uri="{FF2B5EF4-FFF2-40B4-BE49-F238E27FC236}">
                  <a16:creationId xmlns:a16="http://schemas.microsoft.com/office/drawing/2014/main" id="{E3D0F03C-7662-6167-EEE6-5565D2788BCD}"/>
                </a:ext>
              </a:extLst>
            </p:cNvPr>
            <p:cNvSpPr txBox="1"/>
            <p:nvPr/>
          </p:nvSpPr>
          <p:spPr>
            <a:xfrm>
              <a:off x="2536536" y="5598646"/>
              <a:ext cx="660400" cy="784830"/>
            </a:xfrm>
            <a:prstGeom prst="rect">
              <a:avLst/>
            </a:prstGeom>
            <a:noFill/>
            <a:ln w="28575">
              <a:noFill/>
            </a:ln>
          </p:spPr>
          <p:txBody>
            <a:bodyPr wrap="square" rtlCol="0">
              <a:spAutoFit/>
            </a:bodyPr>
            <a:lstStyle/>
            <a:p>
              <a:pPr algn="ctr">
                <a:spcBef>
                  <a:spcPts val="0"/>
                </a:spcBef>
                <a:spcAft>
                  <a:spcPts val="0"/>
                </a:spcAft>
              </a:pPr>
              <a:endParaRPr lang="en-US" sz="1050" dirty="0"/>
            </a:p>
            <a:p>
              <a:pPr algn="ctr">
                <a:spcBef>
                  <a:spcPts val="0"/>
                </a:spcBef>
                <a:spcAft>
                  <a:spcPts val="0"/>
                </a:spcAft>
              </a:pPr>
              <a:r>
                <a:rPr lang="en-US" sz="2400" dirty="0"/>
                <a:t>10</a:t>
              </a:r>
            </a:p>
            <a:p>
              <a:pPr algn="ctr">
                <a:spcBef>
                  <a:spcPts val="0"/>
                </a:spcBef>
                <a:spcAft>
                  <a:spcPts val="0"/>
                </a:spcAft>
              </a:pPr>
              <a:endParaRPr lang="en-US" sz="1050" dirty="0"/>
            </a:p>
          </p:txBody>
        </p:sp>
        <p:sp>
          <p:nvSpPr>
            <p:cNvPr id="21" name="TextBox 20">
              <a:extLst>
                <a:ext uri="{FF2B5EF4-FFF2-40B4-BE49-F238E27FC236}">
                  <a16:creationId xmlns:a16="http://schemas.microsoft.com/office/drawing/2014/main" id="{C8C7095B-63C9-8F2F-768E-A8C201CDC5A6}"/>
                </a:ext>
              </a:extLst>
            </p:cNvPr>
            <p:cNvSpPr txBox="1"/>
            <p:nvPr/>
          </p:nvSpPr>
          <p:spPr>
            <a:xfrm>
              <a:off x="4298950" y="5598646"/>
              <a:ext cx="660400" cy="784830"/>
            </a:xfrm>
            <a:prstGeom prst="rect">
              <a:avLst/>
            </a:prstGeom>
            <a:noFill/>
            <a:ln w="28575">
              <a:noFill/>
            </a:ln>
          </p:spPr>
          <p:txBody>
            <a:bodyPr wrap="square" rtlCol="0">
              <a:spAutoFit/>
            </a:bodyPr>
            <a:lstStyle/>
            <a:p>
              <a:pPr algn="ctr">
                <a:spcBef>
                  <a:spcPts val="0"/>
                </a:spcBef>
                <a:spcAft>
                  <a:spcPts val="0"/>
                </a:spcAft>
              </a:pPr>
              <a:endParaRPr lang="en-US" sz="1050" dirty="0"/>
            </a:p>
            <a:p>
              <a:pPr algn="ctr">
                <a:spcBef>
                  <a:spcPts val="0"/>
                </a:spcBef>
                <a:spcAft>
                  <a:spcPts val="0"/>
                </a:spcAft>
              </a:pPr>
              <a:r>
                <a:rPr lang="en-US" sz="2400" dirty="0"/>
                <a:t>20</a:t>
              </a:r>
            </a:p>
            <a:p>
              <a:pPr algn="ctr">
                <a:spcBef>
                  <a:spcPts val="0"/>
                </a:spcBef>
                <a:spcAft>
                  <a:spcPts val="0"/>
                </a:spcAft>
              </a:pPr>
              <a:endParaRPr lang="en-US" sz="1050" dirty="0"/>
            </a:p>
          </p:txBody>
        </p:sp>
        <p:sp>
          <p:nvSpPr>
            <p:cNvPr id="22" name="TextBox 21">
              <a:extLst>
                <a:ext uri="{FF2B5EF4-FFF2-40B4-BE49-F238E27FC236}">
                  <a16:creationId xmlns:a16="http://schemas.microsoft.com/office/drawing/2014/main" id="{AA7CB58A-D505-D912-0F68-9D06B5845DA9}"/>
                </a:ext>
              </a:extLst>
            </p:cNvPr>
            <p:cNvSpPr txBox="1"/>
            <p:nvPr/>
          </p:nvSpPr>
          <p:spPr>
            <a:xfrm>
              <a:off x="6998438" y="5598646"/>
              <a:ext cx="805133" cy="784830"/>
            </a:xfrm>
            <a:prstGeom prst="rect">
              <a:avLst/>
            </a:prstGeom>
            <a:noFill/>
            <a:ln w="28575">
              <a:noFill/>
            </a:ln>
          </p:spPr>
          <p:txBody>
            <a:bodyPr wrap="square" rtlCol="0">
              <a:spAutoFit/>
            </a:bodyPr>
            <a:lstStyle/>
            <a:p>
              <a:pPr algn="ctr">
                <a:spcBef>
                  <a:spcPts val="0"/>
                </a:spcBef>
                <a:spcAft>
                  <a:spcPts val="0"/>
                </a:spcAft>
              </a:pPr>
              <a:endParaRPr lang="en-US" sz="1050" dirty="0"/>
            </a:p>
            <a:p>
              <a:pPr algn="ctr">
                <a:spcBef>
                  <a:spcPts val="0"/>
                </a:spcBef>
                <a:spcAft>
                  <a:spcPts val="0"/>
                </a:spcAft>
              </a:pPr>
              <a:r>
                <a:rPr lang="en-US" sz="2400" dirty="0"/>
                <a:t>990</a:t>
              </a:r>
            </a:p>
            <a:p>
              <a:pPr algn="ctr">
                <a:spcBef>
                  <a:spcPts val="0"/>
                </a:spcBef>
                <a:spcAft>
                  <a:spcPts val="0"/>
                </a:spcAft>
              </a:pPr>
              <a:endParaRPr lang="en-US" sz="1050" dirty="0"/>
            </a:p>
          </p:txBody>
        </p:sp>
      </p:grpSp>
      <p:sp>
        <p:nvSpPr>
          <p:cNvPr id="24" name="TextBox 23">
            <a:extLst>
              <a:ext uri="{FF2B5EF4-FFF2-40B4-BE49-F238E27FC236}">
                <a16:creationId xmlns:a16="http://schemas.microsoft.com/office/drawing/2014/main" id="{79B6BF65-D470-C4D9-DD2D-2AA626441AE9}"/>
              </a:ext>
            </a:extLst>
          </p:cNvPr>
          <p:cNvSpPr txBox="1"/>
          <p:nvPr/>
        </p:nvSpPr>
        <p:spPr>
          <a:xfrm>
            <a:off x="327280" y="5018535"/>
            <a:ext cx="4777270" cy="400110"/>
          </a:xfrm>
          <a:prstGeom prst="rect">
            <a:avLst/>
          </a:prstGeom>
          <a:noFill/>
        </p:spPr>
        <p:txBody>
          <a:bodyPr wrap="none" rtlCol="0">
            <a:spAutoFit/>
          </a:bodyPr>
          <a:lstStyle/>
          <a:p>
            <a:r>
              <a:rPr lang="en-US" b="1" dirty="0"/>
              <a:t>A more streamlined representation: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a:extLst>
              <a:ext uri="{FF2B5EF4-FFF2-40B4-BE49-F238E27FC236}">
                <a16:creationId xmlns:a16="http://schemas.microsoft.com/office/drawing/2014/main" id="{946195DF-7BF0-4671-908A-749789810B03}"/>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8675" name="Rectangle 2">
            <a:extLst>
              <a:ext uri="{FF2B5EF4-FFF2-40B4-BE49-F238E27FC236}">
                <a16:creationId xmlns:a16="http://schemas.microsoft.com/office/drawing/2014/main" id="{F138ADEC-BEC2-459D-AAE9-0C14610FB761}"/>
              </a:ext>
            </a:extLst>
          </p:cNvPr>
          <p:cNvSpPr>
            <a:spLocks noChangeArrowheads="1"/>
          </p:cNvSpPr>
          <p:nvPr/>
        </p:nvSpPr>
        <p:spPr bwMode="auto">
          <a:xfrm>
            <a:off x="366713" y="1508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MS LineDraw" charset="2"/>
            </a:endParaRPr>
          </a:p>
        </p:txBody>
      </p:sp>
      <p:grpSp>
        <p:nvGrpSpPr>
          <p:cNvPr id="2" name="Group 1" descr="reference variable node stores a reference to a ListNode object storing &quot;B&quot; and null. The memory location node stores is 0xF2.">
            <a:extLst>
              <a:ext uri="{FF2B5EF4-FFF2-40B4-BE49-F238E27FC236}">
                <a16:creationId xmlns:a16="http://schemas.microsoft.com/office/drawing/2014/main" id="{6CD26A19-0A70-1610-A2BB-8AF4D12F239A}"/>
              </a:ext>
            </a:extLst>
          </p:cNvPr>
          <p:cNvGrpSpPr/>
          <p:nvPr/>
        </p:nvGrpSpPr>
        <p:grpSpPr>
          <a:xfrm>
            <a:off x="1447800" y="2438400"/>
            <a:ext cx="3804444" cy="1250950"/>
            <a:chOff x="1447800" y="2438400"/>
            <a:chExt cx="3804444" cy="1250950"/>
          </a:xfrm>
        </p:grpSpPr>
        <p:sp>
          <p:nvSpPr>
            <p:cNvPr id="28676" name="Line 3">
              <a:extLst>
                <a:ext uri="{FF2B5EF4-FFF2-40B4-BE49-F238E27FC236}">
                  <a16:creationId xmlns:a16="http://schemas.microsoft.com/office/drawing/2014/main" id="{75493DBE-9CF7-4493-9BEA-C70653FD3BA8}"/>
                </a:ext>
              </a:extLst>
            </p:cNvPr>
            <p:cNvSpPr>
              <a:spLocks noChangeShapeType="1"/>
            </p:cNvSpPr>
            <p:nvPr/>
          </p:nvSpPr>
          <p:spPr bwMode="auto">
            <a:xfrm>
              <a:off x="2667000" y="3276600"/>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7" name="Rectangle 4">
              <a:extLst>
                <a:ext uri="{FF2B5EF4-FFF2-40B4-BE49-F238E27FC236}">
                  <a16:creationId xmlns:a16="http://schemas.microsoft.com/office/drawing/2014/main" id="{E6BB0464-A47E-4CB9-8CDC-0BC34523E860}"/>
                </a:ext>
              </a:extLst>
            </p:cNvPr>
            <p:cNvSpPr>
              <a:spLocks noChangeArrowheads="1"/>
            </p:cNvSpPr>
            <p:nvPr/>
          </p:nvSpPr>
          <p:spPr bwMode="auto">
            <a:xfrm>
              <a:off x="3200400" y="2819400"/>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28678" name="Rectangle 5">
              <a:extLst>
                <a:ext uri="{FF2B5EF4-FFF2-40B4-BE49-F238E27FC236}">
                  <a16:creationId xmlns:a16="http://schemas.microsoft.com/office/drawing/2014/main" id="{1FA7082F-F7C8-4629-A777-FC04FBB24728}"/>
                </a:ext>
              </a:extLst>
            </p:cNvPr>
            <p:cNvSpPr>
              <a:spLocks noChangeArrowheads="1"/>
            </p:cNvSpPr>
            <p:nvPr/>
          </p:nvSpPr>
          <p:spPr bwMode="auto">
            <a:xfrm>
              <a:off x="4114800" y="2819400"/>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28680" name="Text Box 7">
              <a:extLst>
                <a:ext uri="{FF2B5EF4-FFF2-40B4-BE49-F238E27FC236}">
                  <a16:creationId xmlns:a16="http://schemas.microsoft.com/office/drawing/2014/main" id="{0014584C-BCA7-4366-AB6E-8E8BCEB65B49}"/>
                </a:ext>
              </a:extLst>
            </p:cNvPr>
            <p:cNvSpPr txBox="1">
              <a:spLocks noChangeArrowheads="1"/>
            </p:cNvSpPr>
            <p:nvPr/>
          </p:nvSpPr>
          <p:spPr bwMode="auto">
            <a:xfrm>
              <a:off x="3429000" y="2971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B</a:t>
              </a:r>
            </a:p>
          </p:txBody>
        </p:sp>
        <p:sp>
          <p:nvSpPr>
            <p:cNvPr id="28681" name="Text Box 8">
              <a:extLst>
                <a:ext uri="{FF2B5EF4-FFF2-40B4-BE49-F238E27FC236}">
                  <a16:creationId xmlns:a16="http://schemas.microsoft.com/office/drawing/2014/main" id="{45F1F17A-9FA6-4024-8733-BD6D37F5FFB3}"/>
                </a:ext>
              </a:extLst>
            </p:cNvPr>
            <p:cNvSpPr txBox="1">
              <a:spLocks noChangeArrowheads="1"/>
            </p:cNvSpPr>
            <p:nvPr/>
          </p:nvSpPr>
          <p:spPr bwMode="auto">
            <a:xfrm>
              <a:off x="4261644" y="3004997"/>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0000CC"/>
                  </a:solidFill>
                  <a:latin typeface="Tahoma" panose="020B0604030504040204" pitchFamily="34" charset="0"/>
                </a:rPr>
                <a:t>null</a:t>
              </a:r>
            </a:p>
          </p:txBody>
        </p:sp>
        <p:sp>
          <p:nvSpPr>
            <p:cNvPr id="28682" name="Text Box 9">
              <a:extLst>
                <a:ext uri="{FF2B5EF4-FFF2-40B4-BE49-F238E27FC236}">
                  <a16:creationId xmlns:a16="http://schemas.microsoft.com/office/drawing/2014/main" id="{7A0523A3-8911-40AA-A84A-A40C1D191D12}"/>
                </a:ext>
              </a:extLst>
            </p:cNvPr>
            <p:cNvSpPr txBox="1">
              <a:spLocks noChangeArrowheads="1"/>
            </p:cNvSpPr>
            <p:nvPr/>
          </p:nvSpPr>
          <p:spPr bwMode="auto">
            <a:xfrm>
              <a:off x="1447800" y="2895600"/>
              <a:ext cx="129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b="1">
                  <a:latin typeface="Tahoma" panose="020B0604030504040204" pitchFamily="34" charset="0"/>
                </a:rPr>
                <a:t>node</a:t>
              </a:r>
            </a:p>
          </p:txBody>
        </p:sp>
        <p:sp>
          <p:nvSpPr>
            <p:cNvPr id="28683" name="Text Box 10">
              <a:extLst>
                <a:ext uri="{FF2B5EF4-FFF2-40B4-BE49-F238E27FC236}">
                  <a16:creationId xmlns:a16="http://schemas.microsoft.com/office/drawing/2014/main" id="{CCFEAF47-A311-4F48-9428-44CD3A419809}"/>
                </a:ext>
              </a:extLst>
            </p:cNvPr>
            <p:cNvSpPr txBox="1">
              <a:spLocks noChangeArrowheads="1"/>
            </p:cNvSpPr>
            <p:nvPr/>
          </p:nvSpPr>
          <p:spPr bwMode="auto">
            <a:xfrm>
              <a:off x="1600200" y="335280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0xF2</a:t>
              </a:r>
            </a:p>
          </p:txBody>
        </p:sp>
        <p:sp>
          <p:nvSpPr>
            <p:cNvPr id="28684" name="Text Box 11">
              <a:extLst>
                <a:ext uri="{FF2B5EF4-FFF2-40B4-BE49-F238E27FC236}">
                  <a16:creationId xmlns:a16="http://schemas.microsoft.com/office/drawing/2014/main" id="{CAB28DCE-156A-47E1-A446-DCC88FA7ECFC}"/>
                </a:ext>
              </a:extLst>
            </p:cNvPr>
            <p:cNvSpPr txBox="1">
              <a:spLocks noChangeArrowheads="1"/>
            </p:cNvSpPr>
            <p:nvPr/>
          </p:nvSpPr>
          <p:spPr bwMode="auto">
            <a:xfrm>
              <a:off x="3733800" y="243840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0xF2</a:t>
              </a:r>
            </a:p>
          </p:txBody>
        </p:sp>
      </p:grpSp>
      <p:sp>
        <p:nvSpPr>
          <p:cNvPr id="28685" name="WordArt 12">
            <a:extLst>
              <a:ext uri="{FF2B5EF4-FFF2-40B4-BE49-F238E27FC236}">
                <a16:creationId xmlns:a16="http://schemas.microsoft.com/office/drawing/2014/main" id="{32E15CAD-8FA8-4095-ABDE-712A9AE1EC35}"/>
              </a:ext>
            </a:extLst>
          </p:cNvPr>
          <p:cNvSpPr>
            <a:spLocks noChangeArrowheads="1" noChangeShapeType="1" noTextEdit="1"/>
          </p:cNvSpPr>
          <p:nvPr/>
        </p:nvSpPr>
        <p:spPr bwMode="auto">
          <a:xfrm>
            <a:off x="838200" y="762000"/>
            <a:ext cx="75438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A Single Node</a:t>
            </a:r>
          </a:p>
        </p:txBody>
      </p:sp>
      <p:sp>
        <p:nvSpPr>
          <p:cNvPr id="28686" name="Text Box 13">
            <a:extLst>
              <a:ext uri="{FF2B5EF4-FFF2-40B4-BE49-F238E27FC236}">
                <a16:creationId xmlns:a16="http://schemas.microsoft.com/office/drawing/2014/main" id="{10806F20-EE18-4366-9E85-411E462B9D9C}"/>
              </a:ext>
            </a:extLst>
          </p:cNvPr>
          <p:cNvSpPr txBox="1">
            <a:spLocks noChangeArrowheads="1"/>
          </p:cNvSpPr>
          <p:nvPr/>
        </p:nvSpPr>
        <p:spPr bwMode="auto">
          <a:xfrm>
            <a:off x="1371600" y="4114800"/>
            <a:ext cx="5780088"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b="1">
                <a:latin typeface="Tahoma" panose="020B0604030504040204" pitchFamily="34" charset="0"/>
              </a:rPr>
              <a:t>A node typically has a data</a:t>
            </a:r>
          </a:p>
          <a:p>
            <a:pPr eaLnBrk="1" hangingPunct="1">
              <a:spcBef>
                <a:spcPct val="0"/>
              </a:spcBef>
              <a:buFontTx/>
              <a:buNone/>
            </a:pPr>
            <a:r>
              <a:rPr lang="en-US" altLang="en-US" b="1">
                <a:latin typeface="Tahoma" panose="020B0604030504040204" pitchFamily="34" charset="0"/>
              </a:rPr>
              <a:t>component and a reference</a:t>
            </a:r>
          </a:p>
          <a:p>
            <a:pPr eaLnBrk="1" hangingPunct="1">
              <a:spcBef>
                <a:spcPct val="0"/>
              </a:spcBef>
              <a:buFontTx/>
              <a:buNone/>
            </a:pPr>
            <a:r>
              <a:rPr lang="en-US" altLang="en-US" b="1">
                <a:latin typeface="Tahoma" panose="020B0604030504040204" pitchFamily="34" charset="0"/>
              </a:rPr>
              <a:t>to the next node.</a:t>
            </a:r>
          </a:p>
        </p:txBody>
      </p:sp>
    </p:spTree>
    <p:extLst>
      <p:ext uri="{BB962C8B-B14F-4D97-AF65-F5344CB8AC3E}">
        <p14:creationId xmlns:p14="http://schemas.microsoft.com/office/powerpoint/2010/main" val="2239250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a:extLst>
              <a:ext uri="{FF2B5EF4-FFF2-40B4-BE49-F238E27FC236}">
                <a16:creationId xmlns:a16="http://schemas.microsoft.com/office/drawing/2014/main" id="{946195DF-7BF0-4671-908A-749789810B03}"/>
              </a:ext>
            </a:extLst>
          </p:cNvPr>
          <p:cNvSpPr>
            <a:spLocks noGrp="1"/>
          </p:cNvSpPr>
          <p:nvPr>
            <p:ph type="ftr" sz="quarter" idx="12"/>
          </p:nvPr>
        </p:nvSpPr>
        <p:spPr>
          <a:xfrm>
            <a:off x="6248400" y="6320095"/>
            <a:ext cx="2895600" cy="457200"/>
          </a:xfrm>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dirty="0"/>
          </a:p>
          <a:p>
            <a:pPr>
              <a:spcBef>
                <a:spcPct val="0"/>
              </a:spcBef>
              <a:buFontTx/>
              <a:buNone/>
            </a:pPr>
            <a:endParaRPr lang="en-US" altLang="en-US" sz="800" dirty="0">
              <a:latin typeface="Tahoma" panose="020B0604030504040204" pitchFamily="34" charset="0"/>
            </a:endParaRPr>
          </a:p>
          <a:p>
            <a:pPr>
              <a:spcBef>
                <a:spcPct val="0"/>
              </a:spcBef>
              <a:buFontTx/>
              <a:buNone/>
            </a:pPr>
            <a:endParaRPr lang="en-US" altLang="en-US" sz="800" b="1" dirty="0">
              <a:latin typeface="Tahoma" panose="020B0604030504040204" pitchFamily="34" charset="0"/>
            </a:endParaRPr>
          </a:p>
          <a:p>
            <a:pPr>
              <a:spcBef>
                <a:spcPct val="0"/>
              </a:spcBef>
              <a:buFontTx/>
              <a:buNone/>
            </a:pPr>
            <a:r>
              <a:rPr lang="en-US" altLang="en-US" sz="800" b="1" dirty="0">
                <a:latin typeface="Tahoma" panose="020B0604030504040204" pitchFamily="34" charset="0"/>
              </a:rPr>
              <a:t>© A+ Computer Science  -  www.apluscompsci.com</a:t>
            </a:r>
          </a:p>
        </p:txBody>
      </p:sp>
      <p:grpSp>
        <p:nvGrpSpPr>
          <p:cNvPr id="2" name="Group 1" descr="Below is the same description as the last slide, but this image has an arrow leading from the &quot;next&quot; part of the node to the word &quot;null&quot;, whereas the previous image had the word &quot;null&quot; in the &quot;next&quot; part of the node.&#10;&#10;reference variable node stores a reference to a ListNode object storing &quot;B&quot; and null. The memory location node stores is 0xF2.">
            <a:extLst>
              <a:ext uri="{FF2B5EF4-FFF2-40B4-BE49-F238E27FC236}">
                <a16:creationId xmlns:a16="http://schemas.microsoft.com/office/drawing/2014/main" id="{141488A4-2902-2CC1-7104-40CF5328F26E}"/>
              </a:ext>
            </a:extLst>
          </p:cNvPr>
          <p:cNvGrpSpPr/>
          <p:nvPr/>
        </p:nvGrpSpPr>
        <p:grpSpPr>
          <a:xfrm>
            <a:off x="1624385" y="1868227"/>
            <a:ext cx="5215219" cy="1250950"/>
            <a:chOff x="1624385" y="1868227"/>
            <a:chExt cx="5215219" cy="1250950"/>
          </a:xfrm>
        </p:grpSpPr>
        <p:sp>
          <p:nvSpPr>
            <p:cNvPr id="28675" name="Rectangle 2">
              <a:extLst>
                <a:ext uri="{FF2B5EF4-FFF2-40B4-BE49-F238E27FC236}">
                  <a16:creationId xmlns:a16="http://schemas.microsoft.com/office/drawing/2014/main" id="{F138ADEC-BEC2-459D-AAE9-0C14610FB761}"/>
                </a:ext>
              </a:extLst>
            </p:cNvPr>
            <p:cNvSpPr>
              <a:spLocks noChangeArrowheads="1"/>
            </p:cNvSpPr>
            <p:nvPr/>
          </p:nvSpPr>
          <p:spPr bwMode="auto">
            <a:xfrm>
              <a:off x="6655454" y="198810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MS LineDraw" charset="2"/>
              </a:endParaRPr>
            </a:p>
          </p:txBody>
        </p:sp>
        <p:sp>
          <p:nvSpPr>
            <p:cNvPr id="28676" name="Line 3">
              <a:extLst>
                <a:ext uri="{FF2B5EF4-FFF2-40B4-BE49-F238E27FC236}">
                  <a16:creationId xmlns:a16="http://schemas.microsoft.com/office/drawing/2014/main" id="{75493DBE-9CF7-4493-9BEA-C70653FD3BA8}"/>
                </a:ext>
              </a:extLst>
            </p:cNvPr>
            <p:cNvSpPr>
              <a:spLocks noChangeShapeType="1"/>
            </p:cNvSpPr>
            <p:nvPr/>
          </p:nvSpPr>
          <p:spPr bwMode="auto">
            <a:xfrm>
              <a:off x="2843585" y="2706427"/>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7" name="Rectangle 4">
              <a:extLst>
                <a:ext uri="{FF2B5EF4-FFF2-40B4-BE49-F238E27FC236}">
                  <a16:creationId xmlns:a16="http://schemas.microsoft.com/office/drawing/2014/main" id="{E6BB0464-A47E-4CB9-8CDC-0BC34523E860}"/>
                </a:ext>
              </a:extLst>
            </p:cNvPr>
            <p:cNvSpPr>
              <a:spLocks noChangeArrowheads="1"/>
            </p:cNvSpPr>
            <p:nvPr/>
          </p:nvSpPr>
          <p:spPr bwMode="auto">
            <a:xfrm>
              <a:off x="3376985" y="2249227"/>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28678" name="Rectangle 5">
              <a:extLst>
                <a:ext uri="{FF2B5EF4-FFF2-40B4-BE49-F238E27FC236}">
                  <a16:creationId xmlns:a16="http://schemas.microsoft.com/office/drawing/2014/main" id="{1FA7082F-F7C8-4629-A777-FC04FBB24728}"/>
                </a:ext>
              </a:extLst>
            </p:cNvPr>
            <p:cNvSpPr>
              <a:spLocks noChangeArrowheads="1"/>
            </p:cNvSpPr>
            <p:nvPr/>
          </p:nvSpPr>
          <p:spPr bwMode="auto">
            <a:xfrm>
              <a:off x="4291385" y="2249227"/>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28679" name="Line 6">
              <a:extLst>
                <a:ext uri="{FF2B5EF4-FFF2-40B4-BE49-F238E27FC236}">
                  <a16:creationId xmlns:a16="http://schemas.microsoft.com/office/drawing/2014/main" id="{AE029987-C8EA-4EA9-ABBF-67A972BD8569}"/>
                </a:ext>
              </a:extLst>
            </p:cNvPr>
            <p:cNvSpPr>
              <a:spLocks noChangeShapeType="1"/>
            </p:cNvSpPr>
            <p:nvPr/>
          </p:nvSpPr>
          <p:spPr bwMode="auto">
            <a:xfrm>
              <a:off x="4900985" y="2706427"/>
              <a:ext cx="9144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0" name="Text Box 7">
              <a:extLst>
                <a:ext uri="{FF2B5EF4-FFF2-40B4-BE49-F238E27FC236}">
                  <a16:creationId xmlns:a16="http://schemas.microsoft.com/office/drawing/2014/main" id="{0014584C-BCA7-4366-AB6E-8E8BCEB65B49}"/>
                </a:ext>
              </a:extLst>
            </p:cNvPr>
            <p:cNvSpPr txBox="1">
              <a:spLocks noChangeArrowheads="1"/>
            </p:cNvSpPr>
            <p:nvPr/>
          </p:nvSpPr>
          <p:spPr bwMode="auto">
            <a:xfrm>
              <a:off x="3605585" y="2401627"/>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B</a:t>
              </a:r>
            </a:p>
          </p:txBody>
        </p:sp>
        <p:sp>
          <p:nvSpPr>
            <p:cNvPr id="28681" name="Text Box 8">
              <a:extLst>
                <a:ext uri="{FF2B5EF4-FFF2-40B4-BE49-F238E27FC236}">
                  <a16:creationId xmlns:a16="http://schemas.microsoft.com/office/drawing/2014/main" id="{45F1F17A-9FA6-4024-8733-BD6D37F5FFB3}"/>
                </a:ext>
              </a:extLst>
            </p:cNvPr>
            <p:cNvSpPr txBox="1">
              <a:spLocks noChangeArrowheads="1"/>
            </p:cNvSpPr>
            <p:nvPr/>
          </p:nvSpPr>
          <p:spPr bwMode="auto">
            <a:xfrm>
              <a:off x="5815385" y="2477827"/>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0000CC"/>
                  </a:solidFill>
                  <a:latin typeface="Tahoma" panose="020B0604030504040204" pitchFamily="34" charset="0"/>
                </a:rPr>
                <a:t>null</a:t>
              </a:r>
            </a:p>
          </p:txBody>
        </p:sp>
        <p:sp>
          <p:nvSpPr>
            <p:cNvPr id="28682" name="Text Box 9">
              <a:extLst>
                <a:ext uri="{FF2B5EF4-FFF2-40B4-BE49-F238E27FC236}">
                  <a16:creationId xmlns:a16="http://schemas.microsoft.com/office/drawing/2014/main" id="{7A0523A3-8911-40AA-A84A-A40C1D191D12}"/>
                </a:ext>
              </a:extLst>
            </p:cNvPr>
            <p:cNvSpPr txBox="1">
              <a:spLocks noChangeArrowheads="1"/>
            </p:cNvSpPr>
            <p:nvPr/>
          </p:nvSpPr>
          <p:spPr bwMode="auto">
            <a:xfrm>
              <a:off x="1624385" y="2325427"/>
              <a:ext cx="129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b="1" dirty="0">
                  <a:latin typeface="Tahoma" panose="020B0604030504040204" pitchFamily="34" charset="0"/>
                </a:rPr>
                <a:t>node</a:t>
              </a:r>
            </a:p>
          </p:txBody>
        </p:sp>
        <p:sp>
          <p:nvSpPr>
            <p:cNvPr id="28683" name="Text Box 10">
              <a:extLst>
                <a:ext uri="{FF2B5EF4-FFF2-40B4-BE49-F238E27FC236}">
                  <a16:creationId xmlns:a16="http://schemas.microsoft.com/office/drawing/2014/main" id="{CCFEAF47-A311-4F48-9428-44CD3A419809}"/>
                </a:ext>
              </a:extLst>
            </p:cNvPr>
            <p:cNvSpPr txBox="1">
              <a:spLocks noChangeArrowheads="1"/>
            </p:cNvSpPr>
            <p:nvPr/>
          </p:nvSpPr>
          <p:spPr bwMode="auto">
            <a:xfrm>
              <a:off x="1776785" y="2782627"/>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0xF2</a:t>
              </a:r>
            </a:p>
          </p:txBody>
        </p:sp>
        <p:sp>
          <p:nvSpPr>
            <p:cNvPr id="28684" name="Text Box 11">
              <a:extLst>
                <a:ext uri="{FF2B5EF4-FFF2-40B4-BE49-F238E27FC236}">
                  <a16:creationId xmlns:a16="http://schemas.microsoft.com/office/drawing/2014/main" id="{CAB28DCE-156A-47E1-A446-DCC88FA7ECFC}"/>
                </a:ext>
              </a:extLst>
            </p:cNvPr>
            <p:cNvSpPr txBox="1">
              <a:spLocks noChangeArrowheads="1"/>
            </p:cNvSpPr>
            <p:nvPr/>
          </p:nvSpPr>
          <p:spPr bwMode="auto">
            <a:xfrm>
              <a:off x="3910385" y="1868227"/>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0xF2</a:t>
              </a:r>
            </a:p>
          </p:txBody>
        </p:sp>
      </p:grpSp>
      <p:sp>
        <p:nvSpPr>
          <p:cNvPr id="28686" name="Text Box 13">
            <a:extLst>
              <a:ext uri="{FF2B5EF4-FFF2-40B4-BE49-F238E27FC236}">
                <a16:creationId xmlns:a16="http://schemas.microsoft.com/office/drawing/2014/main" id="{10806F20-EE18-4366-9E85-411E462B9D9C}"/>
              </a:ext>
            </a:extLst>
          </p:cNvPr>
          <p:cNvSpPr txBox="1">
            <a:spLocks noChangeArrowheads="1"/>
          </p:cNvSpPr>
          <p:nvPr/>
        </p:nvSpPr>
        <p:spPr bwMode="auto">
          <a:xfrm>
            <a:off x="392748" y="511693"/>
            <a:ext cx="83371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b="1" dirty="0">
                <a:solidFill>
                  <a:srgbClr val="C00000"/>
                </a:solidFill>
                <a:latin typeface="Tahoma" panose="020B0604030504040204" pitchFamily="34" charset="0"/>
              </a:rPr>
              <a:t>Some draw the null reference this way!</a:t>
            </a:r>
          </a:p>
        </p:txBody>
      </p:sp>
      <p:sp>
        <p:nvSpPr>
          <p:cNvPr id="3" name="TextBox 2">
            <a:extLst>
              <a:ext uri="{FF2B5EF4-FFF2-40B4-BE49-F238E27FC236}">
                <a16:creationId xmlns:a16="http://schemas.microsoft.com/office/drawing/2014/main" id="{AC12D104-EB37-C32A-8849-E0E212EAB1BC}"/>
              </a:ext>
            </a:extLst>
          </p:cNvPr>
          <p:cNvSpPr txBox="1"/>
          <p:nvPr/>
        </p:nvSpPr>
        <p:spPr>
          <a:xfrm>
            <a:off x="598392" y="3770574"/>
            <a:ext cx="8142195" cy="2062103"/>
          </a:xfrm>
          <a:prstGeom prst="rect">
            <a:avLst/>
          </a:prstGeom>
          <a:noFill/>
        </p:spPr>
        <p:txBody>
          <a:bodyPr wrap="square">
            <a:spAutoFit/>
          </a:bodyPr>
          <a:lstStyle/>
          <a:p>
            <a:pPr eaLnBrk="1" hangingPunct="1">
              <a:spcBef>
                <a:spcPct val="0"/>
              </a:spcBef>
              <a:buFontTx/>
              <a:buNone/>
            </a:pPr>
            <a:r>
              <a:rPr lang="en-US" altLang="en-US" sz="3200" b="1" dirty="0">
                <a:solidFill>
                  <a:srgbClr val="C00000"/>
                </a:solidFill>
                <a:latin typeface="Tahoma" panose="020B0604030504040204" pitchFamily="34" charset="0"/>
              </a:rPr>
              <a:t>This leads to the misconception that the “B” node points to a node that stores a </a:t>
            </a:r>
            <a:r>
              <a:rPr lang="en-US" altLang="en-US" sz="3200" b="1" i="1" dirty="0">
                <a:solidFill>
                  <a:srgbClr val="C00000"/>
                </a:solidFill>
                <a:latin typeface="Tahoma" panose="020B0604030504040204" pitchFamily="34" charset="0"/>
              </a:rPr>
              <a:t>null</a:t>
            </a:r>
            <a:r>
              <a:rPr lang="en-US" altLang="en-US" sz="3200" b="1" dirty="0">
                <a:solidFill>
                  <a:srgbClr val="C00000"/>
                </a:solidFill>
                <a:latin typeface="Tahoma" panose="020B0604030504040204" pitchFamily="34" charset="0"/>
              </a:rPr>
              <a:t> value, but there simply is no node after the “B” node.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1C1EDB-DCE3-96B9-7BE3-7AA3B3E5326B}"/>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
        <p:nvSpPr>
          <p:cNvPr id="3" name="TextBox 2">
            <a:extLst>
              <a:ext uri="{FF2B5EF4-FFF2-40B4-BE49-F238E27FC236}">
                <a16:creationId xmlns:a16="http://schemas.microsoft.com/office/drawing/2014/main" id="{0C475F22-D24D-A3E8-36E4-595EFD3541A7}"/>
              </a:ext>
            </a:extLst>
          </p:cNvPr>
          <p:cNvSpPr txBox="1"/>
          <p:nvPr/>
        </p:nvSpPr>
        <p:spPr>
          <a:xfrm>
            <a:off x="366889" y="417689"/>
            <a:ext cx="8410222" cy="6001643"/>
          </a:xfrm>
          <a:prstGeom prst="rect">
            <a:avLst/>
          </a:prstGeom>
          <a:noFill/>
        </p:spPr>
        <p:txBody>
          <a:bodyPr wrap="square" rtlCol="0">
            <a:spAutoFit/>
          </a:bodyPr>
          <a:lstStyle/>
          <a:p>
            <a:r>
              <a:rPr lang="en-US" sz="2800" b="1" dirty="0"/>
              <a:t>Contexts we’ll work with:</a:t>
            </a:r>
          </a:p>
          <a:p>
            <a:endParaRPr lang="en-US" dirty="0"/>
          </a:p>
          <a:p>
            <a:pPr marL="342900" indent="-342900">
              <a:buFont typeface="Arial" panose="020B0604020202020204" pitchFamily="34" charset="0"/>
              <a:buChar char="•"/>
            </a:pPr>
            <a:r>
              <a:rPr lang="en-US" sz="2800" dirty="0"/>
              <a:t>Nodes only, which means you only have access to the </a:t>
            </a:r>
            <a:r>
              <a:rPr lang="en-US" sz="2800" dirty="0" err="1">
                <a:latin typeface="Consolas" panose="020B0609020204030204" pitchFamily="49" charset="0"/>
                <a:ea typeface="Source Sans Pro" panose="020B0503030403020204" pitchFamily="34" charset="0"/>
              </a:rPr>
              <a:t>setValue</a:t>
            </a:r>
            <a:r>
              <a:rPr lang="en-US" sz="2800" dirty="0"/>
              <a:t>, </a:t>
            </a:r>
            <a:r>
              <a:rPr lang="en-US" sz="2800" dirty="0" err="1">
                <a:latin typeface="Consolas" panose="020B0609020204030204" pitchFamily="49" charset="0"/>
              </a:rPr>
              <a:t>setNext</a:t>
            </a:r>
            <a:r>
              <a:rPr lang="en-US" sz="2800" dirty="0"/>
              <a:t>, </a:t>
            </a:r>
            <a:r>
              <a:rPr lang="en-US" sz="2800" dirty="0" err="1">
                <a:latin typeface="Consolas" panose="020B0609020204030204" pitchFamily="49" charset="0"/>
              </a:rPr>
              <a:t>getValue</a:t>
            </a:r>
            <a:r>
              <a:rPr lang="en-US" sz="2800" dirty="0"/>
              <a:t>, and </a:t>
            </a:r>
            <a:r>
              <a:rPr lang="en-US" sz="2800" dirty="0" err="1">
                <a:latin typeface="Consolas" panose="020B0609020204030204" pitchFamily="49" charset="0"/>
              </a:rPr>
              <a:t>getNext</a:t>
            </a:r>
            <a:r>
              <a:rPr lang="en-US" sz="2800" dirty="0"/>
              <a:t> methods. There’s no enclosing class, no </a:t>
            </a:r>
            <a:r>
              <a:rPr lang="en-US" sz="2800" dirty="0" err="1"/>
              <a:t>no</a:t>
            </a:r>
            <a:r>
              <a:rPr lang="en-US" sz="2800" dirty="0"/>
              <a:t> </a:t>
            </a:r>
            <a:r>
              <a:rPr lang="en-US" sz="2800" dirty="0">
                <a:latin typeface="Consolas" panose="020B0609020204030204" pitchFamily="49" charset="0"/>
              </a:rPr>
              <a:t>add</a:t>
            </a:r>
            <a:r>
              <a:rPr lang="en-US" sz="2800" dirty="0"/>
              <a:t> or </a:t>
            </a:r>
            <a:r>
              <a:rPr lang="en-US" sz="2800" dirty="0">
                <a:latin typeface="Consolas" panose="020B0609020204030204" pitchFamily="49" charset="0"/>
              </a:rPr>
              <a:t>remove</a:t>
            </a:r>
            <a:r>
              <a:rPr lang="en-US" sz="2800" dirty="0"/>
              <a:t> methods (for example) and no iterators!</a:t>
            </a:r>
          </a:p>
          <a:p>
            <a:pPr marL="342900" indent="-342900">
              <a:buFont typeface="Arial" panose="020B0604020202020204" pitchFamily="34" charset="0"/>
              <a:buChar char="•"/>
            </a:pPr>
            <a:r>
              <a:rPr lang="en-US" sz="2800" dirty="0"/>
              <a:t>Nodes that are stored as instance variables in an enclosing class, so we can access each node’s methods and any methods of our class, but nothing else exists. Still no iterators or for-each loops.</a:t>
            </a:r>
          </a:p>
          <a:p>
            <a:pPr marL="342900" indent="-342900">
              <a:buFont typeface="Arial" panose="020B0604020202020204" pitchFamily="34" charset="0"/>
              <a:buChar char="•"/>
            </a:pPr>
            <a:r>
              <a:rPr lang="en-US" sz="2800" dirty="0"/>
              <a:t>If we’re working with Java’s LinkedList class, then we have access to everything, including iterators and for-each loops.</a:t>
            </a:r>
          </a:p>
        </p:txBody>
      </p:sp>
    </p:spTree>
    <p:extLst>
      <p:ext uri="{BB962C8B-B14F-4D97-AF65-F5344CB8AC3E}">
        <p14:creationId xmlns:p14="http://schemas.microsoft.com/office/powerpoint/2010/main" val="50245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E32363B8-6C31-49E1-A5EA-739D92CB25AB}"/>
              </a:ext>
            </a:extLst>
          </p:cNvPr>
          <p:cNvSpPr>
            <a:spLocks noChangeArrowheads="1"/>
          </p:cNvSpPr>
          <p:nvPr/>
        </p:nvSpPr>
        <p:spPr bwMode="auto">
          <a:xfrm>
            <a:off x="914400" y="1447797"/>
            <a:ext cx="62071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1" dirty="0" err="1">
                <a:latin typeface="Tahoma" panose="020B0604030504040204" pitchFamily="34" charset="0"/>
              </a:rPr>
              <a:t>ListNode</a:t>
            </a:r>
            <a:r>
              <a:rPr lang="en-US" altLang="en-US" sz="2400" b="1" dirty="0">
                <a:latin typeface="Tahoma" panose="020B0604030504040204" pitchFamily="34" charset="0"/>
              </a:rPr>
              <a:t> x = new </a:t>
            </a:r>
            <a:r>
              <a:rPr lang="en-US" altLang="en-US" sz="2400" b="1" dirty="0" err="1">
                <a:latin typeface="Tahoma" panose="020B0604030504040204" pitchFamily="34" charset="0"/>
              </a:rPr>
              <a:t>ListNode</a:t>
            </a:r>
            <a:r>
              <a:rPr lang="en-US" altLang="en-US" sz="2400" b="1" dirty="0">
                <a:latin typeface="Tahoma" panose="020B0604030504040204" pitchFamily="34" charset="0"/>
              </a:rPr>
              <a:t>("10", null);</a:t>
            </a:r>
          </a:p>
          <a:p>
            <a:pPr>
              <a:spcBef>
                <a:spcPct val="0"/>
              </a:spcBef>
              <a:buFontTx/>
              <a:buNone/>
            </a:pPr>
            <a:r>
              <a:rPr lang="en-US" altLang="en-US" sz="2400" b="1" dirty="0" err="1">
                <a:latin typeface="Tahoma" panose="020B0604030504040204" pitchFamily="34" charset="0"/>
              </a:rPr>
              <a:t>ListNode</a:t>
            </a:r>
            <a:r>
              <a:rPr lang="en-US" altLang="en-US" sz="2400" b="1" dirty="0">
                <a:latin typeface="Tahoma" panose="020B0604030504040204" pitchFamily="34" charset="0"/>
              </a:rPr>
              <a:t> y = new </a:t>
            </a:r>
            <a:r>
              <a:rPr lang="en-US" altLang="en-US" sz="2400" b="1" dirty="0" err="1">
                <a:latin typeface="Tahoma" panose="020B0604030504040204" pitchFamily="34" charset="0"/>
              </a:rPr>
              <a:t>ListNode</a:t>
            </a:r>
            <a:r>
              <a:rPr lang="en-US" altLang="en-US" sz="2400" b="1" dirty="0">
                <a:latin typeface="Tahoma" panose="020B0604030504040204" pitchFamily="34" charset="0"/>
              </a:rPr>
              <a:t>("11", x);</a:t>
            </a:r>
          </a:p>
          <a:p>
            <a:pPr>
              <a:spcBef>
                <a:spcPct val="0"/>
              </a:spcBef>
              <a:buFontTx/>
              <a:buNone/>
            </a:pPr>
            <a:r>
              <a:rPr lang="en-US" altLang="en-US" sz="2400" b="1" dirty="0" err="1">
                <a:latin typeface="Tahoma" panose="020B0604030504040204" pitchFamily="34" charset="0"/>
              </a:rPr>
              <a:t>ListNode</a:t>
            </a:r>
            <a:r>
              <a:rPr lang="en-US" altLang="en-US" sz="2400" b="1" dirty="0">
                <a:latin typeface="Tahoma" panose="020B0604030504040204" pitchFamily="34" charset="0"/>
              </a:rPr>
              <a:t> z = new </a:t>
            </a:r>
            <a:r>
              <a:rPr lang="en-US" altLang="en-US" sz="2400" b="1" dirty="0" err="1">
                <a:latin typeface="Tahoma" panose="020B0604030504040204" pitchFamily="34" charset="0"/>
              </a:rPr>
              <a:t>ListNode</a:t>
            </a:r>
            <a:r>
              <a:rPr lang="en-US" altLang="en-US" sz="2400" b="1" dirty="0">
                <a:latin typeface="Tahoma" panose="020B0604030504040204" pitchFamily="34" charset="0"/>
              </a:rPr>
              <a:t>("12", y);</a:t>
            </a:r>
          </a:p>
        </p:txBody>
      </p:sp>
      <p:grpSp>
        <p:nvGrpSpPr>
          <p:cNvPr id="10" name="Group 9">
            <a:extLst>
              <a:ext uri="{FF2B5EF4-FFF2-40B4-BE49-F238E27FC236}">
                <a16:creationId xmlns:a16="http://schemas.microsoft.com/office/drawing/2014/main" id="{21F7E65D-382F-3DF3-2075-F3C723286825}"/>
              </a:ext>
            </a:extLst>
          </p:cNvPr>
          <p:cNvGrpSpPr/>
          <p:nvPr/>
        </p:nvGrpSpPr>
        <p:grpSpPr>
          <a:xfrm>
            <a:off x="361248" y="2892765"/>
            <a:ext cx="8486758" cy="2509856"/>
            <a:chOff x="316092" y="3174990"/>
            <a:chExt cx="8486758" cy="2509856"/>
          </a:xfrm>
        </p:grpSpPr>
        <p:grpSp>
          <p:nvGrpSpPr>
            <p:cNvPr id="7" name="Group 6">
              <a:extLst>
                <a:ext uri="{FF2B5EF4-FFF2-40B4-BE49-F238E27FC236}">
                  <a16:creationId xmlns:a16="http://schemas.microsoft.com/office/drawing/2014/main" id="{55DF6169-83AB-E4EF-32B2-69D10D3200BF}"/>
                </a:ext>
              </a:extLst>
            </p:cNvPr>
            <p:cNvGrpSpPr/>
            <p:nvPr/>
          </p:nvGrpSpPr>
          <p:grpSpPr>
            <a:xfrm>
              <a:off x="1519602" y="4303702"/>
              <a:ext cx="7283248" cy="954107"/>
              <a:chOff x="1203510" y="4981042"/>
              <a:chExt cx="7283248" cy="954107"/>
            </a:xfrm>
          </p:grpSpPr>
          <p:sp>
            <p:nvSpPr>
              <p:cNvPr id="4" name="TextBox 3">
                <a:extLst>
                  <a:ext uri="{FF2B5EF4-FFF2-40B4-BE49-F238E27FC236}">
                    <a16:creationId xmlns:a16="http://schemas.microsoft.com/office/drawing/2014/main" id="{2DC83485-186B-CAD4-A0FD-6E756BD58389}"/>
                  </a:ext>
                </a:extLst>
              </p:cNvPr>
              <p:cNvSpPr txBox="1"/>
              <p:nvPr/>
            </p:nvSpPr>
            <p:spPr>
              <a:xfrm>
                <a:off x="1203510" y="4981042"/>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5" name="TextBox 4">
                <a:extLst>
                  <a:ext uri="{FF2B5EF4-FFF2-40B4-BE49-F238E27FC236}">
                    <a16:creationId xmlns:a16="http://schemas.microsoft.com/office/drawing/2014/main" id="{681BE89D-D6CD-F940-A5E1-DAEB0E189D0F}"/>
                  </a:ext>
                </a:extLst>
              </p:cNvPr>
              <p:cNvSpPr txBox="1"/>
              <p:nvPr/>
            </p:nvSpPr>
            <p:spPr>
              <a:xfrm>
                <a:off x="3668892" y="4981042"/>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6" name="TextBox 5">
                <a:extLst>
                  <a:ext uri="{FF2B5EF4-FFF2-40B4-BE49-F238E27FC236}">
                    <a16:creationId xmlns:a16="http://schemas.microsoft.com/office/drawing/2014/main" id="{DFB173AC-5ADD-FA7A-AFD5-496F3C93E44E}"/>
                  </a:ext>
                </a:extLst>
              </p:cNvPr>
              <p:cNvSpPr txBox="1"/>
              <p:nvPr/>
            </p:nvSpPr>
            <p:spPr>
              <a:xfrm>
                <a:off x="6337468" y="4981042"/>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grpSp>
        <p:sp>
          <p:nvSpPr>
            <p:cNvPr id="93196" name="Rectangle 12">
              <a:extLst>
                <a:ext uri="{FF2B5EF4-FFF2-40B4-BE49-F238E27FC236}">
                  <a16:creationId xmlns:a16="http://schemas.microsoft.com/office/drawing/2014/main" id="{3E0BC32D-3F57-42BB-AA0B-EEDE393FE6A2}"/>
                </a:ext>
              </a:extLst>
            </p:cNvPr>
            <p:cNvSpPr>
              <a:spLocks noChangeArrowheads="1"/>
            </p:cNvSpPr>
            <p:nvPr/>
          </p:nvSpPr>
          <p:spPr bwMode="auto">
            <a:xfrm>
              <a:off x="6640692" y="3479790"/>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93197" name="Rectangle 13">
              <a:extLst>
                <a:ext uri="{FF2B5EF4-FFF2-40B4-BE49-F238E27FC236}">
                  <a16:creationId xmlns:a16="http://schemas.microsoft.com/office/drawing/2014/main" id="{6B56A01B-287C-4F84-8D3A-577F37883059}"/>
                </a:ext>
              </a:extLst>
            </p:cNvPr>
            <p:cNvSpPr>
              <a:spLocks noChangeArrowheads="1"/>
            </p:cNvSpPr>
            <p:nvPr/>
          </p:nvSpPr>
          <p:spPr bwMode="auto">
            <a:xfrm>
              <a:off x="7555092" y="3479790"/>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3200" name="Text Box 16">
              <a:extLst>
                <a:ext uri="{FF2B5EF4-FFF2-40B4-BE49-F238E27FC236}">
                  <a16:creationId xmlns:a16="http://schemas.microsoft.com/office/drawing/2014/main" id="{951DF76F-A357-41EE-BBD5-312E9BD2F5BE}"/>
                </a:ext>
              </a:extLst>
            </p:cNvPr>
            <p:cNvSpPr txBox="1">
              <a:spLocks noChangeArrowheads="1"/>
            </p:cNvSpPr>
            <p:nvPr/>
          </p:nvSpPr>
          <p:spPr bwMode="auto">
            <a:xfrm>
              <a:off x="6716892" y="370839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10</a:t>
              </a:r>
            </a:p>
          </p:txBody>
        </p:sp>
        <p:sp>
          <p:nvSpPr>
            <p:cNvPr id="93209" name="Text Box 25">
              <a:extLst>
                <a:ext uri="{FF2B5EF4-FFF2-40B4-BE49-F238E27FC236}">
                  <a16:creationId xmlns:a16="http://schemas.microsoft.com/office/drawing/2014/main" id="{AC79DB6B-1328-4636-ADA0-732B9D3A87D2}"/>
                </a:ext>
              </a:extLst>
            </p:cNvPr>
            <p:cNvSpPr txBox="1">
              <a:spLocks noChangeArrowheads="1"/>
            </p:cNvSpPr>
            <p:nvPr/>
          </p:nvSpPr>
          <p:spPr bwMode="auto">
            <a:xfrm>
              <a:off x="5878692" y="4814896"/>
              <a:ext cx="57167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b="1" dirty="0">
                  <a:latin typeface="Tahoma" panose="020B0604030504040204" pitchFamily="34" charset="0"/>
                </a:rPr>
                <a:t>x</a:t>
              </a:r>
            </a:p>
          </p:txBody>
        </p:sp>
        <p:sp>
          <p:nvSpPr>
            <p:cNvPr id="93215" name="Text Box 31">
              <a:extLst>
                <a:ext uri="{FF2B5EF4-FFF2-40B4-BE49-F238E27FC236}">
                  <a16:creationId xmlns:a16="http://schemas.microsoft.com/office/drawing/2014/main" id="{69C4D6E4-E8DB-460A-9CCA-CCC599919147}"/>
                </a:ext>
              </a:extLst>
            </p:cNvPr>
            <p:cNvSpPr txBox="1">
              <a:spLocks noChangeArrowheads="1"/>
            </p:cNvSpPr>
            <p:nvPr/>
          </p:nvSpPr>
          <p:spPr bwMode="auto">
            <a:xfrm>
              <a:off x="7174092" y="31749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0x17</a:t>
              </a:r>
            </a:p>
          </p:txBody>
        </p:sp>
        <p:sp>
          <p:nvSpPr>
            <p:cNvPr id="93218" name="Text Box 34">
              <a:extLst>
                <a:ext uri="{FF2B5EF4-FFF2-40B4-BE49-F238E27FC236}">
                  <a16:creationId xmlns:a16="http://schemas.microsoft.com/office/drawing/2014/main" id="{C461ADA9-DD17-493A-9113-AE3A9E1A2409}"/>
                </a:ext>
              </a:extLst>
            </p:cNvPr>
            <p:cNvSpPr txBox="1">
              <a:spLocks noChangeArrowheads="1"/>
            </p:cNvSpPr>
            <p:nvPr/>
          </p:nvSpPr>
          <p:spPr bwMode="auto">
            <a:xfrm>
              <a:off x="7783692" y="3708390"/>
              <a:ext cx="667871"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null</a:t>
              </a:r>
            </a:p>
          </p:txBody>
        </p:sp>
        <p:sp>
          <p:nvSpPr>
            <p:cNvPr id="93221" name="Text Box 37">
              <a:extLst>
                <a:ext uri="{FF2B5EF4-FFF2-40B4-BE49-F238E27FC236}">
                  <a16:creationId xmlns:a16="http://schemas.microsoft.com/office/drawing/2014/main" id="{A84DFD7D-CDC6-447D-9B3A-C12E3756C615}"/>
                </a:ext>
              </a:extLst>
            </p:cNvPr>
            <p:cNvSpPr txBox="1">
              <a:spLocks noChangeArrowheads="1"/>
            </p:cNvSpPr>
            <p:nvPr/>
          </p:nvSpPr>
          <p:spPr bwMode="auto">
            <a:xfrm>
              <a:off x="5748870" y="5345283"/>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0x17</a:t>
              </a:r>
            </a:p>
          </p:txBody>
        </p:sp>
        <p:sp>
          <p:nvSpPr>
            <p:cNvPr id="93241" name="Rectangle 57">
              <a:extLst>
                <a:ext uri="{FF2B5EF4-FFF2-40B4-BE49-F238E27FC236}">
                  <a16:creationId xmlns:a16="http://schemas.microsoft.com/office/drawing/2014/main" id="{DD111D31-915F-4726-B76E-16FE49843A77}"/>
                </a:ext>
              </a:extLst>
            </p:cNvPr>
            <p:cNvSpPr>
              <a:spLocks noChangeArrowheads="1"/>
            </p:cNvSpPr>
            <p:nvPr/>
          </p:nvSpPr>
          <p:spPr bwMode="auto">
            <a:xfrm>
              <a:off x="1611492" y="3479790"/>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3242" name="Rectangle 58">
              <a:extLst>
                <a:ext uri="{FF2B5EF4-FFF2-40B4-BE49-F238E27FC236}">
                  <a16:creationId xmlns:a16="http://schemas.microsoft.com/office/drawing/2014/main" id="{1C8BDB8C-B66E-4E6E-ABE2-5D2304F05A57}"/>
                </a:ext>
              </a:extLst>
            </p:cNvPr>
            <p:cNvSpPr>
              <a:spLocks noChangeArrowheads="1"/>
            </p:cNvSpPr>
            <p:nvPr/>
          </p:nvSpPr>
          <p:spPr bwMode="auto">
            <a:xfrm>
              <a:off x="2525892" y="3479790"/>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3243" name="Line 59">
              <a:extLst>
                <a:ext uri="{FF2B5EF4-FFF2-40B4-BE49-F238E27FC236}">
                  <a16:creationId xmlns:a16="http://schemas.microsoft.com/office/drawing/2014/main" id="{341A5F2B-7276-40D1-8195-8E8EF4618EC0}"/>
                </a:ext>
              </a:extLst>
            </p:cNvPr>
            <p:cNvSpPr>
              <a:spLocks noChangeShapeType="1"/>
            </p:cNvSpPr>
            <p:nvPr/>
          </p:nvSpPr>
          <p:spPr bwMode="auto">
            <a:xfrm>
              <a:off x="3364092" y="3936990"/>
              <a:ext cx="5334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244" name="Rectangle 60">
              <a:extLst>
                <a:ext uri="{FF2B5EF4-FFF2-40B4-BE49-F238E27FC236}">
                  <a16:creationId xmlns:a16="http://schemas.microsoft.com/office/drawing/2014/main" id="{4331EBBF-AF74-44A9-AFA5-8F99766EE7FF}"/>
                </a:ext>
              </a:extLst>
            </p:cNvPr>
            <p:cNvSpPr>
              <a:spLocks noChangeArrowheads="1"/>
            </p:cNvSpPr>
            <p:nvPr/>
          </p:nvSpPr>
          <p:spPr bwMode="auto">
            <a:xfrm>
              <a:off x="3973692" y="3479790"/>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3245" name="Rectangle 61">
              <a:extLst>
                <a:ext uri="{FF2B5EF4-FFF2-40B4-BE49-F238E27FC236}">
                  <a16:creationId xmlns:a16="http://schemas.microsoft.com/office/drawing/2014/main" id="{3073509A-7596-48DF-92A3-0C02FBC7C69E}"/>
                </a:ext>
              </a:extLst>
            </p:cNvPr>
            <p:cNvSpPr>
              <a:spLocks noChangeArrowheads="1"/>
            </p:cNvSpPr>
            <p:nvPr/>
          </p:nvSpPr>
          <p:spPr bwMode="auto">
            <a:xfrm>
              <a:off x="4888092" y="3479790"/>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3246" name="Line 62">
              <a:extLst>
                <a:ext uri="{FF2B5EF4-FFF2-40B4-BE49-F238E27FC236}">
                  <a16:creationId xmlns:a16="http://schemas.microsoft.com/office/drawing/2014/main" id="{C76304D4-EE68-483E-A309-C2B334C461D9}"/>
                </a:ext>
              </a:extLst>
            </p:cNvPr>
            <p:cNvSpPr>
              <a:spLocks noChangeShapeType="1"/>
            </p:cNvSpPr>
            <p:nvPr/>
          </p:nvSpPr>
          <p:spPr bwMode="auto">
            <a:xfrm>
              <a:off x="5726292" y="3936990"/>
              <a:ext cx="5334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247" name="Text Box 63">
              <a:extLst>
                <a:ext uri="{FF2B5EF4-FFF2-40B4-BE49-F238E27FC236}">
                  <a16:creationId xmlns:a16="http://schemas.microsoft.com/office/drawing/2014/main" id="{1FF3A8F8-0CBE-4469-B9A1-51952227895E}"/>
                </a:ext>
              </a:extLst>
            </p:cNvPr>
            <p:cNvSpPr txBox="1">
              <a:spLocks noChangeArrowheads="1"/>
            </p:cNvSpPr>
            <p:nvPr/>
          </p:nvSpPr>
          <p:spPr bwMode="auto">
            <a:xfrm>
              <a:off x="4049892" y="370839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11</a:t>
              </a:r>
            </a:p>
          </p:txBody>
        </p:sp>
        <p:sp>
          <p:nvSpPr>
            <p:cNvPr id="93248" name="Text Box 64">
              <a:extLst>
                <a:ext uri="{FF2B5EF4-FFF2-40B4-BE49-F238E27FC236}">
                  <a16:creationId xmlns:a16="http://schemas.microsoft.com/office/drawing/2014/main" id="{25737533-1272-4A92-B77A-E42FEB91BE2D}"/>
                </a:ext>
              </a:extLst>
            </p:cNvPr>
            <p:cNvSpPr txBox="1">
              <a:spLocks noChangeArrowheads="1"/>
            </p:cNvSpPr>
            <p:nvPr/>
          </p:nvSpPr>
          <p:spPr bwMode="auto">
            <a:xfrm>
              <a:off x="1687692" y="370839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12</a:t>
              </a:r>
            </a:p>
          </p:txBody>
        </p:sp>
        <p:sp>
          <p:nvSpPr>
            <p:cNvPr id="93249" name="Text Box 65">
              <a:extLst>
                <a:ext uri="{FF2B5EF4-FFF2-40B4-BE49-F238E27FC236}">
                  <a16:creationId xmlns:a16="http://schemas.microsoft.com/office/drawing/2014/main" id="{EAADA115-0BB0-4242-8516-E4F03F311B2D}"/>
                </a:ext>
              </a:extLst>
            </p:cNvPr>
            <p:cNvSpPr txBox="1">
              <a:spLocks noChangeArrowheads="1"/>
            </p:cNvSpPr>
            <p:nvPr/>
          </p:nvSpPr>
          <p:spPr bwMode="auto">
            <a:xfrm>
              <a:off x="3402192" y="4814896"/>
              <a:ext cx="46849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b="1" dirty="0">
                  <a:latin typeface="Tahoma" panose="020B0604030504040204" pitchFamily="34" charset="0"/>
                </a:rPr>
                <a:t>y</a:t>
              </a:r>
            </a:p>
          </p:txBody>
        </p:sp>
        <p:sp>
          <p:nvSpPr>
            <p:cNvPr id="93250" name="Text Box 66">
              <a:extLst>
                <a:ext uri="{FF2B5EF4-FFF2-40B4-BE49-F238E27FC236}">
                  <a16:creationId xmlns:a16="http://schemas.microsoft.com/office/drawing/2014/main" id="{DCA76FFA-4414-46AF-AD6C-4E1BB8D17937}"/>
                </a:ext>
              </a:extLst>
            </p:cNvPr>
            <p:cNvSpPr txBox="1">
              <a:spLocks noChangeArrowheads="1"/>
            </p:cNvSpPr>
            <p:nvPr/>
          </p:nvSpPr>
          <p:spPr bwMode="auto">
            <a:xfrm>
              <a:off x="468492" y="363219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b="1">
                  <a:latin typeface="Tahoma" panose="020B0604030504040204" pitchFamily="34" charset="0"/>
                </a:rPr>
                <a:t>z</a:t>
              </a:r>
            </a:p>
          </p:txBody>
        </p:sp>
        <p:sp>
          <p:nvSpPr>
            <p:cNvPr id="93251" name="Text Box 67">
              <a:extLst>
                <a:ext uri="{FF2B5EF4-FFF2-40B4-BE49-F238E27FC236}">
                  <a16:creationId xmlns:a16="http://schemas.microsoft.com/office/drawing/2014/main" id="{27CE9588-3B74-47AB-B38D-0BCF6034C431}"/>
                </a:ext>
              </a:extLst>
            </p:cNvPr>
            <p:cNvSpPr txBox="1">
              <a:spLocks noChangeArrowheads="1"/>
            </p:cNvSpPr>
            <p:nvPr/>
          </p:nvSpPr>
          <p:spPr bwMode="auto">
            <a:xfrm>
              <a:off x="316092" y="40893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0x12</a:t>
              </a:r>
            </a:p>
          </p:txBody>
        </p:sp>
        <p:sp>
          <p:nvSpPr>
            <p:cNvPr id="93252" name="Line 68">
              <a:extLst>
                <a:ext uri="{FF2B5EF4-FFF2-40B4-BE49-F238E27FC236}">
                  <a16:creationId xmlns:a16="http://schemas.microsoft.com/office/drawing/2014/main" id="{AA587DBA-EF24-4739-B9DC-8B07AFE5A28C}"/>
                </a:ext>
              </a:extLst>
            </p:cNvPr>
            <p:cNvSpPr>
              <a:spLocks noChangeShapeType="1"/>
            </p:cNvSpPr>
            <p:nvPr/>
          </p:nvSpPr>
          <p:spPr bwMode="auto">
            <a:xfrm>
              <a:off x="1078092" y="3936990"/>
              <a:ext cx="5334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253" name="Text Box 69">
              <a:extLst>
                <a:ext uri="{FF2B5EF4-FFF2-40B4-BE49-F238E27FC236}">
                  <a16:creationId xmlns:a16="http://schemas.microsoft.com/office/drawing/2014/main" id="{4094D04E-707A-46B0-A85F-16742D6E746B}"/>
                </a:ext>
              </a:extLst>
            </p:cNvPr>
            <p:cNvSpPr txBox="1">
              <a:spLocks noChangeArrowheads="1"/>
            </p:cNvSpPr>
            <p:nvPr/>
          </p:nvSpPr>
          <p:spPr bwMode="auto">
            <a:xfrm>
              <a:off x="2068692" y="31749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0x12</a:t>
              </a:r>
            </a:p>
          </p:txBody>
        </p:sp>
        <p:sp>
          <p:nvSpPr>
            <p:cNvPr id="93254" name="Text Box 70">
              <a:extLst>
                <a:ext uri="{FF2B5EF4-FFF2-40B4-BE49-F238E27FC236}">
                  <a16:creationId xmlns:a16="http://schemas.microsoft.com/office/drawing/2014/main" id="{F58392D4-1F7F-4C5B-8961-86235A137568}"/>
                </a:ext>
              </a:extLst>
            </p:cNvPr>
            <p:cNvSpPr txBox="1">
              <a:spLocks noChangeArrowheads="1"/>
            </p:cNvSpPr>
            <p:nvPr/>
          </p:nvSpPr>
          <p:spPr bwMode="auto">
            <a:xfrm>
              <a:off x="4430892" y="31749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0x15</a:t>
              </a:r>
            </a:p>
          </p:txBody>
        </p:sp>
        <p:sp>
          <p:nvSpPr>
            <p:cNvPr id="93255" name="Text Box 71">
              <a:extLst>
                <a:ext uri="{FF2B5EF4-FFF2-40B4-BE49-F238E27FC236}">
                  <a16:creationId xmlns:a16="http://schemas.microsoft.com/office/drawing/2014/main" id="{3663D850-59BF-42B3-9E64-A133CBDC0A3E}"/>
                </a:ext>
              </a:extLst>
            </p:cNvPr>
            <p:cNvSpPr txBox="1">
              <a:spLocks noChangeArrowheads="1"/>
            </p:cNvSpPr>
            <p:nvPr/>
          </p:nvSpPr>
          <p:spPr bwMode="auto">
            <a:xfrm>
              <a:off x="2678292" y="37083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0x15</a:t>
              </a:r>
            </a:p>
          </p:txBody>
        </p:sp>
        <p:sp>
          <p:nvSpPr>
            <p:cNvPr id="93256" name="Text Box 72">
              <a:extLst>
                <a:ext uri="{FF2B5EF4-FFF2-40B4-BE49-F238E27FC236}">
                  <a16:creationId xmlns:a16="http://schemas.microsoft.com/office/drawing/2014/main" id="{E1F67665-A599-4415-93C3-7D0A4BEDA0B2}"/>
                </a:ext>
              </a:extLst>
            </p:cNvPr>
            <p:cNvSpPr txBox="1">
              <a:spLocks noChangeArrowheads="1"/>
            </p:cNvSpPr>
            <p:nvPr/>
          </p:nvSpPr>
          <p:spPr bwMode="auto">
            <a:xfrm>
              <a:off x="4964292" y="3708390"/>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0x17</a:t>
              </a:r>
            </a:p>
          </p:txBody>
        </p:sp>
        <p:sp>
          <p:nvSpPr>
            <p:cNvPr id="93257" name="Text Box 73">
              <a:extLst>
                <a:ext uri="{FF2B5EF4-FFF2-40B4-BE49-F238E27FC236}">
                  <a16:creationId xmlns:a16="http://schemas.microsoft.com/office/drawing/2014/main" id="{6685E6B7-BAD4-4AA6-AC39-8DE5B70D8C95}"/>
                </a:ext>
              </a:extLst>
            </p:cNvPr>
            <p:cNvSpPr txBox="1">
              <a:spLocks noChangeArrowheads="1"/>
            </p:cNvSpPr>
            <p:nvPr/>
          </p:nvSpPr>
          <p:spPr bwMode="auto">
            <a:xfrm>
              <a:off x="3244149" y="534829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0x15</a:t>
              </a:r>
            </a:p>
          </p:txBody>
        </p:sp>
        <p:sp>
          <p:nvSpPr>
            <p:cNvPr id="93258" name="Line 74">
              <a:extLst>
                <a:ext uri="{FF2B5EF4-FFF2-40B4-BE49-F238E27FC236}">
                  <a16:creationId xmlns:a16="http://schemas.microsoft.com/office/drawing/2014/main" id="{D6E22B71-2D20-458F-9949-27FFE7AB279A}"/>
                </a:ext>
              </a:extLst>
            </p:cNvPr>
            <p:cNvSpPr>
              <a:spLocks noChangeShapeType="1"/>
            </p:cNvSpPr>
            <p:nvPr/>
          </p:nvSpPr>
          <p:spPr bwMode="auto">
            <a:xfrm flipV="1">
              <a:off x="3668892" y="4339878"/>
              <a:ext cx="316092" cy="56675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74">
              <a:extLst>
                <a:ext uri="{FF2B5EF4-FFF2-40B4-BE49-F238E27FC236}">
                  <a16:creationId xmlns:a16="http://schemas.microsoft.com/office/drawing/2014/main" id="{D16201F5-8933-F844-A9BC-2AB1384538F4}"/>
                </a:ext>
              </a:extLst>
            </p:cNvPr>
            <p:cNvSpPr>
              <a:spLocks noChangeShapeType="1"/>
            </p:cNvSpPr>
            <p:nvPr/>
          </p:nvSpPr>
          <p:spPr bwMode="auto">
            <a:xfrm flipV="1">
              <a:off x="6248400" y="4320827"/>
              <a:ext cx="316092" cy="56675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Text Box 16">
            <a:extLst>
              <a:ext uri="{FF2B5EF4-FFF2-40B4-BE49-F238E27FC236}">
                <a16:creationId xmlns:a16="http://schemas.microsoft.com/office/drawing/2014/main" id="{957C345F-ABB9-6B4F-AE76-5EFDC0E28C57}"/>
              </a:ext>
            </a:extLst>
          </p:cNvPr>
          <p:cNvSpPr txBox="1">
            <a:spLocks noChangeArrowheads="1"/>
          </p:cNvSpPr>
          <p:nvPr/>
        </p:nvSpPr>
        <p:spPr bwMode="auto">
          <a:xfrm>
            <a:off x="1410825" y="353976"/>
            <a:ext cx="6248400"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b="1" dirty="0">
                <a:solidFill>
                  <a:schemeClr val="accent2"/>
                </a:solidFill>
                <a:latin typeface="Tahoma" panose="020B0604030504040204" pitchFamily="34" charset="0"/>
              </a:rPr>
              <a:t>Call node methods directly</a:t>
            </a:r>
          </a:p>
        </p:txBody>
      </p:sp>
      <p:sp>
        <p:nvSpPr>
          <p:cNvPr id="11" name="TextBox 10">
            <a:extLst>
              <a:ext uri="{FF2B5EF4-FFF2-40B4-BE49-F238E27FC236}">
                <a16:creationId xmlns:a16="http://schemas.microsoft.com/office/drawing/2014/main" id="{A5102456-06A4-4F53-619B-09DD8A63397E}"/>
              </a:ext>
            </a:extLst>
          </p:cNvPr>
          <p:cNvSpPr txBox="1"/>
          <p:nvPr/>
        </p:nvSpPr>
        <p:spPr>
          <a:xfrm>
            <a:off x="573088" y="5660944"/>
            <a:ext cx="7492832" cy="830997"/>
          </a:xfrm>
          <a:prstGeom prst="rect">
            <a:avLst/>
          </a:prstGeom>
          <a:noFill/>
        </p:spPr>
        <p:txBody>
          <a:bodyPr wrap="square">
            <a:spAutoFit/>
          </a:bodyPr>
          <a:lstStyle/>
          <a:p>
            <a:pPr eaLnBrk="1" hangingPunct="1">
              <a:spcBef>
                <a:spcPct val="0"/>
              </a:spcBef>
              <a:buFontTx/>
              <a:buNone/>
              <a:tabLst>
                <a:tab pos="5949950" algn="l"/>
              </a:tabLst>
            </a:pPr>
            <a:r>
              <a:rPr lang="en-US" altLang="en-US" sz="2400" b="1" dirty="0" err="1">
                <a:latin typeface="Tahoma" panose="020B0604030504040204" pitchFamily="34" charset="0"/>
              </a:rPr>
              <a:t>out.println</a:t>
            </a:r>
            <a:r>
              <a:rPr lang="en-US" altLang="en-US" sz="2400" b="1" dirty="0">
                <a:latin typeface="Tahoma" panose="020B0604030504040204" pitchFamily="34" charset="0"/>
              </a:rPr>
              <a:t>(</a:t>
            </a:r>
            <a:r>
              <a:rPr lang="en-US" altLang="en-US" sz="2400" b="1" dirty="0" err="1">
                <a:latin typeface="Tahoma" panose="020B0604030504040204" pitchFamily="34" charset="0"/>
              </a:rPr>
              <a:t>y.getValue</a:t>
            </a:r>
            <a:r>
              <a:rPr lang="en-US" altLang="en-US" sz="2400" b="1" dirty="0">
                <a:latin typeface="Tahoma" panose="020B0604030504040204" pitchFamily="34" charset="0"/>
              </a:rPr>
              <a:t>());	11</a:t>
            </a:r>
          </a:p>
          <a:p>
            <a:pPr eaLnBrk="1" hangingPunct="1">
              <a:spcBef>
                <a:spcPct val="0"/>
              </a:spcBef>
              <a:buFontTx/>
              <a:buNone/>
              <a:tabLst>
                <a:tab pos="5949950" algn="l"/>
              </a:tabLst>
            </a:pPr>
            <a:r>
              <a:rPr lang="en-US" altLang="en-US" sz="2400" b="1" dirty="0" err="1">
                <a:latin typeface="Tahoma" panose="020B0604030504040204" pitchFamily="34" charset="0"/>
              </a:rPr>
              <a:t>out.println</a:t>
            </a:r>
            <a:r>
              <a:rPr lang="en-US" altLang="en-US" sz="2400" b="1" dirty="0">
                <a:latin typeface="Tahoma" panose="020B0604030504040204" pitchFamily="34" charset="0"/>
              </a:rPr>
              <a:t>(</a:t>
            </a:r>
            <a:r>
              <a:rPr lang="en-US" altLang="en-US" sz="2400" b="1" dirty="0" err="1"/>
              <a:t>z</a:t>
            </a:r>
            <a:r>
              <a:rPr lang="en-US" altLang="en-US" sz="2400" b="1" dirty="0" err="1">
                <a:latin typeface="Tahoma" panose="020B0604030504040204" pitchFamily="34" charset="0"/>
              </a:rPr>
              <a:t>.getNext</a:t>
            </a:r>
            <a:r>
              <a:rPr lang="en-US" altLang="en-US" sz="2400" b="1" dirty="0">
                <a:latin typeface="Tahoma" panose="020B0604030504040204" pitchFamily="34" charset="0"/>
              </a:rPr>
              <a:t>().</a:t>
            </a:r>
            <a:r>
              <a:rPr lang="en-US" altLang="en-US" sz="2400" b="1" dirty="0" err="1">
                <a:latin typeface="Tahoma" panose="020B0604030504040204" pitchFamily="34" charset="0"/>
              </a:rPr>
              <a:t>getValue</a:t>
            </a:r>
            <a:r>
              <a:rPr lang="en-US" altLang="en-US" sz="2400" b="1" dirty="0">
                <a:latin typeface="Tahoma" panose="020B0604030504040204" pitchFamily="34" charset="0"/>
              </a:rPr>
              <a:t>());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47D713E-20DE-FB02-B7AB-3AED25C605B6}"/>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
        <p:nvSpPr>
          <p:cNvPr id="3" name="Footer Placeholder 3">
            <a:extLst>
              <a:ext uri="{FF2B5EF4-FFF2-40B4-BE49-F238E27FC236}">
                <a16:creationId xmlns:a16="http://schemas.microsoft.com/office/drawing/2014/main" id="{5324A98F-B568-1460-5AB2-372030D8BBB1}"/>
              </a:ext>
            </a:extLst>
          </p:cNvPr>
          <p:cNvSpPr txBox="1">
            <a:spLocks/>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ctr" rtl="0" eaLnBrk="1" fontAlgn="base" hangingPunct="1">
              <a:spcBef>
                <a:spcPct val="20000"/>
              </a:spcBef>
              <a:spcAft>
                <a:spcPct val="0"/>
              </a:spcAft>
              <a:buChar char="•"/>
              <a:defRPr sz="3200" b="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grpSp>
        <p:nvGrpSpPr>
          <p:cNvPr id="7" name="Group 6" descr="front = 0xB3A&#10;0xB3A --&gt; pig, 0x2CB&#10;0x2CB --&gt; dog, 0xFEA&#10;0xFEA --&gt; cat, null&#10;&#10;Normal representation:&#10;front --&gt; pig --&gt; dog --&gt; cat --&gt; null">
            <a:extLst>
              <a:ext uri="{FF2B5EF4-FFF2-40B4-BE49-F238E27FC236}">
                <a16:creationId xmlns:a16="http://schemas.microsoft.com/office/drawing/2014/main" id="{1A4AB6BE-B661-4392-A940-4FCDC856762C}"/>
              </a:ext>
            </a:extLst>
          </p:cNvPr>
          <p:cNvGrpSpPr/>
          <p:nvPr/>
        </p:nvGrpSpPr>
        <p:grpSpPr>
          <a:xfrm>
            <a:off x="396690" y="1807217"/>
            <a:ext cx="8305800" cy="1143000"/>
            <a:chOff x="396690" y="2608729"/>
            <a:chExt cx="8305800" cy="1143000"/>
          </a:xfrm>
        </p:grpSpPr>
        <p:sp>
          <p:nvSpPr>
            <p:cNvPr id="8" name="Rectangle 3">
              <a:extLst>
                <a:ext uri="{FF2B5EF4-FFF2-40B4-BE49-F238E27FC236}">
                  <a16:creationId xmlns:a16="http://schemas.microsoft.com/office/drawing/2014/main" id="{D600C107-5401-3FFC-F3C8-5AC222A704B8}"/>
                </a:ext>
              </a:extLst>
            </p:cNvPr>
            <p:cNvSpPr>
              <a:spLocks noChangeArrowheads="1"/>
            </p:cNvSpPr>
            <p:nvPr/>
          </p:nvSpPr>
          <p:spPr bwMode="auto">
            <a:xfrm>
              <a:off x="23016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 name="Rectangle 4">
              <a:extLst>
                <a:ext uri="{FF2B5EF4-FFF2-40B4-BE49-F238E27FC236}">
                  <a16:creationId xmlns:a16="http://schemas.microsoft.com/office/drawing/2014/main" id="{E9C92092-6604-F4B0-19F0-EF2B1369230C}"/>
                </a:ext>
              </a:extLst>
            </p:cNvPr>
            <p:cNvSpPr>
              <a:spLocks noChangeArrowheads="1"/>
            </p:cNvSpPr>
            <p:nvPr/>
          </p:nvSpPr>
          <p:spPr bwMode="auto">
            <a:xfrm>
              <a:off x="32160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0" name="Rectangle 5">
              <a:extLst>
                <a:ext uri="{FF2B5EF4-FFF2-40B4-BE49-F238E27FC236}">
                  <a16:creationId xmlns:a16="http://schemas.microsoft.com/office/drawing/2014/main" id="{C0C8430B-EAB8-CF8E-AE40-E3D4A8593FEC}"/>
                </a:ext>
              </a:extLst>
            </p:cNvPr>
            <p:cNvSpPr>
              <a:spLocks noChangeArrowheads="1"/>
            </p:cNvSpPr>
            <p:nvPr/>
          </p:nvSpPr>
          <p:spPr bwMode="auto">
            <a:xfrm>
              <a:off x="45114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1" name="Rectangle 6">
              <a:extLst>
                <a:ext uri="{FF2B5EF4-FFF2-40B4-BE49-F238E27FC236}">
                  <a16:creationId xmlns:a16="http://schemas.microsoft.com/office/drawing/2014/main" id="{C81F82E2-B914-BAFA-0276-855E2F44C737}"/>
                </a:ext>
              </a:extLst>
            </p:cNvPr>
            <p:cNvSpPr>
              <a:spLocks noChangeArrowheads="1"/>
            </p:cNvSpPr>
            <p:nvPr/>
          </p:nvSpPr>
          <p:spPr bwMode="auto">
            <a:xfrm>
              <a:off x="54258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2" name="Rectangle 7">
              <a:extLst>
                <a:ext uri="{FF2B5EF4-FFF2-40B4-BE49-F238E27FC236}">
                  <a16:creationId xmlns:a16="http://schemas.microsoft.com/office/drawing/2014/main" id="{C255382B-2DA4-F20D-E943-29DA2EE7D982}"/>
                </a:ext>
              </a:extLst>
            </p:cNvPr>
            <p:cNvSpPr>
              <a:spLocks noChangeArrowheads="1"/>
            </p:cNvSpPr>
            <p:nvPr/>
          </p:nvSpPr>
          <p:spPr bwMode="auto">
            <a:xfrm>
              <a:off x="67212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13" name="Rectangle 8">
              <a:extLst>
                <a:ext uri="{FF2B5EF4-FFF2-40B4-BE49-F238E27FC236}">
                  <a16:creationId xmlns:a16="http://schemas.microsoft.com/office/drawing/2014/main" id="{E3B98A39-7A1C-AEAB-5958-87C580BEF2B9}"/>
                </a:ext>
              </a:extLst>
            </p:cNvPr>
            <p:cNvSpPr>
              <a:spLocks noChangeArrowheads="1"/>
            </p:cNvSpPr>
            <p:nvPr/>
          </p:nvSpPr>
          <p:spPr bwMode="auto">
            <a:xfrm>
              <a:off x="76356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4" name="Text Box 9">
              <a:extLst>
                <a:ext uri="{FF2B5EF4-FFF2-40B4-BE49-F238E27FC236}">
                  <a16:creationId xmlns:a16="http://schemas.microsoft.com/office/drawing/2014/main" id="{148ABA36-845C-62A3-F0D6-7999481251F3}"/>
                </a:ext>
              </a:extLst>
            </p:cNvPr>
            <p:cNvSpPr txBox="1">
              <a:spLocks noChangeArrowheads="1"/>
            </p:cNvSpPr>
            <p:nvPr/>
          </p:nvSpPr>
          <p:spPr bwMode="auto">
            <a:xfrm>
              <a:off x="67974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cat</a:t>
              </a:r>
            </a:p>
          </p:txBody>
        </p:sp>
        <p:sp>
          <p:nvSpPr>
            <p:cNvPr id="15" name="Text Box 10">
              <a:extLst>
                <a:ext uri="{FF2B5EF4-FFF2-40B4-BE49-F238E27FC236}">
                  <a16:creationId xmlns:a16="http://schemas.microsoft.com/office/drawing/2014/main" id="{0B77F81D-F736-602A-BCE2-B8F5244C221D}"/>
                </a:ext>
              </a:extLst>
            </p:cNvPr>
            <p:cNvSpPr txBox="1">
              <a:spLocks noChangeArrowheads="1"/>
            </p:cNvSpPr>
            <p:nvPr/>
          </p:nvSpPr>
          <p:spPr bwMode="auto">
            <a:xfrm>
              <a:off x="45876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dog</a:t>
              </a:r>
            </a:p>
          </p:txBody>
        </p:sp>
        <p:sp>
          <p:nvSpPr>
            <p:cNvPr id="16" name="Text Box 11">
              <a:extLst>
                <a:ext uri="{FF2B5EF4-FFF2-40B4-BE49-F238E27FC236}">
                  <a16:creationId xmlns:a16="http://schemas.microsoft.com/office/drawing/2014/main" id="{9676BDCF-4645-BE6C-6292-F306566C2967}"/>
                </a:ext>
              </a:extLst>
            </p:cNvPr>
            <p:cNvSpPr txBox="1">
              <a:spLocks noChangeArrowheads="1"/>
            </p:cNvSpPr>
            <p:nvPr/>
          </p:nvSpPr>
          <p:spPr bwMode="auto">
            <a:xfrm>
              <a:off x="23778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pig</a:t>
              </a:r>
            </a:p>
          </p:txBody>
        </p:sp>
        <p:sp>
          <p:nvSpPr>
            <p:cNvPr id="17" name="Text Box 13">
              <a:extLst>
                <a:ext uri="{FF2B5EF4-FFF2-40B4-BE49-F238E27FC236}">
                  <a16:creationId xmlns:a16="http://schemas.microsoft.com/office/drawing/2014/main" id="{2EA0F4F5-9C0D-9CDB-10B0-F2B3980368F8}"/>
                </a:ext>
              </a:extLst>
            </p:cNvPr>
            <p:cNvSpPr txBox="1">
              <a:spLocks noChangeArrowheads="1"/>
            </p:cNvSpPr>
            <p:nvPr/>
          </p:nvSpPr>
          <p:spPr bwMode="auto">
            <a:xfrm>
              <a:off x="7711890" y="3142129"/>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null</a:t>
              </a:r>
            </a:p>
          </p:txBody>
        </p:sp>
        <p:sp>
          <p:nvSpPr>
            <p:cNvPr id="18" name="Text Box 18">
              <a:extLst>
                <a:ext uri="{FF2B5EF4-FFF2-40B4-BE49-F238E27FC236}">
                  <a16:creationId xmlns:a16="http://schemas.microsoft.com/office/drawing/2014/main" id="{1EA87850-19BB-FBC0-EF64-84AD25364580}"/>
                </a:ext>
              </a:extLst>
            </p:cNvPr>
            <p:cNvSpPr txBox="1">
              <a:spLocks noChangeArrowheads="1"/>
            </p:cNvSpPr>
            <p:nvPr/>
          </p:nvSpPr>
          <p:spPr bwMode="auto">
            <a:xfrm>
              <a:off x="26826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0xB3A</a:t>
              </a:r>
            </a:p>
          </p:txBody>
        </p:sp>
        <p:sp>
          <p:nvSpPr>
            <p:cNvPr id="19" name="Line 19">
              <a:extLst>
                <a:ext uri="{FF2B5EF4-FFF2-40B4-BE49-F238E27FC236}">
                  <a16:creationId xmlns:a16="http://schemas.microsoft.com/office/drawing/2014/main" id="{599FAFD8-31C7-1D9E-04FD-586F7C0354FF}"/>
                </a:ext>
              </a:extLst>
            </p:cNvPr>
            <p:cNvSpPr>
              <a:spLocks noChangeShapeType="1"/>
            </p:cNvSpPr>
            <p:nvPr/>
          </p:nvSpPr>
          <p:spPr bwMode="auto">
            <a:xfrm>
              <a:off x="4054290" y="3370729"/>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Text Box 23">
              <a:extLst>
                <a:ext uri="{FF2B5EF4-FFF2-40B4-BE49-F238E27FC236}">
                  <a16:creationId xmlns:a16="http://schemas.microsoft.com/office/drawing/2014/main" id="{19868A1A-80BB-5717-A62D-63EABE3AB0F5}"/>
                </a:ext>
              </a:extLst>
            </p:cNvPr>
            <p:cNvSpPr txBox="1">
              <a:spLocks noChangeArrowheads="1"/>
            </p:cNvSpPr>
            <p:nvPr/>
          </p:nvSpPr>
          <p:spPr bwMode="auto">
            <a:xfrm>
              <a:off x="48924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1" name="Text Box 24">
              <a:extLst>
                <a:ext uri="{FF2B5EF4-FFF2-40B4-BE49-F238E27FC236}">
                  <a16:creationId xmlns:a16="http://schemas.microsoft.com/office/drawing/2014/main" id="{19A69977-FA3D-EEB8-1436-8AEEAEB4CFD4}"/>
                </a:ext>
              </a:extLst>
            </p:cNvPr>
            <p:cNvSpPr txBox="1">
              <a:spLocks noChangeArrowheads="1"/>
            </p:cNvSpPr>
            <p:nvPr/>
          </p:nvSpPr>
          <p:spPr bwMode="auto">
            <a:xfrm>
              <a:off x="71784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2" name="Line 25">
              <a:extLst>
                <a:ext uri="{FF2B5EF4-FFF2-40B4-BE49-F238E27FC236}">
                  <a16:creationId xmlns:a16="http://schemas.microsoft.com/office/drawing/2014/main" id="{CEA1F839-4A66-1A92-8D68-2E166727B4F9}"/>
                </a:ext>
              </a:extLst>
            </p:cNvPr>
            <p:cNvSpPr>
              <a:spLocks noChangeShapeType="1"/>
            </p:cNvSpPr>
            <p:nvPr/>
          </p:nvSpPr>
          <p:spPr bwMode="auto">
            <a:xfrm>
              <a:off x="6264090" y="3370729"/>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7">
              <a:extLst>
                <a:ext uri="{FF2B5EF4-FFF2-40B4-BE49-F238E27FC236}">
                  <a16:creationId xmlns:a16="http://schemas.microsoft.com/office/drawing/2014/main" id="{3D273560-B57B-DD47-80C9-8ADE71205BCA}"/>
                </a:ext>
              </a:extLst>
            </p:cNvPr>
            <p:cNvSpPr txBox="1">
              <a:spLocks noChangeArrowheads="1"/>
            </p:cNvSpPr>
            <p:nvPr/>
          </p:nvSpPr>
          <p:spPr bwMode="auto">
            <a:xfrm>
              <a:off x="3216090" y="32183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4" name="Text Box 28">
              <a:extLst>
                <a:ext uri="{FF2B5EF4-FFF2-40B4-BE49-F238E27FC236}">
                  <a16:creationId xmlns:a16="http://schemas.microsoft.com/office/drawing/2014/main" id="{8350ACE5-4A67-B77A-78A7-D9C1F2D34C7C}"/>
                </a:ext>
              </a:extLst>
            </p:cNvPr>
            <p:cNvSpPr txBox="1">
              <a:spLocks noChangeArrowheads="1"/>
            </p:cNvSpPr>
            <p:nvPr/>
          </p:nvSpPr>
          <p:spPr bwMode="auto">
            <a:xfrm>
              <a:off x="5425890" y="32183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5" name="Text Box 32">
              <a:extLst>
                <a:ext uri="{FF2B5EF4-FFF2-40B4-BE49-F238E27FC236}">
                  <a16:creationId xmlns:a16="http://schemas.microsoft.com/office/drawing/2014/main" id="{E5286A2C-626D-737E-B17B-16190766224D}"/>
                </a:ext>
              </a:extLst>
            </p:cNvPr>
            <p:cNvSpPr txBox="1">
              <a:spLocks noChangeArrowheads="1"/>
            </p:cNvSpPr>
            <p:nvPr/>
          </p:nvSpPr>
          <p:spPr bwMode="auto">
            <a:xfrm>
              <a:off x="396690" y="2761129"/>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front</a:t>
              </a:r>
            </a:p>
          </p:txBody>
        </p:sp>
        <p:sp>
          <p:nvSpPr>
            <p:cNvPr id="26" name="Text Box 34">
              <a:extLst>
                <a:ext uri="{FF2B5EF4-FFF2-40B4-BE49-F238E27FC236}">
                  <a16:creationId xmlns:a16="http://schemas.microsoft.com/office/drawing/2014/main" id="{A820016D-27AC-8E04-BC0B-E04FF3A47FB3}"/>
                </a:ext>
              </a:extLst>
            </p:cNvPr>
            <p:cNvSpPr txBox="1">
              <a:spLocks noChangeArrowheads="1"/>
            </p:cNvSpPr>
            <p:nvPr/>
          </p:nvSpPr>
          <p:spPr bwMode="auto">
            <a:xfrm>
              <a:off x="396690" y="31421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0xB3A</a:t>
              </a:r>
            </a:p>
          </p:txBody>
        </p:sp>
        <p:sp>
          <p:nvSpPr>
            <p:cNvPr id="27" name="Line 35">
              <a:extLst>
                <a:ext uri="{FF2B5EF4-FFF2-40B4-BE49-F238E27FC236}">
                  <a16:creationId xmlns:a16="http://schemas.microsoft.com/office/drawing/2014/main" id="{BB7C29E9-69E1-34D6-CE27-1B3CBD332A5C}"/>
                </a:ext>
              </a:extLst>
            </p:cNvPr>
            <p:cNvSpPr>
              <a:spLocks noChangeShapeType="1"/>
            </p:cNvSpPr>
            <p:nvPr/>
          </p:nvSpPr>
          <p:spPr bwMode="auto">
            <a:xfrm>
              <a:off x="1463490" y="3065929"/>
              <a:ext cx="6858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 name="TextBox 28">
            <a:extLst>
              <a:ext uri="{FF2B5EF4-FFF2-40B4-BE49-F238E27FC236}">
                <a16:creationId xmlns:a16="http://schemas.microsoft.com/office/drawing/2014/main" id="{64796814-4254-A4DE-15BF-46DD89F46882}"/>
              </a:ext>
            </a:extLst>
          </p:cNvPr>
          <p:cNvSpPr txBox="1"/>
          <p:nvPr/>
        </p:nvSpPr>
        <p:spPr>
          <a:xfrm>
            <a:off x="2286000" y="2957891"/>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0" name="TextBox 29">
            <a:extLst>
              <a:ext uri="{FF2B5EF4-FFF2-40B4-BE49-F238E27FC236}">
                <a16:creationId xmlns:a16="http://schemas.microsoft.com/office/drawing/2014/main" id="{9AABA2B1-5448-D8D2-2B9A-58EB49C68273}"/>
              </a:ext>
            </a:extLst>
          </p:cNvPr>
          <p:cNvSpPr txBox="1"/>
          <p:nvPr/>
        </p:nvSpPr>
        <p:spPr>
          <a:xfrm>
            <a:off x="4435290" y="2957891"/>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1" name="TextBox 30">
            <a:extLst>
              <a:ext uri="{FF2B5EF4-FFF2-40B4-BE49-F238E27FC236}">
                <a16:creationId xmlns:a16="http://schemas.microsoft.com/office/drawing/2014/main" id="{90005D1F-B5B5-BFAA-4D5E-81A4EFDF415F}"/>
              </a:ext>
            </a:extLst>
          </p:cNvPr>
          <p:cNvSpPr txBox="1"/>
          <p:nvPr/>
        </p:nvSpPr>
        <p:spPr>
          <a:xfrm>
            <a:off x="6584580" y="2957891"/>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2" name="Text Box 16">
            <a:extLst>
              <a:ext uri="{FF2B5EF4-FFF2-40B4-BE49-F238E27FC236}">
                <a16:creationId xmlns:a16="http://schemas.microsoft.com/office/drawing/2014/main" id="{F5B89FBA-F22D-7084-7413-C22B8B705474}"/>
              </a:ext>
            </a:extLst>
          </p:cNvPr>
          <p:cNvSpPr txBox="1">
            <a:spLocks noChangeArrowheads="1"/>
          </p:cNvSpPr>
          <p:nvPr/>
        </p:nvSpPr>
        <p:spPr bwMode="auto">
          <a:xfrm>
            <a:off x="1410825" y="353976"/>
            <a:ext cx="6248400"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b="1" dirty="0">
                <a:solidFill>
                  <a:schemeClr val="accent2"/>
                </a:solidFill>
                <a:latin typeface="Tahoma" panose="020B0604030504040204" pitchFamily="34" charset="0"/>
              </a:rPr>
              <a:t>Call node methods directly</a:t>
            </a:r>
          </a:p>
        </p:txBody>
      </p:sp>
      <p:sp>
        <p:nvSpPr>
          <p:cNvPr id="34" name="TextBox 33">
            <a:extLst>
              <a:ext uri="{FF2B5EF4-FFF2-40B4-BE49-F238E27FC236}">
                <a16:creationId xmlns:a16="http://schemas.microsoft.com/office/drawing/2014/main" id="{BD0A17B2-E5E9-715B-8C0C-BB1B2E7377F1}"/>
              </a:ext>
            </a:extLst>
          </p:cNvPr>
          <p:cNvSpPr txBox="1"/>
          <p:nvPr/>
        </p:nvSpPr>
        <p:spPr>
          <a:xfrm>
            <a:off x="676258" y="4580683"/>
            <a:ext cx="7492832" cy="830997"/>
          </a:xfrm>
          <a:prstGeom prst="rect">
            <a:avLst/>
          </a:prstGeom>
          <a:noFill/>
        </p:spPr>
        <p:txBody>
          <a:bodyPr wrap="square">
            <a:spAutoFit/>
          </a:bodyPr>
          <a:lstStyle/>
          <a:p>
            <a:pPr eaLnBrk="1" hangingPunct="1">
              <a:spcBef>
                <a:spcPct val="0"/>
              </a:spcBef>
              <a:buFontTx/>
              <a:buNone/>
              <a:tabLst>
                <a:tab pos="6400800" algn="l"/>
              </a:tabLst>
            </a:pPr>
            <a:r>
              <a:rPr lang="en-US" altLang="en-US" sz="2400" b="1" dirty="0" err="1">
                <a:latin typeface="Tahoma" panose="020B0604030504040204" pitchFamily="34" charset="0"/>
              </a:rPr>
              <a:t>out.println</a:t>
            </a:r>
            <a:r>
              <a:rPr lang="en-US" altLang="en-US" sz="2400" b="1" dirty="0">
                <a:latin typeface="Tahoma" panose="020B0604030504040204" pitchFamily="34" charset="0"/>
              </a:rPr>
              <a:t>(</a:t>
            </a:r>
            <a:r>
              <a:rPr lang="en-US" altLang="en-US" sz="2400" b="1" dirty="0" err="1"/>
              <a:t>front</a:t>
            </a:r>
            <a:r>
              <a:rPr lang="en-US" altLang="en-US" sz="2400" b="1" dirty="0" err="1">
                <a:latin typeface="Tahoma" panose="020B0604030504040204" pitchFamily="34" charset="0"/>
              </a:rPr>
              <a:t>.getValue</a:t>
            </a:r>
            <a:r>
              <a:rPr lang="en-US" altLang="en-US" sz="2400" b="1" dirty="0">
                <a:latin typeface="Tahoma" panose="020B0604030504040204" pitchFamily="34" charset="0"/>
              </a:rPr>
              <a:t>());	pig</a:t>
            </a:r>
          </a:p>
          <a:p>
            <a:pPr eaLnBrk="1" hangingPunct="1">
              <a:spcBef>
                <a:spcPct val="0"/>
              </a:spcBef>
              <a:buFontTx/>
              <a:buNone/>
              <a:tabLst>
                <a:tab pos="6400800" algn="l"/>
              </a:tabLst>
            </a:pPr>
            <a:r>
              <a:rPr lang="en-US" altLang="en-US" sz="2400" b="1" dirty="0" err="1">
                <a:latin typeface="Tahoma" panose="020B0604030504040204" pitchFamily="34" charset="0"/>
              </a:rPr>
              <a:t>out.println</a:t>
            </a:r>
            <a:r>
              <a:rPr lang="en-US" altLang="en-US" sz="2400" b="1" dirty="0">
                <a:latin typeface="Tahoma" panose="020B0604030504040204" pitchFamily="34" charset="0"/>
              </a:rPr>
              <a:t>(</a:t>
            </a:r>
            <a:r>
              <a:rPr lang="en-US" altLang="en-US" sz="2400" b="1" dirty="0" err="1"/>
              <a:t>front</a:t>
            </a:r>
            <a:r>
              <a:rPr lang="en-US" altLang="en-US" sz="2400" b="1" dirty="0" err="1">
                <a:latin typeface="Tahoma" panose="020B0604030504040204" pitchFamily="34" charset="0"/>
              </a:rPr>
              <a:t>.getNext</a:t>
            </a:r>
            <a:r>
              <a:rPr lang="en-US" altLang="en-US" sz="2400" b="1" dirty="0">
                <a:latin typeface="Tahoma" panose="020B0604030504040204" pitchFamily="34" charset="0"/>
              </a:rPr>
              <a:t>().</a:t>
            </a:r>
            <a:r>
              <a:rPr lang="en-US" altLang="en-US" sz="2400" b="1" dirty="0" err="1">
                <a:latin typeface="Tahoma" panose="020B0604030504040204" pitchFamily="34" charset="0"/>
              </a:rPr>
              <a:t>getValue</a:t>
            </a:r>
            <a:r>
              <a:rPr lang="en-US" altLang="en-US" sz="2400" b="1" dirty="0">
                <a:latin typeface="Tahoma" panose="020B0604030504040204" pitchFamily="34" charset="0"/>
              </a:rPr>
              <a:t>());	dog</a:t>
            </a:r>
          </a:p>
        </p:txBody>
      </p:sp>
    </p:spTree>
    <p:extLst>
      <p:ext uri="{BB962C8B-B14F-4D97-AF65-F5344CB8AC3E}">
        <p14:creationId xmlns:p14="http://schemas.microsoft.com/office/powerpoint/2010/main" val="218997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BA45-FA11-23A2-0C19-78A8F6C6EE2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40B221-A1A3-145D-ADBC-761873F5B451}"/>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
        <p:nvSpPr>
          <p:cNvPr id="3" name="Footer Placeholder 3">
            <a:extLst>
              <a:ext uri="{FF2B5EF4-FFF2-40B4-BE49-F238E27FC236}">
                <a16:creationId xmlns:a16="http://schemas.microsoft.com/office/drawing/2014/main" id="{D3CA66EA-90D9-E933-73A0-6E38BB52A688}"/>
              </a:ext>
            </a:extLst>
          </p:cNvPr>
          <p:cNvSpPr txBox="1">
            <a:spLocks/>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ctr" rtl="0" eaLnBrk="1" fontAlgn="base" hangingPunct="1">
              <a:spcBef>
                <a:spcPct val="20000"/>
              </a:spcBef>
              <a:spcAft>
                <a:spcPct val="0"/>
              </a:spcAft>
              <a:buChar char="•"/>
              <a:defRPr sz="3200" b="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 name="Text Box 16">
            <a:extLst>
              <a:ext uri="{FF2B5EF4-FFF2-40B4-BE49-F238E27FC236}">
                <a16:creationId xmlns:a16="http://schemas.microsoft.com/office/drawing/2014/main" id="{E4BFBBDF-DE43-BFF2-2A3C-78291A0014EF}"/>
              </a:ext>
            </a:extLst>
          </p:cNvPr>
          <p:cNvSpPr txBox="1">
            <a:spLocks noChangeArrowheads="1"/>
          </p:cNvSpPr>
          <p:nvPr/>
        </p:nvSpPr>
        <p:spPr bwMode="auto">
          <a:xfrm>
            <a:off x="508000" y="353976"/>
            <a:ext cx="8118290"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b="1" dirty="0">
                <a:solidFill>
                  <a:schemeClr val="accent2"/>
                </a:solidFill>
                <a:latin typeface="Tahoma" panose="020B0604030504040204" pitchFamily="34" charset="0"/>
              </a:rPr>
              <a:t>Write methods with a node parameter</a:t>
            </a:r>
          </a:p>
        </p:txBody>
      </p:sp>
      <p:grpSp>
        <p:nvGrpSpPr>
          <p:cNvPr id="7" name="Group 6" descr="front = 0xB3A&#10;0xB3A --&gt; pig, 0x2CB&#10;0x2CB --&gt; dog, 0xFEA&#10;0xFEA --&gt; cat, null&#10;&#10;Normal representation:&#10;front --&gt; pig --&gt; dog --&gt; cat --&gt; null">
            <a:extLst>
              <a:ext uri="{FF2B5EF4-FFF2-40B4-BE49-F238E27FC236}">
                <a16:creationId xmlns:a16="http://schemas.microsoft.com/office/drawing/2014/main" id="{4777D63A-0543-5C09-49C2-3D30DCBE1C7D}"/>
              </a:ext>
            </a:extLst>
          </p:cNvPr>
          <p:cNvGrpSpPr/>
          <p:nvPr/>
        </p:nvGrpSpPr>
        <p:grpSpPr>
          <a:xfrm>
            <a:off x="396690" y="1468551"/>
            <a:ext cx="8305800" cy="1143000"/>
            <a:chOff x="396690" y="2608729"/>
            <a:chExt cx="8305800" cy="1143000"/>
          </a:xfrm>
        </p:grpSpPr>
        <p:sp>
          <p:nvSpPr>
            <p:cNvPr id="8" name="Rectangle 3">
              <a:extLst>
                <a:ext uri="{FF2B5EF4-FFF2-40B4-BE49-F238E27FC236}">
                  <a16:creationId xmlns:a16="http://schemas.microsoft.com/office/drawing/2014/main" id="{924182E6-E498-7FAE-0A2F-5462F2D74382}"/>
                </a:ext>
              </a:extLst>
            </p:cNvPr>
            <p:cNvSpPr>
              <a:spLocks noChangeArrowheads="1"/>
            </p:cNvSpPr>
            <p:nvPr/>
          </p:nvSpPr>
          <p:spPr bwMode="auto">
            <a:xfrm>
              <a:off x="23016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 name="Rectangle 4">
              <a:extLst>
                <a:ext uri="{FF2B5EF4-FFF2-40B4-BE49-F238E27FC236}">
                  <a16:creationId xmlns:a16="http://schemas.microsoft.com/office/drawing/2014/main" id="{D6906A26-81C0-BE33-31BE-08A65CFE747C}"/>
                </a:ext>
              </a:extLst>
            </p:cNvPr>
            <p:cNvSpPr>
              <a:spLocks noChangeArrowheads="1"/>
            </p:cNvSpPr>
            <p:nvPr/>
          </p:nvSpPr>
          <p:spPr bwMode="auto">
            <a:xfrm>
              <a:off x="32160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0" name="Rectangle 5">
              <a:extLst>
                <a:ext uri="{FF2B5EF4-FFF2-40B4-BE49-F238E27FC236}">
                  <a16:creationId xmlns:a16="http://schemas.microsoft.com/office/drawing/2014/main" id="{4DE71B00-2D11-7441-15BD-2441D30B7E84}"/>
                </a:ext>
              </a:extLst>
            </p:cNvPr>
            <p:cNvSpPr>
              <a:spLocks noChangeArrowheads="1"/>
            </p:cNvSpPr>
            <p:nvPr/>
          </p:nvSpPr>
          <p:spPr bwMode="auto">
            <a:xfrm>
              <a:off x="45114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1" name="Rectangle 6">
              <a:extLst>
                <a:ext uri="{FF2B5EF4-FFF2-40B4-BE49-F238E27FC236}">
                  <a16:creationId xmlns:a16="http://schemas.microsoft.com/office/drawing/2014/main" id="{9FAD7D4D-FE5C-03E9-33D2-8200A5C9CD9E}"/>
                </a:ext>
              </a:extLst>
            </p:cNvPr>
            <p:cNvSpPr>
              <a:spLocks noChangeArrowheads="1"/>
            </p:cNvSpPr>
            <p:nvPr/>
          </p:nvSpPr>
          <p:spPr bwMode="auto">
            <a:xfrm>
              <a:off x="54258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2" name="Rectangle 7">
              <a:extLst>
                <a:ext uri="{FF2B5EF4-FFF2-40B4-BE49-F238E27FC236}">
                  <a16:creationId xmlns:a16="http://schemas.microsoft.com/office/drawing/2014/main" id="{B6FFDECB-15C0-0B4D-9F0A-953FC4125EDE}"/>
                </a:ext>
              </a:extLst>
            </p:cNvPr>
            <p:cNvSpPr>
              <a:spLocks noChangeArrowheads="1"/>
            </p:cNvSpPr>
            <p:nvPr/>
          </p:nvSpPr>
          <p:spPr bwMode="auto">
            <a:xfrm>
              <a:off x="6721290" y="2913529"/>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13" name="Rectangle 8">
              <a:extLst>
                <a:ext uri="{FF2B5EF4-FFF2-40B4-BE49-F238E27FC236}">
                  <a16:creationId xmlns:a16="http://schemas.microsoft.com/office/drawing/2014/main" id="{E0B87E11-7DE0-CBF4-AE50-C8894BFABFA1}"/>
                </a:ext>
              </a:extLst>
            </p:cNvPr>
            <p:cNvSpPr>
              <a:spLocks noChangeArrowheads="1"/>
            </p:cNvSpPr>
            <p:nvPr/>
          </p:nvSpPr>
          <p:spPr bwMode="auto">
            <a:xfrm>
              <a:off x="7635690" y="2913529"/>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4" name="Text Box 9">
              <a:extLst>
                <a:ext uri="{FF2B5EF4-FFF2-40B4-BE49-F238E27FC236}">
                  <a16:creationId xmlns:a16="http://schemas.microsoft.com/office/drawing/2014/main" id="{936326A1-100D-5427-3B26-784CBCCF0791}"/>
                </a:ext>
              </a:extLst>
            </p:cNvPr>
            <p:cNvSpPr txBox="1">
              <a:spLocks noChangeArrowheads="1"/>
            </p:cNvSpPr>
            <p:nvPr/>
          </p:nvSpPr>
          <p:spPr bwMode="auto">
            <a:xfrm>
              <a:off x="67974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cat</a:t>
              </a:r>
            </a:p>
          </p:txBody>
        </p:sp>
        <p:sp>
          <p:nvSpPr>
            <p:cNvPr id="15" name="Text Box 10">
              <a:extLst>
                <a:ext uri="{FF2B5EF4-FFF2-40B4-BE49-F238E27FC236}">
                  <a16:creationId xmlns:a16="http://schemas.microsoft.com/office/drawing/2014/main" id="{081B062A-8DE7-D0EB-4F7D-94C0861127D3}"/>
                </a:ext>
              </a:extLst>
            </p:cNvPr>
            <p:cNvSpPr txBox="1">
              <a:spLocks noChangeArrowheads="1"/>
            </p:cNvSpPr>
            <p:nvPr/>
          </p:nvSpPr>
          <p:spPr bwMode="auto">
            <a:xfrm>
              <a:off x="45876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dog</a:t>
              </a:r>
            </a:p>
          </p:txBody>
        </p:sp>
        <p:sp>
          <p:nvSpPr>
            <p:cNvPr id="16" name="Text Box 11">
              <a:extLst>
                <a:ext uri="{FF2B5EF4-FFF2-40B4-BE49-F238E27FC236}">
                  <a16:creationId xmlns:a16="http://schemas.microsoft.com/office/drawing/2014/main" id="{8EF8E0F3-F57D-19F5-92ED-7BB7ACA11F77}"/>
                </a:ext>
              </a:extLst>
            </p:cNvPr>
            <p:cNvSpPr txBox="1">
              <a:spLocks noChangeArrowheads="1"/>
            </p:cNvSpPr>
            <p:nvPr/>
          </p:nvSpPr>
          <p:spPr bwMode="auto">
            <a:xfrm>
              <a:off x="2377890" y="314212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pig</a:t>
              </a:r>
            </a:p>
          </p:txBody>
        </p:sp>
        <p:sp>
          <p:nvSpPr>
            <p:cNvPr id="17" name="Text Box 13">
              <a:extLst>
                <a:ext uri="{FF2B5EF4-FFF2-40B4-BE49-F238E27FC236}">
                  <a16:creationId xmlns:a16="http://schemas.microsoft.com/office/drawing/2014/main" id="{922921B0-6C92-0CD8-2E7A-E7283DDC1BEF}"/>
                </a:ext>
              </a:extLst>
            </p:cNvPr>
            <p:cNvSpPr txBox="1">
              <a:spLocks noChangeArrowheads="1"/>
            </p:cNvSpPr>
            <p:nvPr/>
          </p:nvSpPr>
          <p:spPr bwMode="auto">
            <a:xfrm>
              <a:off x="7711890" y="3142129"/>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null</a:t>
              </a:r>
            </a:p>
          </p:txBody>
        </p:sp>
        <p:sp>
          <p:nvSpPr>
            <p:cNvPr id="18" name="Text Box 18">
              <a:extLst>
                <a:ext uri="{FF2B5EF4-FFF2-40B4-BE49-F238E27FC236}">
                  <a16:creationId xmlns:a16="http://schemas.microsoft.com/office/drawing/2014/main" id="{82C9FABB-8CD3-9412-0B97-5C325E07659D}"/>
                </a:ext>
              </a:extLst>
            </p:cNvPr>
            <p:cNvSpPr txBox="1">
              <a:spLocks noChangeArrowheads="1"/>
            </p:cNvSpPr>
            <p:nvPr/>
          </p:nvSpPr>
          <p:spPr bwMode="auto">
            <a:xfrm>
              <a:off x="26826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0xB3A</a:t>
              </a:r>
            </a:p>
          </p:txBody>
        </p:sp>
        <p:sp>
          <p:nvSpPr>
            <p:cNvPr id="19" name="Line 19">
              <a:extLst>
                <a:ext uri="{FF2B5EF4-FFF2-40B4-BE49-F238E27FC236}">
                  <a16:creationId xmlns:a16="http://schemas.microsoft.com/office/drawing/2014/main" id="{D7EBBA76-0D69-616B-3BAF-D79D86594495}"/>
                </a:ext>
              </a:extLst>
            </p:cNvPr>
            <p:cNvSpPr>
              <a:spLocks noChangeShapeType="1"/>
            </p:cNvSpPr>
            <p:nvPr/>
          </p:nvSpPr>
          <p:spPr bwMode="auto">
            <a:xfrm>
              <a:off x="4054290" y="3370729"/>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Text Box 23">
              <a:extLst>
                <a:ext uri="{FF2B5EF4-FFF2-40B4-BE49-F238E27FC236}">
                  <a16:creationId xmlns:a16="http://schemas.microsoft.com/office/drawing/2014/main" id="{3B3F3B65-B7F8-86BE-589F-AECBBCE08F37}"/>
                </a:ext>
              </a:extLst>
            </p:cNvPr>
            <p:cNvSpPr txBox="1">
              <a:spLocks noChangeArrowheads="1"/>
            </p:cNvSpPr>
            <p:nvPr/>
          </p:nvSpPr>
          <p:spPr bwMode="auto">
            <a:xfrm>
              <a:off x="48924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1" name="Text Box 24">
              <a:extLst>
                <a:ext uri="{FF2B5EF4-FFF2-40B4-BE49-F238E27FC236}">
                  <a16:creationId xmlns:a16="http://schemas.microsoft.com/office/drawing/2014/main" id="{5AA3EACA-7AC7-1545-21C6-2581F9DAC8B0}"/>
                </a:ext>
              </a:extLst>
            </p:cNvPr>
            <p:cNvSpPr txBox="1">
              <a:spLocks noChangeArrowheads="1"/>
            </p:cNvSpPr>
            <p:nvPr/>
          </p:nvSpPr>
          <p:spPr bwMode="auto">
            <a:xfrm>
              <a:off x="7178490" y="26087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2" name="Line 25">
              <a:extLst>
                <a:ext uri="{FF2B5EF4-FFF2-40B4-BE49-F238E27FC236}">
                  <a16:creationId xmlns:a16="http://schemas.microsoft.com/office/drawing/2014/main" id="{AEBC8F48-C62D-3A3C-D887-037FE7930C9F}"/>
                </a:ext>
              </a:extLst>
            </p:cNvPr>
            <p:cNvSpPr>
              <a:spLocks noChangeShapeType="1"/>
            </p:cNvSpPr>
            <p:nvPr/>
          </p:nvSpPr>
          <p:spPr bwMode="auto">
            <a:xfrm>
              <a:off x="6264090" y="3370729"/>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7">
              <a:extLst>
                <a:ext uri="{FF2B5EF4-FFF2-40B4-BE49-F238E27FC236}">
                  <a16:creationId xmlns:a16="http://schemas.microsoft.com/office/drawing/2014/main" id="{64E33E4B-2FE4-9513-C956-53F6FC454C14}"/>
                </a:ext>
              </a:extLst>
            </p:cNvPr>
            <p:cNvSpPr txBox="1">
              <a:spLocks noChangeArrowheads="1"/>
            </p:cNvSpPr>
            <p:nvPr/>
          </p:nvSpPr>
          <p:spPr bwMode="auto">
            <a:xfrm>
              <a:off x="3216090" y="32183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4" name="Text Box 28">
              <a:extLst>
                <a:ext uri="{FF2B5EF4-FFF2-40B4-BE49-F238E27FC236}">
                  <a16:creationId xmlns:a16="http://schemas.microsoft.com/office/drawing/2014/main" id="{0059E974-C226-9DE0-0340-7CD9821B1471}"/>
                </a:ext>
              </a:extLst>
            </p:cNvPr>
            <p:cNvSpPr txBox="1">
              <a:spLocks noChangeArrowheads="1"/>
            </p:cNvSpPr>
            <p:nvPr/>
          </p:nvSpPr>
          <p:spPr bwMode="auto">
            <a:xfrm>
              <a:off x="5425890" y="32183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5" name="Text Box 32">
              <a:extLst>
                <a:ext uri="{FF2B5EF4-FFF2-40B4-BE49-F238E27FC236}">
                  <a16:creationId xmlns:a16="http://schemas.microsoft.com/office/drawing/2014/main" id="{ABEEA0FA-584F-2711-6339-0BBF06E92BEB}"/>
                </a:ext>
              </a:extLst>
            </p:cNvPr>
            <p:cNvSpPr txBox="1">
              <a:spLocks noChangeArrowheads="1"/>
            </p:cNvSpPr>
            <p:nvPr/>
          </p:nvSpPr>
          <p:spPr bwMode="auto">
            <a:xfrm>
              <a:off x="396690" y="2761129"/>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front</a:t>
              </a:r>
            </a:p>
          </p:txBody>
        </p:sp>
        <p:sp>
          <p:nvSpPr>
            <p:cNvPr id="26" name="Text Box 34">
              <a:extLst>
                <a:ext uri="{FF2B5EF4-FFF2-40B4-BE49-F238E27FC236}">
                  <a16:creationId xmlns:a16="http://schemas.microsoft.com/office/drawing/2014/main" id="{4D0D3E92-CB57-1E6B-5B49-A267E6793016}"/>
                </a:ext>
              </a:extLst>
            </p:cNvPr>
            <p:cNvSpPr txBox="1">
              <a:spLocks noChangeArrowheads="1"/>
            </p:cNvSpPr>
            <p:nvPr/>
          </p:nvSpPr>
          <p:spPr bwMode="auto">
            <a:xfrm>
              <a:off x="396690" y="3142129"/>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0xB3A</a:t>
              </a:r>
            </a:p>
          </p:txBody>
        </p:sp>
        <p:sp>
          <p:nvSpPr>
            <p:cNvPr id="27" name="Line 35">
              <a:extLst>
                <a:ext uri="{FF2B5EF4-FFF2-40B4-BE49-F238E27FC236}">
                  <a16:creationId xmlns:a16="http://schemas.microsoft.com/office/drawing/2014/main" id="{E1C9D589-7235-041C-09BB-2B15C78BA4CC}"/>
                </a:ext>
              </a:extLst>
            </p:cNvPr>
            <p:cNvSpPr>
              <a:spLocks noChangeShapeType="1"/>
            </p:cNvSpPr>
            <p:nvPr/>
          </p:nvSpPr>
          <p:spPr bwMode="auto">
            <a:xfrm>
              <a:off x="1463490" y="3065929"/>
              <a:ext cx="6858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 name="TextBox 28">
            <a:extLst>
              <a:ext uri="{FF2B5EF4-FFF2-40B4-BE49-F238E27FC236}">
                <a16:creationId xmlns:a16="http://schemas.microsoft.com/office/drawing/2014/main" id="{25A35B75-5849-9985-A90D-C14BD7AFCEE9}"/>
              </a:ext>
            </a:extLst>
          </p:cNvPr>
          <p:cNvSpPr txBox="1"/>
          <p:nvPr/>
        </p:nvSpPr>
        <p:spPr>
          <a:xfrm>
            <a:off x="2286000" y="2619225"/>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0" name="TextBox 29">
            <a:extLst>
              <a:ext uri="{FF2B5EF4-FFF2-40B4-BE49-F238E27FC236}">
                <a16:creationId xmlns:a16="http://schemas.microsoft.com/office/drawing/2014/main" id="{E3B553DA-16B6-FC04-677C-0A86318AEE46}"/>
              </a:ext>
            </a:extLst>
          </p:cNvPr>
          <p:cNvSpPr txBox="1"/>
          <p:nvPr/>
        </p:nvSpPr>
        <p:spPr>
          <a:xfrm>
            <a:off x="4435290" y="2619225"/>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1" name="TextBox 30">
            <a:extLst>
              <a:ext uri="{FF2B5EF4-FFF2-40B4-BE49-F238E27FC236}">
                <a16:creationId xmlns:a16="http://schemas.microsoft.com/office/drawing/2014/main" id="{3AC559C4-A208-E537-D07B-6A744138744B}"/>
              </a:ext>
            </a:extLst>
          </p:cNvPr>
          <p:cNvSpPr txBox="1"/>
          <p:nvPr/>
        </p:nvSpPr>
        <p:spPr>
          <a:xfrm>
            <a:off x="6584580" y="2619225"/>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4" name="TextBox 3">
            <a:extLst>
              <a:ext uri="{FF2B5EF4-FFF2-40B4-BE49-F238E27FC236}">
                <a16:creationId xmlns:a16="http://schemas.microsoft.com/office/drawing/2014/main" id="{57B7F61F-B34F-12B3-EC55-287F49760ACC}"/>
              </a:ext>
            </a:extLst>
          </p:cNvPr>
          <p:cNvSpPr txBox="1"/>
          <p:nvPr/>
        </p:nvSpPr>
        <p:spPr>
          <a:xfrm>
            <a:off x="2105712" y="4498272"/>
            <a:ext cx="4938554" cy="1631216"/>
          </a:xfrm>
          <a:prstGeom prst="rect">
            <a:avLst/>
          </a:prstGeom>
          <a:noFill/>
          <a:ln>
            <a:solidFill>
              <a:schemeClr val="tx1"/>
            </a:solidFill>
          </a:ln>
        </p:spPr>
        <p:txBody>
          <a:bodyPr wrap="square">
            <a:spAutoFit/>
          </a:bodyPr>
          <a:lstStyle/>
          <a:p>
            <a:r>
              <a:rPr lang="en-US" dirty="0"/>
              <a:t>static void </a:t>
            </a:r>
            <a:r>
              <a:rPr lang="en-US" b="1" dirty="0"/>
              <a:t>print</a:t>
            </a:r>
            <a:r>
              <a:rPr lang="en-US" dirty="0"/>
              <a:t>(</a:t>
            </a:r>
            <a:r>
              <a:rPr lang="en-US" dirty="0" err="1">
                <a:solidFill>
                  <a:srgbClr val="0000CC"/>
                </a:solidFill>
              </a:rPr>
              <a:t>ListNode</a:t>
            </a:r>
            <a:r>
              <a:rPr lang="en-US" dirty="0"/>
              <a:t> </a:t>
            </a:r>
            <a:r>
              <a:rPr lang="en-US" dirty="0">
                <a:solidFill>
                  <a:srgbClr val="0000CC"/>
                </a:solidFill>
              </a:rPr>
              <a:t>list</a:t>
            </a:r>
            <a:r>
              <a:rPr lang="en-US" dirty="0"/>
              <a:t>)</a:t>
            </a:r>
          </a:p>
          <a:p>
            <a:r>
              <a:rPr lang="en-US" dirty="0"/>
              <a:t>static  int  </a:t>
            </a:r>
            <a:r>
              <a:rPr lang="en-US" b="1" dirty="0" err="1"/>
              <a:t>nodeCount</a:t>
            </a:r>
            <a:r>
              <a:rPr lang="en-US" dirty="0"/>
              <a:t>(</a:t>
            </a:r>
            <a:r>
              <a:rPr lang="en-US" dirty="0" err="1">
                <a:solidFill>
                  <a:srgbClr val="0000CC"/>
                </a:solidFill>
              </a:rPr>
              <a:t>ListNode</a:t>
            </a:r>
            <a:r>
              <a:rPr lang="en-US" dirty="0"/>
              <a:t> </a:t>
            </a:r>
            <a:r>
              <a:rPr lang="en-US" dirty="0">
                <a:solidFill>
                  <a:srgbClr val="0000CC"/>
                </a:solidFill>
              </a:rPr>
              <a:t>list</a:t>
            </a:r>
            <a:r>
              <a:rPr lang="en-US" dirty="0"/>
              <a:t>)</a:t>
            </a:r>
          </a:p>
          <a:p>
            <a:r>
              <a:rPr lang="en-US" dirty="0"/>
              <a:t>static void </a:t>
            </a:r>
            <a:r>
              <a:rPr lang="en-US" b="1" dirty="0" err="1"/>
              <a:t>doubleFirst</a:t>
            </a:r>
            <a:r>
              <a:rPr lang="en-US" dirty="0"/>
              <a:t>(</a:t>
            </a:r>
            <a:r>
              <a:rPr lang="en-US" dirty="0" err="1">
                <a:solidFill>
                  <a:srgbClr val="0000CC"/>
                </a:solidFill>
              </a:rPr>
              <a:t>ListNode</a:t>
            </a:r>
            <a:r>
              <a:rPr lang="en-US" dirty="0"/>
              <a:t> </a:t>
            </a:r>
            <a:r>
              <a:rPr lang="en-US" dirty="0">
                <a:solidFill>
                  <a:srgbClr val="0000CC"/>
                </a:solidFill>
              </a:rPr>
              <a:t>list</a:t>
            </a:r>
            <a:r>
              <a:rPr lang="en-US" dirty="0"/>
              <a:t>)</a:t>
            </a:r>
          </a:p>
          <a:p>
            <a:r>
              <a:rPr lang="en-US" dirty="0"/>
              <a:t>static void </a:t>
            </a:r>
            <a:r>
              <a:rPr lang="en-US" b="1" dirty="0" err="1"/>
              <a:t>doubleLast</a:t>
            </a:r>
            <a:r>
              <a:rPr lang="en-US" dirty="0"/>
              <a:t>(</a:t>
            </a:r>
            <a:r>
              <a:rPr lang="en-US" dirty="0" err="1">
                <a:solidFill>
                  <a:srgbClr val="0000CC"/>
                </a:solidFill>
              </a:rPr>
              <a:t>ListNode</a:t>
            </a:r>
            <a:r>
              <a:rPr lang="en-US" dirty="0"/>
              <a:t> </a:t>
            </a:r>
            <a:r>
              <a:rPr lang="en-US" dirty="0">
                <a:solidFill>
                  <a:srgbClr val="0000CC"/>
                </a:solidFill>
              </a:rPr>
              <a:t>list</a:t>
            </a:r>
            <a:r>
              <a:rPr lang="en-US" dirty="0"/>
              <a:t>)</a:t>
            </a:r>
          </a:p>
          <a:p>
            <a:r>
              <a:rPr lang="en-US" dirty="0"/>
              <a:t>static void </a:t>
            </a:r>
            <a:r>
              <a:rPr lang="en-US" b="1" dirty="0" err="1"/>
              <a:t>skipEveryOther</a:t>
            </a:r>
            <a:r>
              <a:rPr lang="en-US" dirty="0"/>
              <a:t>(</a:t>
            </a:r>
            <a:r>
              <a:rPr lang="en-US" dirty="0" err="1">
                <a:solidFill>
                  <a:srgbClr val="0000CC"/>
                </a:solidFill>
              </a:rPr>
              <a:t>ListNode</a:t>
            </a:r>
            <a:r>
              <a:rPr lang="en-US" dirty="0"/>
              <a:t> </a:t>
            </a:r>
            <a:r>
              <a:rPr lang="en-US" dirty="0">
                <a:solidFill>
                  <a:srgbClr val="0000CC"/>
                </a:solidFill>
              </a:rPr>
              <a:t>list</a:t>
            </a:r>
            <a:r>
              <a:rPr lang="en-US" dirty="0"/>
              <a:t>)</a:t>
            </a:r>
            <a:endParaRPr lang="en-US" sz="1400" dirty="0"/>
          </a:p>
        </p:txBody>
      </p:sp>
      <p:sp>
        <p:nvSpPr>
          <p:cNvPr id="28" name="TextBox 27">
            <a:extLst>
              <a:ext uri="{FF2B5EF4-FFF2-40B4-BE49-F238E27FC236}">
                <a16:creationId xmlns:a16="http://schemas.microsoft.com/office/drawing/2014/main" id="{2A5EFA5C-1826-4528-99EB-64D2CE2CCAA8}"/>
              </a:ext>
            </a:extLst>
          </p:cNvPr>
          <p:cNvSpPr txBox="1"/>
          <p:nvPr/>
        </p:nvSpPr>
        <p:spPr>
          <a:xfrm>
            <a:off x="2128289" y="4019160"/>
            <a:ext cx="4915977" cy="461665"/>
          </a:xfrm>
          <a:prstGeom prst="rect">
            <a:avLst/>
          </a:prstGeom>
          <a:noFill/>
          <a:ln>
            <a:solidFill>
              <a:schemeClr val="tx1"/>
            </a:solidFill>
          </a:ln>
        </p:spPr>
        <p:txBody>
          <a:bodyPr wrap="square">
            <a:spAutoFit/>
          </a:bodyPr>
          <a:lstStyle/>
          <a:p>
            <a:r>
              <a:rPr lang="en-US" sz="2400" b="1" dirty="0" err="1">
                <a:solidFill>
                  <a:srgbClr val="000000"/>
                </a:solidFill>
                <a:latin typeface="Courier New" panose="02070309020205020404" pitchFamily="49" charset="0"/>
              </a:rPr>
              <a:t>ListFun_Static</a:t>
            </a:r>
            <a:r>
              <a:rPr lang="en-US" sz="2400" b="1" dirty="0">
                <a:solidFill>
                  <a:srgbClr val="000000"/>
                </a:solidFill>
                <a:latin typeface="Courier New" panose="02070309020205020404" pitchFamily="49" charset="0"/>
              </a:rPr>
              <a:t> class</a:t>
            </a:r>
            <a:endParaRPr lang="en-US" sz="2400" b="1" dirty="0"/>
          </a:p>
        </p:txBody>
      </p:sp>
    </p:spTree>
    <p:extLst>
      <p:ext uri="{BB962C8B-B14F-4D97-AF65-F5344CB8AC3E}">
        <p14:creationId xmlns:p14="http://schemas.microsoft.com/office/powerpoint/2010/main" val="2145600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12FF-0D27-7031-934D-1C30B3C78073}"/>
            </a:ext>
          </a:extLst>
        </p:cNvPr>
        <p:cNvGrpSpPr/>
        <p:nvPr/>
      </p:nvGrpSpPr>
      <p:grpSpPr>
        <a:xfrm>
          <a:off x="0" y="0"/>
          <a:ext cx="0" cy="0"/>
          <a:chOff x="0" y="0"/>
          <a:chExt cx="0" cy="0"/>
        </a:xfrm>
      </p:grpSpPr>
      <p:sp>
        <p:nvSpPr>
          <p:cNvPr id="6" name="Text Box 16">
            <a:extLst>
              <a:ext uri="{FF2B5EF4-FFF2-40B4-BE49-F238E27FC236}">
                <a16:creationId xmlns:a16="http://schemas.microsoft.com/office/drawing/2014/main" id="{D74221A0-7032-32D8-BE47-5CD5651CCEB2}"/>
              </a:ext>
            </a:extLst>
          </p:cNvPr>
          <p:cNvSpPr txBox="1">
            <a:spLocks noChangeArrowheads="1"/>
          </p:cNvSpPr>
          <p:nvPr/>
        </p:nvSpPr>
        <p:spPr bwMode="auto">
          <a:xfrm>
            <a:off x="508000" y="353976"/>
            <a:ext cx="8118290"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b="1" dirty="0">
                <a:solidFill>
                  <a:schemeClr val="accent2"/>
                </a:solidFill>
                <a:latin typeface="Tahoma" panose="020B0604030504040204" pitchFamily="34" charset="0"/>
              </a:rPr>
              <a:t>The front is an instance variable</a:t>
            </a:r>
          </a:p>
        </p:txBody>
      </p:sp>
      <p:sp>
        <p:nvSpPr>
          <p:cNvPr id="8" name="Rectangle 3">
            <a:extLst>
              <a:ext uri="{FF2B5EF4-FFF2-40B4-BE49-F238E27FC236}">
                <a16:creationId xmlns:a16="http://schemas.microsoft.com/office/drawing/2014/main" id="{2013F17F-E93C-B86A-D8E5-83D5FB07334E}"/>
              </a:ext>
            </a:extLst>
          </p:cNvPr>
          <p:cNvSpPr>
            <a:spLocks noChangeArrowheads="1"/>
          </p:cNvSpPr>
          <p:nvPr/>
        </p:nvSpPr>
        <p:spPr bwMode="auto">
          <a:xfrm>
            <a:off x="2194110" y="4657476"/>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9" name="Rectangle 4">
            <a:extLst>
              <a:ext uri="{FF2B5EF4-FFF2-40B4-BE49-F238E27FC236}">
                <a16:creationId xmlns:a16="http://schemas.microsoft.com/office/drawing/2014/main" id="{89D9F5C5-0BFD-4DD9-3D82-3229216D202B}"/>
              </a:ext>
            </a:extLst>
          </p:cNvPr>
          <p:cNvSpPr>
            <a:spLocks noChangeArrowheads="1"/>
          </p:cNvSpPr>
          <p:nvPr/>
        </p:nvSpPr>
        <p:spPr bwMode="auto">
          <a:xfrm>
            <a:off x="3108510" y="4657476"/>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0" name="Rectangle 5">
            <a:extLst>
              <a:ext uri="{FF2B5EF4-FFF2-40B4-BE49-F238E27FC236}">
                <a16:creationId xmlns:a16="http://schemas.microsoft.com/office/drawing/2014/main" id="{97BD8EB9-D613-92E2-4742-F565AEF5E0E9}"/>
              </a:ext>
            </a:extLst>
          </p:cNvPr>
          <p:cNvSpPr>
            <a:spLocks noChangeArrowheads="1"/>
          </p:cNvSpPr>
          <p:nvPr/>
        </p:nvSpPr>
        <p:spPr bwMode="auto">
          <a:xfrm>
            <a:off x="4403910" y="4657476"/>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1" name="Rectangle 6">
            <a:extLst>
              <a:ext uri="{FF2B5EF4-FFF2-40B4-BE49-F238E27FC236}">
                <a16:creationId xmlns:a16="http://schemas.microsoft.com/office/drawing/2014/main" id="{E790CCCF-9A1B-65DD-356E-35FE61F4BC81}"/>
              </a:ext>
            </a:extLst>
          </p:cNvPr>
          <p:cNvSpPr>
            <a:spLocks noChangeArrowheads="1"/>
          </p:cNvSpPr>
          <p:nvPr/>
        </p:nvSpPr>
        <p:spPr bwMode="auto">
          <a:xfrm>
            <a:off x="5318310" y="4657476"/>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2" name="Rectangle 7">
            <a:extLst>
              <a:ext uri="{FF2B5EF4-FFF2-40B4-BE49-F238E27FC236}">
                <a16:creationId xmlns:a16="http://schemas.microsoft.com/office/drawing/2014/main" id="{44F9DDC7-EF84-C3F7-ED2E-EA46C8CBF045}"/>
              </a:ext>
            </a:extLst>
          </p:cNvPr>
          <p:cNvSpPr>
            <a:spLocks noChangeArrowheads="1"/>
          </p:cNvSpPr>
          <p:nvPr/>
        </p:nvSpPr>
        <p:spPr bwMode="auto">
          <a:xfrm>
            <a:off x="6613710" y="4657476"/>
            <a:ext cx="1905000" cy="8382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13" name="Rectangle 8">
            <a:extLst>
              <a:ext uri="{FF2B5EF4-FFF2-40B4-BE49-F238E27FC236}">
                <a16:creationId xmlns:a16="http://schemas.microsoft.com/office/drawing/2014/main" id="{CEB5ED5D-D16F-B4EC-E01A-4269AE7597C0}"/>
              </a:ext>
            </a:extLst>
          </p:cNvPr>
          <p:cNvSpPr>
            <a:spLocks noChangeArrowheads="1"/>
          </p:cNvSpPr>
          <p:nvPr/>
        </p:nvSpPr>
        <p:spPr bwMode="auto">
          <a:xfrm>
            <a:off x="7528110" y="4657476"/>
            <a:ext cx="990600" cy="8382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latin typeface="Tahoma" panose="020B0604030504040204" pitchFamily="34" charset="0"/>
            </a:endParaRPr>
          </a:p>
        </p:txBody>
      </p:sp>
      <p:sp>
        <p:nvSpPr>
          <p:cNvPr id="14" name="Text Box 9">
            <a:extLst>
              <a:ext uri="{FF2B5EF4-FFF2-40B4-BE49-F238E27FC236}">
                <a16:creationId xmlns:a16="http://schemas.microsoft.com/office/drawing/2014/main" id="{4711BBC1-A0D0-312B-DFB3-E44842247C40}"/>
              </a:ext>
            </a:extLst>
          </p:cNvPr>
          <p:cNvSpPr txBox="1">
            <a:spLocks noChangeArrowheads="1"/>
          </p:cNvSpPr>
          <p:nvPr/>
        </p:nvSpPr>
        <p:spPr bwMode="auto">
          <a:xfrm>
            <a:off x="6689910" y="4886076"/>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cat</a:t>
            </a:r>
          </a:p>
        </p:txBody>
      </p:sp>
      <p:sp>
        <p:nvSpPr>
          <p:cNvPr id="15" name="Text Box 10">
            <a:extLst>
              <a:ext uri="{FF2B5EF4-FFF2-40B4-BE49-F238E27FC236}">
                <a16:creationId xmlns:a16="http://schemas.microsoft.com/office/drawing/2014/main" id="{66E0BA2D-106A-FE20-058B-914DCFF98178}"/>
              </a:ext>
            </a:extLst>
          </p:cNvPr>
          <p:cNvSpPr txBox="1">
            <a:spLocks noChangeArrowheads="1"/>
          </p:cNvSpPr>
          <p:nvPr/>
        </p:nvSpPr>
        <p:spPr bwMode="auto">
          <a:xfrm>
            <a:off x="4480110" y="4886076"/>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dog</a:t>
            </a:r>
          </a:p>
        </p:txBody>
      </p:sp>
      <p:sp>
        <p:nvSpPr>
          <p:cNvPr id="16" name="Text Box 11">
            <a:extLst>
              <a:ext uri="{FF2B5EF4-FFF2-40B4-BE49-F238E27FC236}">
                <a16:creationId xmlns:a16="http://schemas.microsoft.com/office/drawing/2014/main" id="{57FC5341-4B23-C53E-B6FC-E9D5864E72C9}"/>
              </a:ext>
            </a:extLst>
          </p:cNvPr>
          <p:cNvSpPr txBox="1">
            <a:spLocks noChangeArrowheads="1"/>
          </p:cNvSpPr>
          <p:nvPr/>
        </p:nvSpPr>
        <p:spPr bwMode="auto">
          <a:xfrm>
            <a:off x="2270310" y="4886076"/>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latin typeface="Tahoma" panose="020B0604030504040204" pitchFamily="34" charset="0"/>
              </a:rPr>
              <a:t>pig</a:t>
            </a:r>
          </a:p>
        </p:txBody>
      </p:sp>
      <p:sp>
        <p:nvSpPr>
          <p:cNvPr id="17" name="Text Box 13">
            <a:extLst>
              <a:ext uri="{FF2B5EF4-FFF2-40B4-BE49-F238E27FC236}">
                <a16:creationId xmlns:a16="http://schemas.microsoft.com/office/drawing/2014/main" id="{74176819-0A46-3B64-9F6E-B68E22BF9EAB}"/>
              </a:ext>
            </a:extLst>
          </p:cNvPr>
          <p:cNvSpPr txBox="1">
            <a:spLocks noChangeArrowheads="1"/>
          </p:cNvSpPr>
          <p:nvPr/>
        </p:nvSpPr>
        <p:spPr bwMode="auto">
          <a:xfrm>
            <a:off x="7604310" y="4886076"/>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null</a:t>
            </a:r>
          </a:p>
        </p:txBody>
      </p:sp>
      <p:sp>
        <p:nvSpPr>
          <p:cNvPr id="18" name="Text Box 18">
            <a:extLst>
              <a:ext uri="{FF2B5EF4-FFF2-40B4-BE49-F238E27FC236}">
                <a16:creationId xmlns:a16="http://schemas.microsoft.com/office/drawing/2014/main" id="{AEB8CBB8-3E38-D78C-63BF-9B529C538A9C}"/>
              </a:ext>
            </a:extLst>
          </p:cNvPr>
          <p:cNvSpPr txBox="1">
            <a:spLocks noChangeArrowheads="1"/>
          </p:cNvSpPr>
          <p:nvPr/>
        </p:nvSpPr>
        <p:spPr bwMode="auto">
          <a:xfrm>
            <a:off x="2575110" y="435267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0xB3A</a:t>
            </a:r>
          </a:p>
        </p:txBody>
      </p:sp>
      <p:sp>
        <p:nvSpPr>
          <p:cNvPr id="19" name="Line 19">
            <a:extLst>
              <a:ext uri="{FF2B5EF4-FFF2-40B4-BE49-F238E27FC236}">
                <a16:creationId xmlns:a16="http://schemas.microsoft.com/office/drawing/2014/main" id="{83B757AD-DD4E-EDFD-1F5B-3D0F1B1016FC}"/>
              </a:ext>
            </a:extLst>
          </p:cNvPr>
          <p:cNvSpPr>
            <a:spLocks noChangeShapeType="1"/>
          </p:cNvSpPr>
          <p:nvPr/>
        </p:nvSpPr>
        <p:spPr bwMode="auto">
          <a:xfrm>
            <a:off x="3946710" y="5114676"/>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Text Box 23">
            <a:extLst>
              <a:ext uri="{FF2B5EF4-FFF2-40B4-BE49-F238E27FC236}">
                <a16:creationId xmlns:a16="http://schemas.microsoft.com/office/drawing/2014/main" id="{43AFE2D5-9201-03D2-E779-6A7FF93C98B7}"/>
              </a:ext>
            </a:extLst>
          </p:cNvPr>
          <p:cNvSpPr txBox="1">
            <a:spLocks noChangeArrowheads="1"/>
          </p:cNvSpPr>
          <p:nvPr/>
        </p:nvSpPr>
        <p:spPr bwMode="auto">
          <a:xfrm>
            <a:off x="4784910" y="435267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1" name="Text Box 24">
            <a:extLst>
              <a:ext uri="{FF2B5EF4-FFF2-40B4-BE49-F238E27FC236}">
                <a16:creationId xmlns:a16="http://schemas.microsoft.com/office/drawing/2014/main" id="{F749D0FE-1BA2-D575-4386-0724E91BCCC1}"/>
              </a:ext>
            </a:extLst>
          </p:cNvPr>
          <p:cNvSpPr txBox="1">
            <a:spLocks noChangeArrowheads="1"/>
          </p:cNvSpPr>
          <p:nvPr/>
        </p:nvSpPr>
        <p:spPr bwMode="auto">
          <a:xfrm>
            <a:off x="7070910" y="435267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2" name="Line 25">
            <a:extLst>
              <a:ext uri="{FF2B5EF4-FFF2-40B4-BE49-F238E27FC236}">
                <a16:creationId xmlns:a16="http://schemas.microsoft.com/office/drawing/2014/main" id="{6C4AF50D-15F2-E00F-E575-6F32392666BD}"/>
              </a:ext>
            </a:extLst>
          </p:cNvPr>
          <p:cNvSpPr>
            <a:spLocks noChangeShapeType="1"/>
          </p:cNvSpPr>
          <p:nvPr/>
        </p:nvSpPr>
        <p:spPr bwMode="auto">
          <a:xfrm>
            <a:off x="6156510" y="5114676"/>
            <a:ext cx="3810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7">
            <a:extLst>
              <a:ext uri="{FF2B5EF4-FFF2-40B4-BE49-F238E27FC236}">
                <a16:creationId xmlns:a16="http://schemas.microsoft.com/office/drawing/2014/main" id="{E709FFEB-20F5-4B3D-3224-3348CDD62E0C}"/>
              </a:ext>
            </a:extLst>
          </p:cNvPr>
          <p:cNvSpPr txBox="1">
            <a:spLocks noChangeArrowheads="1"/>
          </p:cNvSpPr>
          <p:nvPr/>
        </p:nvSpPr>
        <p:spPr bwMode="auto">
          <a:xfrm>
            <a:off x="3108510" y="496227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dirty="0">
                <a:solidFill>
                  <a:srgbClr val="0000CC"/>
                </a:solidFill>
                <a:latin typeface="Tahoma" panose="020B0604030504040204" pitchFamily="34" charset="0"/>
              </a:rPr>
              <a:t>0x2CB</a:t>
            </a:r>
          </a:p>
        </p:txBody>
      </p:sp>
      <p:sp>
        <p:nvSpPr>
          <p:cNvPr id="24" name="Text Box 28">
            <a:extLst>
              <a:ext uri="{FF2B5EF4-FFF2-40B4-BE49-F238E27FC236}">
                <a16:creationId xmlns:a16="http://schemas.microsoft.com/office/drawing/2014/main" id="{160E5160-EBC9-4F7E-F072-6B05A42242C1}"/>
              </a:ext>
            </a:extLst>
          </p:cNvPr>
          <p:cNvSpPr txBox="1">
            <a:spLocks noChangeArrowheads="1"/>
          </p:cNvSpPr>
          <p:nvPr/>
        </p:nvSpPr>
        <p:spPr bwMode="auto">
          <a:xfrm>
            <a:off x="5318310" y="4962276"/>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600" b="1">
                <a:solidFill>
                  <a:srgbClr val="0000CC"/>
                </a:solidFill>
                <a:latin typeface="Tahoma" panose="020B0604030504040204" pitchFamily="34" charset="0"/>
              </a:rPr>
              <a:t>0xFEA</a:t>
            </a:r>
          </a:p>
        </p:txBody>
      </p:sp>
      <p:sp>
        <p:nvSpPr>
          <p:cNvPr id="29" name="TextBox 28">
            <a:extLst>
              <a:ext uri="{FF2B5EF4-FFF2-40B4-BE49-F238E27FC236}">
                <a16:creationId xmlns:a16="http://schemas.microsoft.com/office/drawing/2014/main" id="{A790D3D5-D08B-42E8-DCC4-8D24058EE7C4}"/>
              </a:ext>
            </a:extLst>
          </p:cNvPr>
          <p:cNvSpPr txBox="1"/>
          <p:nvPr/>
        </p:nvSpPr>
        <p:spPr>
          <a:xfrm>
            <a:off x="2178420" y="5503350"/>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0" name="TextBox 29">
            <a:extLst>
              <a:ext uri="{FF2B5EF4-FFF2-40B4-BE49-F238E27FC236}">
                <a16:creationId xmlns:a16="http://schemas.microsoft.com/office/drawing/2014/main" id="{0170C5D8-3221-6481-9ED1-F682D3B6F535}"/>
              </a:ext>
            </a:extLst>
          </p:cNvPr>
          <p:cNvSpPr txBox="1"/>
          <p:nvPr/>
        </p:nvSpPr>
        <p:spPr>
          <a:xfrm>
            <a:off x="4327710" y="5503350"/>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sp>
        <p:nvSpPr>
          <p:cNvPr id="31" name="TextBox 30">
            <a:extLst>
              <a:ext uri="{FF2B5EF4-FFF2-40B4-BE49-F238E27FC236}">
                <a16:creationId xmlns:a16="http://schemas.microsoft.com/office/drawing/2014/main" id="{FEB5DF76-79A4-CB20-81CF-021EC6EB2E4E}"/>
              </a:ext>
            </a:extLst>
          </p:cNvPr>
          <p:cNvSpPr txBox="1"/>
          <p:nvPr/>
        </p:nvSpPr>
        <p:spPr>
          <a:xfrm>
            <a:off x="6477000" y="5503350"/>
            <a:ext cx="2149290" cy="954107"/>
          </a:xfrm>
          <a:prstGeom prst="rect">
            <a:avLst/>
          </a:prstGeom>
          <a:noFill/>
        </p:spPr>
        <p:txBody>
          <a:bodyPr wrap="square">
            <a:spAutoFit/>
          </a:bodyPr>
          <a:lstStyle/>
          <a:p>
            <a:r>
              <a:rPr lang="en-US" sz="1400" dirty="0" err="1"/>
              <a:t>setValue</a:t>
            </a:r>
            <a:r>
              <a:rPr lang="en-US" sz="1400" dirty="0"/>
              <a:t>(Comparable v)</a:t>
            </a:r>
          </a:p>
          <a:p>
            <a:r>
              <a:rPr lang="en-US" sz="1400" dirty="0" err="1"/>
              <a:t>setNext</a:t>
            </a:r>
            <a:r>
              <a:rPr lang="en-US" sz="1400" dirty="0"/>
              <a:t>(Linkable next)</a:t>
            </a:r>
          </a:p>
          <a:p>
            <a:r>
              <a:rPr lang="en-US" sz="1400" dirty="0" err="1"/>
              <a:t>getValue</a:t>
            </a:r>
            <a:r>
              <a:rPr lang="en-US" sz="1400" dirty="0"/>
              <a:t>()</a:t>
            </a:r>
          </a:p>
          <a:p>
            <a:r>
              <a:rPr lang="en-US" sz="1400" dirty="0" err="1"/>
              <a:t>getNext</a:t>
            </a:r>
            <a:r>
              <a:rPr lang="en-US" sz="1400" dirty="0"/>
              <a:t>()</a:t>
            </a:r>
          </a:p>
        </p:txBody>
      </p:sp>
      <p:grpSp>
        <p:nvGrpSpPr>
          <p:cNvPr id="32" name="Group 31">
            <a:extLst>
              <a:ext uri="{FF2B5EF4-FFF2-40B4-BE49-F238E27FC236}">
                <a16:creationId xmlns:a16="http://schemas.microsoft.com/office/drawing/2014/main" id="{2F9EB9B2-87C1-E1D0-22B6-BE9C36CB1633}"/>
              </a:ext>
            </a:extLst>
          </p:cNvPr>
          <p:cNvGrpSpPr/>
          <p:nvPr/>
        </p:nvGrpSpPr>
        <p:grpSpPr>
          <a:xfrm>
            <a:off x="494339" y="1121780"/>
            <a:ext cx="4754880" cy="2805342"/>
            <a:chOff x="-3582141" y="1847318"/>
            <a:chExt cx="4754880" cy="2805342"/>
          </a:xfrm>
        </p:grpSpPr>
        <p:sp>
          <p:nvSpPr>
            <p:cNvPr id="25" name="Text Box 32">
              <a:extLst>
                <a:ext uri="{FF2B5EF4-FFF2-40B4-BE49-F238E27FC236}">
                  <a16:creationId xmlns:a16="http://schemas.microsoft.com/office/drawing/2014/main" id="{D5CDB0EE-3E2C-FE74-E6E5-8C32EB9D03B8}"/>
                </a:ext>
              </a:extLst>
            </p:cNvPr>
            <p:cNvSpPr txBox="1">
              <a:spLocks noChangeArrowheads="1"/>
            </p:cNvSpPr>
            <p:nvPr/>
          </p:nvSpPr>
          <p:spPr bwMode="auto">
            <a:xfrm>
              <a:off x="-3582141" y="2312850"/>
              <a:ext cx="4754880" cy="40011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dirty="0">
                  <a:latin typeface="Tahoma" panose="020B0604030504040204" pitchFamily="34" charset="0"/>
                </a:rPr>
                <a:t>front = </a:t>
              </a:r>
              <a:r>
                <a:rPr lang="en-US" altLang="en-US" sz="1800" b="1" dirty="0">
                  <a:solidFill>
                    <a:srgbClr val="0000CC"/>
                  </a:solidFill>
                  <a:latin typeface="Tahoma" panose="020B0604030504040204" pitchFamily="34" charset="0"/>
                </a:rPr>
                <a:t>0xB3A</a:t>
              </a:r>
              <a:r>
                <a:rPr lang="en-US" altLang="en-US" sz="2000" b="1" dirty="0">
                  <a:latin typeface="Tahoma" panose="020B0604030504040204" pitchFamily="34" charset="0"/>
                </a:rPr>
                <a:t> </a:t>
              </a:r>
            </a:p>
          </p:txBody>
        </p:sp>
        <p:sp>
          <p:nvSpPr>
            <p:cNvPr id="4" name="TextBox 3">
              <a:extLst>
                <a:ext uri="{FF2B5EF4-FFF2-40B4-BE49-F238E27FC236}">
                  <a16:creationId xmlns:a16="http://schemas.microsoft.com/office/drawing/2014/main" id="{89B204A4-5233-90FF-FCF5-7A7E7DEBCF9D}"/>
                </a:ext>
              </a:extLst>
            </p:cNvPr>
            <p:cNvSpPr txBox="1"/>
            <p:nvPr/>
          </p:nvSpPr>
          <p:spPr>
            <a:xfrm>
              <a:off x="-3582141" y="2713668"/>
              <a:ext cx="4754880" cy="1938992"/>
            </a:xfrm>
            <a:prstGeom prst="rect">
              <a:avLst/>
            </a:prstGeom>
            <a:noFill/>
            <a:ln>
              <a:solidFill>
                <a:schemeClr val="tx1"/>
              </a:solidFill>
            </a:ln>
          </p:spPr>
          <p:txBody>
            <a:bodyPr wrap="square">
              <a:spAutoFit/>
            </a:bodyPr>
            <a:lstStyle/>
            <a:p>
              <a:r>
                <a:rPr lang="en-US" dirty="0"/>
                <a:t>void </a:t>
              </a:r>
              <a:r>
                <a:rPr lang="en-US" b="1" dirty="0">
                  <a:highlight>
                    <a:srgbClr val="FFFF00"/>
                  </a:highlight>
                </a:rPr>
                <a:t>add</a:t>
              </a:r>
              <a:r>
                <a:rPr lang="en-US" dirty="0"/>
                <a:t>(Comparable data)</a:t>
              </a:r>
            </a:p>
            <a:p>
              <a:r>
                <a:rPr lang="en-US" dirty="0"/>
                <a:t>void </a:t>
              </a:r>
              <a:r>
                <a:rPr lang="en-US" b="1" dirty="0"/>
                <a:t>print</a:t>
              </a:r>
              <a:r>
                <a:rPr lang="en-US" dirty="0"/>
                <a:t>()</a:t>
              </a:r>
            </a:p>
            <a:p>
              <a:r>
                <a:rPr lang="en-US" dirty="0"/>
                <a:t>int   </a:t>
              </a:r>
              <a:r>
                <a:rPr lang="en-US" b="1" dirty="0" err="1"/>
                <a:t>nodeCount</a:t>
              </a:r>
              <a:r>
                <a:rPr lang="en-US" dirty="0"/>
                <a:t>()</a:t>
              </a:r>
            </a:p>
            <a:p>
              <a:r>
                <a:rPr lang="en-US" dirty="0"/>
                <a:t>void </a:t>
              </a:r>
              <a:r>
                <a:rPr lang="en-US" b="1" dirty="0" err="1"/>
                <a:t>doubleFirst</a:t>
              </a:r>
              <a:r>
                <a:rPr lang="en-US" dirty="0"/>
                <a:t>()</a:t>
              </a:r>
            </a:p>
            <a:p>
              <a:r>
                <a:rPr lang="en-US" dirty="0"/>
                <a:t>void </a:t>
              </a:r>
              <a:r>
                <a:rPr lang="en-US" b="1" dirty="0" err="1"/>
                <a:t>doubleLast</a:t>
              </a:r>
              <a:r>
                <a:rPr lang="en-US" dirty="0"/>
                <a:t>()</a:t>
              </a:r>
            </a:p>
            <a:p>
              <a:r>
                <a:rPr lang="en-US" dirty="0"/>
                <a:t>void </a:t>
              </a:r>
              <a:r>
                <a:rPr lang="en-US" b="1" dirty="0" err="1"/>
                <a:t>skipEveryOther</a:t>
              </a:r>
              <a:r>
                <a:rPr lang="en-US"/>
                <a:t>()</a:t>
              </a:r>
              <a:endParaRPr lang="en-US" sz="1400" dirty="0"/>
            </a:p>
          </p:txBody>
        </p:sp>
        <p:sp>
          <p:nvSpPr>
            <p:cNvPr id="28" name="TextBox 27">
              <a:extLst>
                <a:ext uri="{FF2B5EF4-FFF2-40B4-BE49-F238E27FC236}">
                  <a16:creationId xmlns:a16="http://schemas.microsoft.com/office/drawing/2014/main" id="{36575AE1-7587-C234-4855-1982788AA3A9}"/>
                </a:ext>
              </a:extLst>
            </p:cNvPr>
            <p:cNvSpPr txBox="1"/>
            <p:nvPr/>
          </p:nvSpPr>
          <p:spPr>
            <a:xfrm>
              <a:off x="-3582141" y="1847318"/>
              <a:ext cx="4754880" cy="461665"/>
            </a:xfrm>
            <a:prstGeom prst="rect">
              <a:avLst/>
            </a:prstGeom>
            <a:noFill/>
            <a:ln>
              <a:solidFill>
                <a:schemeClr val="tx1"/>
              </a:solidFill>
            </a:ln>
          </p:spPr>
          <p:txBody>
            <a:bodyPr wrap="square">
              <a:spAutoFit/>
            </a:bodyPr>
            <a:lstStyle/>
            <a:p>
              <a:r>
                <a:rPr lang="en-US" sz="2400" b="1" dirty="0" err="1">
                  <a:solidFill>
                    <a:srgbClr val="000000"/>
                  </a:solidFill>
                  <a:latin typeface="Courier New" panose="02070309020205020404" pitchFamily="49" charset="0"/>
                </a:rPr>
                <a:t>ListFun</a:t>
              </a:r>
              <a:endParaRPr lang="en-US" sz="2400" b="1" dirty="0"/>
            </a:p>
          </p:txBody>
        </p:sp>
      </p:grpSp>
      <p:sp>
        <p:nvSpPr>
          <p:cNvPr id="34" name="Freeform: Shape 33">
            <a:extLst>
              <a:ext uri="{FF2B5EF4-FFF2-40B4-BE49-F238E27FC236}">
                <a16:creationId xmlns:a16="http://schemas.microsoft.com/office/drawing/2014/main" id="{BE117472-B57E-6EB5-29BB-E46B5EF755A1}"/>
              </a:ext>
            </a:extLst>
          </p:cNvPr>
          <p:cNvSpPr/>
          <p:nvPr/>
        </p:nvSpPr>
        <p:spPr bwMode="auto">
          <a:xfrm>
            <a:off x="1501037" y="1746355"/>
            <a:ext cx="3627824" cy="3430144"/>
          </a:xfrm>
          <a:custGeom>
            <a:avLst/>
            <a:gdLst>
              <a:gd name="connsiteX0" fmla="*/ 1061541 w 3627824"/>
              <a:gd name="connsiteY0" fmla="*/ 48578 h 3430144"/>
              <a:gd name="connsiteX1" fmla="*/ 2201719 w 3627824"/>
              <a:gd name="connsiteY1" fmla="*/ 26001 h 3430144"/>
              <a:gd name="connsiteX2" fmla="*/ 3251585 w 3627824"/>
              <a:gd name="connsiteY2" fmla="*/ 364667 h 3430144"/>
              <a:gd name="connsiteX3" fmla="*/ 3556385 w 3627824"/>
              <a:gd name="connsiteY3" fmla="*/ 1358089 h 3430144"/>
              <a:gd name="connsiteX4" fmla="*/ 3533807 w 3627824"/>
              <a:gd name="connsiteY4" fmla="*/ 2295067 h 3430144"/>
              <a:gd name="connsiteX5" fmla="*/ 2551674 w 3627824"/>
              <a:gd name="connsiteY5" fmla="*/ 2498267 h 3430144"/>
              <a:gd name="connsiteX6" fmla="*/ 1106696 w 3627824"/>
              <a:gd name="connsiteY6" fmla="*/ 2475689 h 3430144"/>
              <a:gd name="connsiteX7" fmla="*/ 147141 w 3627824"/>
              <a:gd name="connsiteY7" fmla="*/ 2746623 h 3430144"/>
              <a:gd name="connsiteX8" fmla="*/ 56830 w 3627824"/>
              <a:gd name="connsiteY8" fmla="*/ 3344934 h 3430144"/>
              <a:gd name="connsiteX9" fmla="*/ 677719 w 3627824"/>
              <a:gd name="connsiteY9" fmla="*/ 3412667 h 343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7824" h="3430144">
                <a:moveTo>
                  <a:pt x="1061541" y="48578"/>
                </a:moveTo>
                <a:cubicBezTo>
                  <a:pt x="1449126" y="10949"/>
                  <a:pt x="1836712" y="-26680"/>
                  <a:pt x="2201719" y="26001"/>
                </a:cubicBezTo>
                <a:cubicBezTo>
                  <a:pt x="2566726" y="78682"/>
                  <a:pt x="3025807" y="142652"/>
                  <a:pt x="3251585" y="364667"/>
                </a:cubicBezTo>
                <a:cubicBezTo>
                  <a:pt x="3477363" y="586682"/>
                  <a:pt x="3509348" y="1036356"/>
                  <a:pt x="3556385" y="1358089"/>
                </a:cubicBezTo>
                <a:cubicBezTo>
                  <a:pt x="3603422" y="1679822"/>
                  <a:pt x="3701259" y="2105037"/>
                  <a:pt x="3533807" y="2295067"/>
                </a:cubicBezTo>
                <a:cubicBezTo>
                  <a:pt x="3366355" y="2485097"/>
                  <a:pt x="2956193" y="2468163"/>
                  <a:pt x="2551674" y="2498267"/>
                </a:cubicBezTo>
                <a:cubicBezTo>
                  <a:pt x="2147156" y="2528371"/>
                  <a:pt x="1507452" y="2434296"/>
                  <a:pt x="1106696" y="2475689"/>
                </a:cubicBezTo>
                <a:cubicBezTo>
                  <a:pt x="705940" y="2517082"/>
                  <a:pt x="322119" y="2601749"/>
                  <a:pt x="147141" y="2746623"/>
                </a:cubicBezTo>
                <a:cubicBezTo>
                  <a:pt x="-27837" y="2891497"/>
                  <a:pt x="-31600" y="3233927"/>
                  <a:pt x="56830" y="3344934"/>
                </a:cubicBezTo>
                <a:cubicBezTo>
                  <a:pt x="145260" y="3455941"/>
                  <a:pt x="411489" y="3434304"/>
                  <a:pt x="677719" y="3412667"/>
                </a:cubicBezTo>
              </a:path>
            </a:pathLst>
          </a:custGeom>
          <a:noFill/>
          <a:ln w="57150" cap="flat" cmpd="sng" algn="ctr">
            <a:solidFill>
              <a:srgbClr val="FF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132278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79A1C7-1ABA-E884-2954-148933E81BE1}"/>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
        <p:nvSpPr>
          <p:cNvPr id="4" name="TextBox 3">
            <a:extLst>
              <a:ext uri="{FF2B5EF4-FFF2-40B4-BE49-F238E27FC236}">
                <a16:creationId xmlns:a16="http://schemas.microsoft.com/office/drawing/2014/main" id="{7E133C1A-EFBA-E960-BED8-1452EFC30AFB}"/>
              </a:ext>
            </a:extLst>
          </p:cNvPr>
          <p:cNvSpPr txBox="1"/>
          <p:nvPr/>
        </p:nvSpPr>
        <p:spPr>
          <a:xfrm>
            <a:off x="439041" y="208027"/>
            <a:ext cx="7997686" cy="1477328"/>
          </a:xfrm>
          <a:prstGeom prst="rect">
            <a:avLst/>
          </a:prstGeom>
          <a:noFill/>
        </p:spPr>
        <p:txBody>
          <a:bodyPr wrap="square">
            <a:spAutoFit/>
          </a:bodyPr>
          <a:lstStyle/>
          <a:p>
            <a:pPr marR="0" lvl="0">
              <a:tabLst>
                <a:tab pos="685800" algn="l"/>
              </a:tabLst>
            </a:pPr>
            <a:r>
              <a:rPr lang="en-US" sz="3000" dirty="0">
                <a:effectLst/>
                <a:latin typeface="Times New Roman" panose="02020603050405020304" pitchFamily="18" charset="0"/>
                <a:ea typeface="Times New Roman" panose="02020603050405020304" pitchFamily="18" charset="0"/>
              </a:rPr>
              <a:t>Directions:  Show what the following commands do to the given diagram of a linked list.  Draw an arrow to demonstrate the result of the command.</a:t>
            </a:r>
          </a:p>
        </p:txBody>
      </p:sp>
      <p:sp>
        <p:nvSpPr>
          <p:cNvPr id="6" name="TextBox 5">
            <a:extLst>
              <a:ext uri="{FF2B5EF4-FFF2-40B4-BE49-F238E27FC236}">
                <a16:creationId xmlns:a16="http://schemas.microsoft.com/office/drawing/2014/main" id="{70C9D766-034E-4AB3-47C7-C61E255C7A3A}"/>
              </a:ext>
            </a:extLst>
          </p:cNvPr>
          <p:cNvSpPr txBox="1"/>
          <p:nvPr/>
        </p:nvSpPr>
        <p:spPr>
          <a:xfrm>
            <a:off x="252984" y="5284832"/>
            <a:ext cx="5436615" cy="646331"/>
          </a:xfrm>
          <a:prstGeom prst="rect">
            <a:avLst/>
          </a:prstGeom>
          <a:noFill/>
        </p:spPr>
        <p:txBody>
          <a:bodyPr wrap="square">
            <a:spAutoFit/>
          </a:bodyPr>
          <a:lstStyle/>
          <a:p>
            <a:pPr marL="228600" marR="0">
              <a:buNone/>
            </a:pPr>
            <a:r>
              <a:rPr lang="en-US" sz="3600" dirty="0">
                <a:solidFill>
                  <a:srgbClr val="0000CC"/>
                </a:solidFill>
                <a:latin typeface="Cascadia Code" panose="020B0609020000020004" pitchFamily="49" charset="0"/>
                <a:ea typeface="Times New Roman" panose="02020603050405020304" pitchFamily="18" charset="0"/>
                <a:cs typeface="Cascadia Code" panose="020B0609020000020004" pitchFamily="49" charset="0"/>
              </a:rPr>
              <a:t>s = </a:t>
            </a:r>
            <a:r>
              <a:rPr lang="en-US" sz="3600" dirty="0" err="1">
                <a:solidFill>
                  <a:srgbClr val="0000CC"/>
                </a:solidFill>
                <a:latin typeface="Cascadia Code" panose="020B0609020000020004" pitchFamily="49" charset="0"/>
                <a:ea typeface="Times New Roman" panose="02020603050405020304" pitchFamily="18" charset="0"/>
                <a:cs typeface="Cascadia Code" panose="020B0609020000020004" pitchFamily="49" charset="0"/>
              </a:rPr>
              <a:t>q.getNext</a:t>
            </a:r>
            <a:r>
              <a:rPr lang="en-US" sz="3600" dirty="0">
                <a:solidFill>
                  <a:srgbClr val="0000CC"/>
                </a:solidFill>
                <a:latin typeface="Cascadia Code" panose="020B0609020000020004" pitchFamily="49" charset="0"/>
                <a:ea typeface="Times New Roman" panose="02020603050405020304" pitchFamily="18" charset="0"/>
                <a:cs typeface="Cascadia Code" panose="020B0609020000020004" pitchFamily="49" charset="0"/>
              </a:rPr>
              <a:t>();</a:t>
            </a:r>
          </a:p>
        </p:txBody>
      </p:sp>
      <p:pic>
        <p:nvPicPr>
          <p:cNvPr id="5" name="Picture 4">
            <a:extLst>
              <a:ext uri="{FF2B5EF4-FFF2-40B4-BE49-F238E27FC236}">
                <a16:creationId xmlns:a16="http://schemas.microsoft.com/office/drawing/2014/main" id="{DF975845-EF7E-3A1D-7CEF-194C95B0503A}"/>
              </a:ext>
            </a:extLst>
          </p:cNvPr>
          <p:cNvPicPr>
            <a:picLocks noChangeAspect="1"/>
          </p:cNvPicPr>
          <p:nvPr/>
        </p:nvPicPr>
        <p:blipFill>
          <a:blip r:embed="rId3"/>
          <a:stretch>
            <a:fillRect/>
          </a:stretch>
        </p:blipFill>
        <p:spPr>
          <a:xfrm>
            <a:off x="252985" y="2177142"/>
            <a:ext cx="8801913" cy="2372280"/>
          </a:xfrm>
          <a:prstGeom prst="rect">
            <a:avLst/>
          </a:prstGeom>
        </p:spPr>
      </p:pic>
      <p:grpSp>
        <p:nvGrpSpPr>
          <p:cNvPr id="9" name="Group 8">
            <a:extLst>
              <a:ext uri="{FF2B5EF4-FFF2-40B4-BE49-F238E27FC236}">
                <a16:creationId xmlns:a16="http://schemas.microsoft.com/office/drawing/2014/main" id="{A6C9F99C-7462-D456-1B11-4F9D978675AB}"/>
              </a:ext>
            </a:extLst>
          </p:cNvPr>
          <p:cNvGrpSpPr/>
          <p:nvPr/>
        </p:nvGrpSpPr>
        <p:grpSpPr>
          <a:xfrm>
            <a:off x="5607932" y="3384333"/>
            <a:ext cx="1695978" cy="668377"/>
            <a:chOff x="5653088" y="3680883"/>
            <a:chExt cx="615950" cy="274638"/>
          </a:xfrm>
        </p:grpSpPr>
        <p:sp>
          <p:nvSpPr>
            <p:cNvPr id="7" name="Line 2">
              <a:extLst>
                <a:ext uri="{FF2B5EF4-FFF2-40B4-BE49-F238E27FC236}">
                  <a16:creationId xmlns:a16="http://schemas.microsoft.com/office/drawing/2014/main" id="{AA7C4CCF-21C9-9439-1DE3-70262D4E45A1}"/>
                </a:ext>
              </a:extLst>
            </p:cNvPr>
            <p:cNvSpPr>
              <a:spLocks noChangeShapeType="1"/>
            </p:cNvSpPr>
            <p:nvPr/>
          </p:nvSpPr>
          <p:spPr bwMode="auto">
            <a:xfrm flipH="1" flipV="1">
              <a:off x="5653088" y="3680883"/>
              <a:ext cx="366712" cy="27463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Freeform 3">
              <a:extLst>
                <a:ext uri="{FF2B5EF4-FFF2-40B4-BE49-F238E27FC236}">
                  <a16:creationId xmlns:a16="http://schemas.microsoft.com/office/drawing/2014/main" id="{04DDAA74-D675-875F-E0C8-DA58F9AE1487}"/>
                </a:ext>
              </a:extLst>
            </p:cNvPr>
            <p:cNvSpPr>
              <a:spLocks/>
            </p:cNvSpPr>
            <p:nvPr/>
          </p:nvSpPr>
          <p:spPr bwMode="auto">
            <a:xfrm>
              <a:off x="6021388" y="3741208"/>
              <a:ext cx="247650" cy="146050"/>
            </a:xfrm>
            <a:custGeom>
              <a:avLst/>
              <a:gdLst>
                <a:gd name="T0" fmla="*/ 391 w 391"/>
                <a:gd name="T1" fmla="*/ 5 h 229"/>
                <a:gd name="T2" fmla="*/ 101 w 391"/>
                <a:gd name="T3" fmla="*/ 14 h 229"/>
                <a:gd name="T4" fmla="*/ 138 w 391"/>
                <a:gd name="T5" fmla="*/ 42 h 229"/>
                <a:gd name="T6" fmla="*/ 204 w 391"/>
                <a:gd name="T7" fmla="*/ 61 h 229"/>
                <a:gd name="T8" fmla="*/ 372 w 391"/>
                <a:gd name="T9" fmla="*/ 70 h 229"/>
                <a:gd name="T10" fmla="*/ 82 w 391"/>
                <a:gd name="T11" fmla="*/ 108 h 229"/>
                <a:gd name="T12" fmla="*/ 101 w 391"/>
                <a:gd name="T13" fmla="*/ 145 h 229"/>
                <a:gd name="T14" fmla="*/ 363 w 391"/>
                <a:gd name="T15" fmla="*/ 155 h 229"/>
                <a:gd name="T16" fmla="*/ 353 w 391"/>
                <a:gd name="T17" fmla="*/ 183 h 229"/>
                <a:gd name="T18" fmla="*/ 316 w 391"/>
                <a:gd name="T19" fmla="*/ 192 h 229"/>
                <a:gd name="T20" fmla="*/ 194 w 391"/>
                <a:gd name="T21" fmla="*/ 211 h 229"/>
                <a:gd name="T22" fmla="*/ 148 w 391"/>
                <a:gd name="T23" fmla="*/ 220 h 229"/>
                <a:gd name="T24" fmla="*/ 120 w 391"/>
                <a:gd name="T25"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229">
                  <a:moveTo>
                    <a:pt x="391" y="5"/>
                  </a:moveTo>
                  <a:cubicBezTo>
                    <a:pt x="294" y="8"/>
                    <a:pt x="197" y="0"/>
                    <a:pt x="101" y="14"/>
                  </a:cubicBezTo>
                  <a:cubicBezTo>
                    <a:pt x="86" y="16"/>
                    <a:pt x="125" y="34"/>
                    <a:pt x="138" y="42"/>
                  </a:cubicBezTo>
                  <a:cubicBezTo>
                    <a:pt x="149" y="48"/>
                    <a:pt x="195" y="60"/>
                    <a:pt x="204" y="61"/>
                  </a:cubicBezTo>
                  <a:cubicBezTo>
                    <a:pt x="260" y="66"/>
                    <a:pt x="316" y="67"/>
                    <a:pt x="372" y="70"/>
                  </a:cubicBezTo>
                  <a:cubicBezTo>
                    <a:pt x="248" y="112"/>
                    <a:pt x="264" y="99"/>
                    <a:pt x="82" y="108"/>
                  </a:cubicBezTo>
                  <a:cubicBezTo>
                    <a:pt x="0" y="128"/>
                    <a:pt x="73" y="143"/>
                    <a:pt x="101" y="145"/>
                  </a:cubicBezTo>
                  <a:cubicBezTo>
                    <a:pt x="188" y="151"/>
                    <a:pt x="276" y="152"/>
                    <a:pt x="363" y="155"/>
                  </a:cubicBezTo>
                  <a:cubicBezTo>
                    <a:pt x="360" y="164"/>
                    <a:pt x="361" y="177"/>
                    <a:pt x="353" y="183"/>
                  </a:cubicBezTo>
                  <a:cubicBezTo>
                    <a:pt x="343" y="191"/>
                    <a:pt x="328" y="189"/>
                    <a:pt x="316" y="192"/>
                  </a:cubicBezTo>
                  <a:cubicBezTo>
                    <a:pt x="233" y="215"/>
                    <a:pt x="378" y="186"/>
                    <a:pt x="194" y="211"/>
                  </a:cubicBezTo>
                  <a:cubicBezTo>
                    <a:pt x="179" y="213"/>
                    <a:pt x="163" y="216"/>
                    <a:pt x="148" y="220"/>
                  </a:cubicBezTo>
                  <a:cubicBezTo>
                    <a:pt x="138" y="222"/>
                    <a:pt x="120" y="229"/>
                    <a:pt x="120" y="229"/>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9373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C973C-811D-63A1-D953-36BA0752DF4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8EC652-76E9-114B-D3F3-6809EC7E7E27}"/>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sp>
        <p:nvSpPr>
          <p:cNvPr id="4" name="TextBox 3">
            <a:extLst>
              <a:ext uri="{FF2B5EF4-FFF2-40B4-BE49-F238E27FC236}">
                <a16:creationId xmlns:a16="http://schemas.microsoft.com/office/drawing/2014/main" id="{11576207-0101-4D13-602B-9BBF4400C8CA}"/>
              </a:ext>
            </a:extLst>
          </p:cNvPr>
          <p:cNvSpPr txBox="1"/>
          <p:nvPr/>
        </p:nvSpPr>
        <p:spPr>
          <a:xfrm>
            <a:off x="439041" y="208027"/>
            <a:ext cx="7997686" cy="1477328"/>
          </a:xfrm>
          <a:prstGeom prst="rect">
            <a:avLst/>
          </a:prstGeom>
          <a:noFill/>
        </p:spPr>
        <p:txBody>
          <a:bodyPr wrap="square">
            <a:spAutoFit/>
          </a:bodyPr>
          <a:lstStyle/>
          <a:p>
            <a:pPr marR="0" lvl="0">
              <a:tabLst>
                <a:tab pos="685800" algn="l"/>
              </a:tabLst>
            </a:pPr>
            <a:r>
              <a:rPr lang="en-US" sz="3000" dirty="0">
                <a:effectLst/>
                <a:latin typeface="Times New Roman" panose="02020603050405020304" pitchFamily="18" charset="0"/>
                <a:ea typeface="Times New Roman" panose="02020603050405020304" pitchFamily="18" charset="0"/>
              </a:rPr>
              <a:t>Directions:  Show what the following commands do to the given diagram of a linked list.  Draw an arrow to demonstrate the result of the command.</a:t>
            </a:r>
          </a:p>
        </p:txBody>
      </p:sp>
      <p:sp>
        <p:nvSpPr>
          <p:cNvPr id="6" name="TextBox 5">
            <a:extLst>
              <a:ext uri="{FF2B5EF4-FFF2-40B4-BE49-F238E27FC236}">
                <a16:creationId xmlns:a16="http://schemas.microsoft.com/office/drawing/2014/main" id="{AF3EC19C-BBAD-2DFA-E60B-F4F04E6CBA42}"/>
              </a:ext>
            </a:extLst>
          </p:cNvPr>
          <p:cNvSpPr txBox="1"/>
          <p:nvPr/>
        </p:nvSpPr>
        <p:spPr>
          <a:xfrm>
            <a:off x="252984" y="5284832"/>
            <a:ext cx="7310571" cy="646331"/>
          </a:xfrm>
          <a:prstGeom prst="rect">
            <a:avLst/>
          </a:prstGeom>
          <a:noFill/>
        </p:spPr>
        <p:txBody>
          <a:bodyPr wrap="square">
            <a:spAutoFit/>
          </a:bodyPr>
          <a:lstStyle/>
          <a:p>
            <a:pPr marL="228600" marR="0">
              <a:buNone/>
            </a:pPr>
            <a:r>
              <a:rPr lang="en-US" sz="3600" dirty="0" err="1">
                <a:solidFill>
                  <a:srgbClr val="0000CC"/>
                </a:solidFill>
                <a:effectLst/>
                <a:latin typeface="Cascadia Code" panose="020B0609020000020004" pitchFamily="49" charset="0"/>
                <a:ea typeface="Times New Roman" panose="02020603050405020304" pitchFamily="18" charset="0"/>
                <a:cs typeface="Cascadia Code" panose="020B0609020000020004" pitchFamily="49" charset="0"/>
              </a:rPr>
              <a:t>s.setNext</a:t>
            </a:r>
            <a:r>
              <a:rPr lang="en-US" sz="3600" dirty="0">
                <a:solidFill>
                  <a:srgbClr val="0000CC"/>
                </a:solidFill>
                <a:effectLst/>
                <a:latin typeface="Cascadia Code" panose="020B0609020000020004" pitchFamily="49" charset="0"/>
                <a:ea typeface="Times New Roman" panose="02020603050405020304" pitchFamily="18" charset="0"/>
                <a:cs typeface="Cascadia Code" panose="020B0609020000020004" pitchFamily="49" charset="0"/>
              </a:rPr>
              <a:t>(</a:t>
            </a:r>
            <a:r>
              <a:rPr lang="en-US" sz="3600" dirty="0" err="1">
                <a:solidFill>
                  <a:srgbClr val="0000CC"/>
                </a:solidFill>
                <a:effectLst/>
                <a:latin typeface="Cascadia Code" panose="020B0609020000020004" pitchFamily="49" charset="0"/>
                <a:ea typeface="Times New Roman" panose="02020603050405020304" pitchFamily="18" charset="0"/>
                <a:cs typeface="Cascadia Code" panose="020B0609020000020004" pitchFamily="49" charset="0"/>
              </a:rPr>
              <a:t>q.getNext</a:t>
            </a:r>
            <a:r>
              <a:rPr lang="en-US" sz="3600" dirty="0">
                <a:solidFill>
                  <a:srgbClr val="0000CC"/>
                </a:solidFill>
                <a:effectLst/>
                <a:latin typeface="Cascadia Code" panose="020B0609020000020004" pitchFamily="49" charset="0"/>
                <a:ea typeface="Times New Roman" panose="02020603050405020304" pitchFamily="18" charset="0"/>
                <a:cs typeface="Cascadia Code" panose="020B0609020000020004" pitchFamily="49" charset="0"/>
              </a:rPr>
              <a:t>());</a:t>
            </a:r>
          </a:p>
        </p:txBody>
      </p:sp>
      <p:pic>
        <p:nvPicPr>
          <p:cNvPr id="5" name="Picture 4">
            <a:extLst>
              <a:ext uri="{FF2B5EF4-FFF2-40B4-BE49-F238E27FC236}">
                <a16:creationId xmlns:a16="http://schemas.microsoft.com/office/drawing/2014/main" id="{8098965D-B8D0-93C3-9D21-6A9B04160B34}"/>
              </a:ext>
            </a:extLst>
          </p:cNvPr>
          <p:cNvPicPr>
            <a:picLocks noChangeAspect="1"/>
          </p:cNvPicPr>
          <p:nvPr/>
        </p:nvPicPr>
        <p:blipFill>
          <a:blip r:embed="rId3"/>
          <a:stretch>
            <a:fillRect/>
          </a:stretch>
        </p:blipFill>
        <p:spPr>
          <a:xfrm>
            <a:off x="252985" y="2177142"/>
            <a:ext cx="8801913" cy="2372280"/>
          </a:xfrm>
          <a:prstGeom prst="rect">
            <a:avLst/>
          </a:prstGeom>
        </p:spPr>
      </p:pic>
      <p:grpSp>
        <p:nvGrpSpPr>
          <p:cNvPr id="14" name="Group 13">
            <a:extLst>
              <a:ext uri="{FF2B5EF4-FFF2-40B4-BE49-F238E27FC236}">
                <a16:creationId xmlns:a16="http://schemas.microsoft.com/office/drawing/2014/main" id="{EB45A43E-7A3A-140E-6D5E-61F7E3731BC4}"/>
              </a:ext>
            </a:extLst>
          </p:cNvPr>
          <p:cNvGrpSpPr/>
          <p:nvPr/>
        </p:nvGrpSpPr>
        <p:grpSpPr>
          <a:xfrm>
            <a:off x="5531556" y="3040324"/>
            <a:ext cx="3361173" cy="2203327"/>
            <a:chOff x="5531556" y="3040324"/>
            <a:chExt cx="3361173" cy="2203327"/>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36251378-A090-D095-C593-2737B76730AE}"/>
                    </a:ext>
                  </a:extLst>
                </p14:cNvPr>
                <p14:cNvContentPartPr/>
                <p14:nvPr/>
              </p14:nvContentPartPr>
              <p14:xfrm>
                <a:off x="7300449" y="3040324"/>
                <a:ext cx="1592280" cy="502560"/>
              </p14:xfrm>
            </p:contentPart>
          </mc:Choice>
          <mc:Fallback xmlns="">
            <p:pic>
              <p:nvPicPr>
                <p:cNvPr id="10" name="Ink 9">
                  <a:extLst>
                    <a:ext uri="{FF2B5EF4-FFF2-40B4-BE49-F238E27FC236}">
                      <a16:creationId xmlns:a16="http://schemas.microsoft.com/office/drawing/2014/main" id="{36251378-A090-D095-C593-2737B76730AE}"/>
                    </a:ext>
                  </a:extLst>
                </p:cNvPr>
                <p:cNvPicPr/>
                <p:nvPr/>
              </p:nvPicPr>
              <p:blipFill>
                <a:blip r:embed="rId5"/>
                <a:stretch>
                  <a:fillRect/>
                </a:stretch>
              </p:blipFill>
              <p:spPr>
                <a:xfrm>
                  <a:off x="7291809" y="3031684"/>
                  <a:ext cx="1609920" cy="520200"/>
                </a:xfrm>
                <a:prstGeom prst="rect">
                  <a:avLst/>
                </a:prstGeom>
              </p:spPr>
            </p:pic>
          </mc:Fallback>
        </mc:AlternateContent>
        <p:sp>
          <p:nvSpPr>
            <p:cNvPr id="13" name="Freeform: Shape 12">
              <a:extLst>
                <a:ext uri="{FF2B5EF4-FFF2-40B4-BE49-F238E27FC236}">
                  <a16:creationId xmlns:a16="http://schemas.microsoft.com/office/drawing/2014/main" id="{0AE89AE9-3FFE-34D3-002A-339252DA007C}"/>
                </a:ext>
              </a:extLst>
            </p:cNvPr>
            <p:cNvSpPr/>
            <p:nvPr/>
          </p:nvSpPr>
          <p:spPr bwMode="auto">
            <a:xfrm>
              <a:off x="5531556" y="3364089"/>
              <a:ext cx="2065866" cy="1879562"/>
            </a:xfrm>
            <a:custGeom>
              <a:avLst/>
              <a:gdLst>
                <a:gd name="connsiteX0" fmla="*/ 1670755 w 2065866"/>
                <a:gd name="connsiteY0" fmla="*/ 0 h 1879562"/>
                <a:gd name="connsiteX1" fmla="*/ 1851377 w 2065866"/>
                <a:gd name="connsiteY1" fmla="*/ 327378 h 1879562"/>
                <a:gd name="connsiteX2" fmla="*/ 2065866 w 2065866"/>
                <a:gd name="connsiteY2" fmla="*/ 1095022 h 1879562"/>
                <a:gd name="connsiteX3" fmla="*/ 1851377 w 2065866"/>
                <a:gd name="connsiteY3" fmla="*/ 1715911 h 1879562"/>
                <a:gd name="connsiteX4" fmla="*/ 1524000 w 2065866"/>
                <a:gd name="connsiteY4" fmla="*/ 1873955 h 1879562"/>
                <a:gd name="connsiteX5" fmla="*/ 970844 w 2065866"/>
                <a:gd name="connsiteY5" fmla="*/ 1761067 h 1879562"/>
                <a:gd name="connsiteX6" fmla="*/ 406400 w 2065866"/>
                <a:gd name="connsiteY6" fmla="*/ 1027289 h 1879562"/>
                <a:gd name="connsiteX7" fmla="*/ 0 w 2065866"/>
                <a:gd name="connsiteY7" fmla="*/ 169333 h 187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866" h="1879562">
                  <a:moveTo>
                    <a:pt x="1670755" y="0"/>
                  </a:moveTo>
                  <a:cubicBezTo>
                    <a:pt x="1728140" y="72437"/>
                    <a:pt x="1785525" y="144874"/>
                    <a:pt x="1851377" y="327378"/>
                  </a:cubicBezTo>
                  <a:cubicBezTo>
                    <a:pt x="1917229" y="509882"/>
                    <a:pt x="2065866" y="863600"/>
                    <a:pt x="2065866" y="1095022"/>
                  </a:cubicBezTo>
                  <a:cubicBezTo>
                    <a:pt x="2065866" y="1326444"/>
                    <a:pt x="1941688" y="1586089"/>
                    <a:pt x="1851377" y="1715911"/>
                  </a:cubicBezTo>
                  <a:cubicBezTo>
                    <a:pt x="1761066" y="1845733"/>
                    <a:pt x="1670756" y="1866429"/>
                    <a:pt x="1524000" y="1873955"/>
                  </a:cubicBezTo>
                  <a:cubicBezTo>
                    <a:pt x="1377244" y="1881481"/>
                    <a:pt x="1157111" y="1902178"/>
                    <a:pt x="970844" y="1761067"/>
                  </a:cubicBezTo>
                  <a:cubicBezTo>
                    <a:pt x="784577" y="1619956"/>
                    <a:pt x="568207" y="1292578"/>
                    <a:pt x="406400" y="1027289"/>
                  </a:cubicBezTo>
                  <a:cubicBezTo>
                    <a:pt x="244593" y="762000"/>
                    <a:pt x="122296" y="465666"/>
                    <a:pt x="0" y="169333"/>
                  </a:cubicBezTo>
                </a:path>
              </a:pathLst>
            </a:custGeom>
            <a:noFill/>
            <a:ln w="28575" cap="flat" cmpd="sng" algn="ctr">
              <a:solidFill>
                <a:srgbClr val="330099"/>
              </a:solidFill>
              <a:prstDash val="solid"/>
              <a:round/>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4" charset="0"/>
              </a:endParaRPr>
            </a:p>
          </p:txBody>
        </p:sp>
      </p:grpSp>
    </p:spTree>
    <p:extLst>
      <p:ext uri="{BB962C8B-B14F-4D97-AF65-F5344CB8AC3E}">
        <p14:creationId xmlns:p14="http://schemas.microsoft.com/office/powerpoint/2010/main" val="3331155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8C4B4D-8099-C9C8-E4D1-779DC2E72F2C}"/>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pic>
        <p:nvPicPr>
          <p:cNvPr id="4" name="Picture 3">
            <a:extLst>
              <a:ext uri="{FF2B5EF4-FFF2-40B4-BE49-F238E27FC236}">
                <a16:creationId xmlns:a16="http://schemas.microsoft.com/office/drawing/2014/main" id="{322ABE76-6577-514F-31F8-4439903897F7}"/>
              </a:ext>
            </a:extLst>
          </p:cNvPr>
          <p:cNvPicPr>
            <a:picLocks noChangeAspect="1"/>
          </p:cNvPicPr>
          <p:nvPr/>
        </p:nvPicPr>
        <p:blipFill>
          <a:blip r:embed="rId2"/>
          <a:stretch>
            <a:fillRect/>
          </a:stretch>
        </p:blipFill>
        <p:spPr>
          <a:xfrm>
            <a:off x="252869" y="466942"/>
            <a:ext cx="8590585" cy="4105058"/>
          </a:xfrm>
          <a:prstGeom prst="rect">
            <a:avLst/>
          </a:prstGeom>
        </p:spPr>
      </p:pic>
    </p:spTree>
    <p:extLst>
      <p:ext uri="{BB962C8B-B14F-4D97-AF65-F5344CB8AC3E}">
        <p14:creationId xmlns:p14="http://schemas.microsoft.com/office/powerpoint/2010/main" val="3277029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FF7FFF-BB99-A058-FA46-363B0E06031E}"/>
              </a:ext>
            </a:extLst>
          </p:cNvPr>
          <p:cNvSpPr>
            <a:spLocks noGrp="1"/>
          </p:cNvSpPr>
          <p:nvPr>
            <p:ph type="ftr" sz="quarter" idx="12"/>
          </p:nvPr>
        </p:nvSpPr>
        <p:spPr/>
        <p:txBody>
          <a:bodyPr/>
          <a:lstStyle/>
          <a:p>
            <a:pPr>
              <a:defRPr/>
            </a:pPr>
            <a:endParaRPr lang="en-US" altLang="en-US" b="1">
              <a:latin typeface="+mn-lt"/>
            </a:endParaRPr>
          </a:p>
          <a:p>
            <a:pPr>
              <a:defRPr/>
            </a:pPr>
            <a:endParaRPr lang="en-US" altLang="en-US"/>
          </a:p>
          <a:p>
            <a:pPr>
              <a:defRPr/>
            </a:pPr>
            <a:endParaRPr lang="en-US" altLang="en-US" b="1"/>
          </a:p>
          <a:p>
            <a:pPr>
              <a:defRPr/>
            </a:pPr>
            <a:r>
              <a:rPr lang="en-US" altLang="en-US" b="1"/>
              <a:t>© A+ Computer Science  -  www.apluscompsci.com</a:t>
            </a:r>
          </a:p>
        </p:txBody>
      </p:sp>
      <p:pic>
        <p:nvPicPr>
          <p:cNvPr id="4" name="Picture 3">
            <a:extLst>
              <a:ext uri="{FF2B5EF4-FFF2-40B4-BE49-F238E27FC236}">
                <a16:creationId xmlns:a16="http://schemas.microsoft.com/office/drawing/2014/main" id="{1B6134E4-C26F-FF0F-C03E-513F9327F26D}"/>
              </a:ext>
            </a:extLst>
          </p:cNvPr>
          <p:cNvPicPr>
            <a:picLocks noChangeAspect="1"/>
          </p:cNvPicPr>
          <p:nvPr/>
        </p:nvPicPr>
        <p:blipFill>
          <a:blip r:embed="rId2"/>
          <a:stretch>
            <a:fillRect/>
          </a:stretch>
        </p:blipFill>
        <p:spPr>
          <a:xfrm>
            <a:off x="150589" y="636844"/>
            <a:ext cx="8842821" cy="4059334"/>
          </a:xfrm>
          <a:prstGeom prst="rect">
            <a:avLst/>
          </a:prstGeom>
        </p:spPr>
      </p:pic>
    </p:spTree>
    <p:extLst>
      <p:ext uri="{BB962C8B-B14F-4D97-AF65-F5344CB8AC3E}">
        <p14:creationId xmlns:p14="http://schemas.microsoft.com/office/powerpoint/2010/main" val="361924318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se143-13wi">
  <a:themeElements>
    <a:clrScheme name="Custom 1">
      <a:dk1>
        <a:sysClr val="windowText" lastClr="000000"/>
      </a:dk1>
      <a:lt1>
        <a:sysClr val="window" lastClr="FFFFFF"/>
      </a:lt1>
      <a:dk2>
        <a:srgbClr val="242852"/>
      </a:dk2>
      <a:lt2>
        <a:srgbClr val="6C7E9C"/>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2996</TotalTime>
  <Words>948</Words>
  <Application>Microsoft Office PowerPoint</Application>
  <PresentationFormat>On-screen Show (4:3)</PresentationFormat>
  <Paragraphs>230</Paragraphs>
  <Slides>14</Slides>
  <Notes>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14</vt:i4>
      </vt:variant>
    </vt:vector>
  </HeadingPairs>
  <TitlesOfParts>
    <vt:vector size="29" baseType="lpstr">
      <vt:lpstr>ＭＳ Ｐゴシック</vt:lpstr>
      <vt:lpstr>Andale Mono</vt:lpstr>
      <vt:lpstr>Arial</vt:lpstr>
      <vt:lpstr>Cascadia Code</vt:lpstr>
      <vt:lpstr>Consolas</vt:lpstr>
      <vt:lpstr>Courier New</vt:lpstr>
      <vt:lpstr>Impact</vt:lpstr>
      <vt:lpstr>MS LineDraw</vt:lpstr>
      <vt:lpstr>Tahoma</vt:lpstr>
      <vt:lpstr>Times New Roman</vt:lpstr>
      <vt:lpstr>Verdana</vt:lpstr>
      <vt:lpstr>Wingdings</vt:lpstr>
      <vt:lpstr>Wingdings 2</vt:lpstr>
      <vt:lpstr>Blank Presentation</vt:lpstr>
      <vt:lpstr>cse143-13wi</vt:lpstr>
      <vt:lpstr>PowerPoint Presentation</vt:lpstr>
      <vt:lpstr>PowerPoint Presentation</vt:lpstr>
      <vt:lpstr>Typical 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linkedlists</dc:title>
  <dc:subject>Linked Lists</dc:subject>
  <dc:creator>A+ Computer Science</dc:creator>
  <cp:keywords>www.apluscompsci.com</cp:keywords>
  <dc:description>Linked Lists_x000d_
©A+ Computer Science_x000d_
www.apluscompsci.com</dc:description>
  <cp:lastModifiedBy>Weldon Jasik</cp:lastModifiedBy>
  <cp:revision>510</cp:revision>
  <cp:lastPrinted>2000-10-05T14:12:58Z</cp:lastPrinted>
  <dcterms:created xsi:type="dcterms:W3CDTF">1995-06-17T23:31:02Z</dcterms:created>
  <dcterms:modified xsi:type="dcterms:W3CDTF">2026-01-06T18:13:15Z</dcterms:modified>
  <cp:category>www.apluscompsci.com</cp:category>
</cp:coreProperties>
</file>