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57" r:id="rId3"/>
    <p:sldId id="258" r:id="rId4"/>
    <p:sldId id="275" r:id="rId5"/>
    <p:sldId id="276" r:id="rId6"/>
    <p:sldId id="277" r:id="rId7"/>
    <p:sldId id="278" r:id="rId8"/>
    <p:sldId id="279" r:id="rId9"/>
    <p:sldId id="280" r:id="rId10"/>
    <p:sldId id="281" r:id="rId11"/>
    <p:sldId id="282" r:id="rId12"/>
    <p:sldId id="283" r:id="rId13"/>
    <p:sldId id="285" r:id="rId14"/>
    <p:sldId id="286" r:id="rId15"/>
    <p:sldId id="287" r:id="rId16"/>
    <p:sldId id="288" r:id="rId17"/>
    <p:sldId id="289" r:id="rId18"/>
    <p:sldId id="290" r:id="rId19"/>
    <p:sldId id="291" r:id="rId20"/>
    <p:sldId id="284" r:id="rId21"/>
    <p:sldId id="328" r:id="rId22"/>
    <p:sldId id="292" r:id="rId23"/>
    <p:sldId id="293" r:id="rId24"/>
    <p:sldId id="294" r:id="rId25"/>
  </p:sldIdLst>
  <p:sldSz cx="9144000" cy="6858000" type="screen4x3"/>
  <p:notesSz cx="6985000" cy="9282113"/>
  <p:defaultTextStyle>
    <a:defPPr>
      <a:defRPr lang="en-US"/>
    </a:defPPr>
    <a:lvl1pPr algn="l" rtl="0" eaLnBrk="0" fontAlgn="base" hangingPunct="0">
      <a:spcBef>
        <a:spcPct val="0"/>
      </a:spcBef>
      <a:spcAft>
        <a:spcPct val="0"/>
      </a:spcAft>
      <a:defRPr sz="3200" kern="1200">
        <a:solidFill>
          <a:srgbClr val="FFFF00"/>
        </a:solidFill>
        <a:latin typeface="Times New Roman" panose="02020603050405020304" pitchFamily="18" charset="0"/>
        <a:ea typeface="+mn-ea"/>
        <a:cs typeface="+mn-cs"/>
      </a:defRPr>
    </a:lvl1pPr>
    <a:lvl2pPr marL="457200" algn="l" rtl="0" eaLnBrk="0" fontAlgn="base" hangingPunct="0">
      <a:spcBef>
        <a:spcPct val="0"/>
      </a:spcBef>
      <a:spcAft>
        <a:spcPct val="0"/>
      </a:spcAft>
      <a:defRPr sz="3200" kern="1200">
        <a:solidFill>
          <a:srgbClr val="FFFF00"/>
        </a:solidFill>
        <a:latin typeface="Times New Roman" panose="02020603050405020304" pitchFamily="18" charset="0"/>
        <a:ea typeface="+mn-ea"/>
        <a:cs typeface="+mn-cs"/>
      </a:defRPr>
    </a:lvl2pPr>
    <a:lvl3pPr marL="914400" algn="l" rtl="0" eaLnBrk="0" fontAlgn="base" hangingPunct="0">
      <a:spcBef>
        <a:spcPct val="0"/>
      </a:spcBef>
      <a:spcAft>
        <a:spcPct val="0"/>
      </a:spcAft>
      <a:defRPr sz="3200" kern="1200">
        <a:solidFill>
          <a:srgbClr val="FFFF00"/>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3200" kern="1200">
        <a:solidFill>
          <a:srgbClr val="FFFF00"/>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3200" kern="1200">
        <a:solidFill>
          <a:srgbClr val="FFFF00"/>
        </a:solidFill>
        <a:latin typeface="Times New Roman" panose="02020603050405020304" pitchFamily="18" charset="0"/>
        <a:ea typeface="+mn-ea"/>
        <a:cs typeface="+mn-cs"/>
      </a:defRPr>
    </a:lvl5pPr>
    <a:lvl6pPr marL="2286000" algn="l" defTabSz="914400" rtl="0" eaLnBrk="1" latinLnBrk="0" hangingPunct="1">
      <a:defRPr sz="3200" kern="1200">
        <a:solidFill>
          <a:srgbClr val="FFFF00"/>
        </a:solidFill>
        <a:latin typeface="Times New Roman" panose="02020603050405020304" pitchFamily="18" charset="0"/>
        <a:ea typeface="+mn-ea"/>
        <a:cs typeface="+mn-cs"/>
      </a:defRPr>
    </a:lvl6pPr>
    <a:lvl7pPr marL="2743200" algn="l" defTabSz="914400" rtl="0" eaLnBrk="1" latinLnBrk="0" hangingPunct="1">
      <a:defRPr sz="3200" kern="1200">
        <a:solidFill>
          <a:srgbClr val="FFFF00"/>
        </a:solidFill>
        <a:latin typeface="Times New Roman" panose="02020603050405020304" pitchFamily="18" charset="0"/>
        <a:ea typeface="+mn-ea"/>
        <a:cs typeface="+mn-cs"/>
      </a:defRPr>
    </a:lvl7pPr>
    <a:lvl8pPr marL="3200400" algn="l" defTabSz="914400" rtl="0" eaLnBrk="1" latinLnBrk="0" hangingPunct="1">
      <a:defRPr sz="3200" kern="1200">
        <a:solidFill>
          <a:srgbClr val="FFFF00"/>
        </a:solidFill>
        <a:latin typeface="Times New Roman" panose="02020603050405020304" pitchFamily="18" charset="0"/>
        <a:ea typeface="+mn-ea"/>
        <a:cs typeface="+mn-cs"/>
      </a:defRPr>
    </a:lvl8pPr>
    <a:lvl9pPr marL="3657600" algn="l" defTabSz="914400" rtl="0" eaLnBrk="1" latinLnBrk="0" hangingPunct="1">
      <a:defRPr sz="3200" kern="1200">
        <a:solidFill>
          <a:srgbClr val="FFFF00"/>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996600"/>
    <a:srgbClr val="FF9933"/>
    <a:srgbClr val="FFCC00"/>
    <a:srgbClr val="336600"/>
    <a:srgbClr val="FFFFFF"/>
    <a:srgbClr val="FFFF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napToGrid="0">
      <p:cViewPr varScale="1">
        <p:scale>
          <a:sx n="122" d="100"/>
          <a:sy n="122" d="100"/>
        </p:scale>
        <p:origin x="1205" y="8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846"/>
    </p:cViewPr>
  </p:sorterViewPr>
  <p:notesViewPr>
    <p:cSldViewPr snapToGrid="0">
      <p:cViewPr varScale="1">
        <p:scale>
          <a:sx n="35" d="100"/>
          <a:sy n="35" d="100"/>
        </p:scale>
        <p:origin x="-1025" y="-8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23.xml"/><Relationship Id="rId3" Type="http://schemas.openxmlformats.org/officeDocument/2006/relationships/slide" Target="slides/slide16.xml"/><Relationship Id="rId7"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 Target="slides/slide12.xml"/><Relationship Id="rId6" Type="http://schemas.openxmlformats.org/officeDocument/2006/relationships/slide" Target="slides/slide19.xml"/><Relationship Id="rId5" Type="http://schemas.openxmlformats.org/officeDocument/2006/relationships/slide" Target="slides/slide18.xml"/><Relationship Id="rId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C15F5B1-FDD3-58EA-6643-F62DABAC960E}"/>
              </a:ext>
            </a:extLst>
          </p:cNvPr>
          <p:cNvSpPr>
            <a:spLocks noGrp="1" noChangeArrowheads="1"/>
          </p:cNvSpPr>
          <p:nvPr>
            <p:ph type="hdr" sz="quarter"/>
          </p:nvPr>
        </p:nvSpPr>
        <p:spPr bwMode="auto">
          <a:xfrm>
            <a:off x="0" y="-1588"/>
            <a:ext cx="302736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smtClean="0">
                <a:solidFill>
                  <a:schemeClr val="tx1"/>
                </a:solidFill>
              </a:defRPr>
            </a:lvl1pPr>
          </a:lstStyle>
          <a:p>
            <a:pPr>
              <a:defRPr/>
            </a:pPr>
            <a:endParaRPr lang="en-US" altLang="en-US"/>
          </a:p>
        </p:txBody>
      </p:sp>
      <p:sp>
        <p:nvSpPr>
          <p:cNvPr id="2051" name="Rectangle 3">
            <a:extLst>
              <a:ext uri="{FF2B5EF4-FFF2-40B4-BE49-F238E27FC236}">
                <a16:creationId xmlns:a16="http://schemas.microsoft.com/office/drawing/2014/main" id="{F874ECD3-4B30-D448-B5F0-25CBA197E89D}"/>
              </a:ext>
            </a:extLst>
          </p:cNvPr>
          <p:cNvSpPr>
            <a:spLocks noGrp="1" noChangeArrowheads="1"/>
          </p:cNvSpPr>
          <p:nvPr>
            <p:ph type="dt" idx="1"/>
          </p:nvPr>
        </p:nvSpPr>
        <p:spPr bwMode="auto">
          <a:xfrm>
            <a:off x="3957638" y="-1588"/>
            <a:ext cx="3027362"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smtClean="0">
                <a:solidFill>
                  <a:schemeClr val="tx1"/>
                </a:solidFill>
              </a:defRPr>
            </a:lvl1pPr>
          </a:lstStyle>
          <a:p>
            <a:pPr>
              <a:defRPr/>
            </a:pPr>
            <a:endParaRPr lang="en-US" altLang="en-US"/>
          </a:p>
        </p:txBody>
      </p:sp>
      <p:sp>
        <p:nvSpPr>
          <p:cNvPr id="2052" name="Rectangle 4">
            <a:extLst>
              <a:ext uri="{FF2B5EF4-FFF2-40B4-BE49-F238E27FC236}">
                <a16:creationId xmlns:a16="http://schemas.microsoft.com/office/drawing/2014/main" id="{33455836-1C0F-B8EF-64A1-30026B414987}"/>
              </a:ext>
            </a:extLst>
          </p:cNvPr>
          <p:cNvSpPr>
            <a:spLocks noGrp="1" noRot="1" noChangeAspect="1" noChangeArrowheads="1" noTextEdit="1"/>
          </p:cNvSpPr>
          <p:nvPr>
            <p:ph type="sldImg" idx="2"/>
          </p:nvPr>
        </p:nvSpPr>
        <p:spPr bwMode="auto">
          <a:xfrm>
            <a:off x="1179513" y="701675"/>
            <a:ext cx="4625975" cy="3467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C4744E92-DA6C-147F-2863-B1721CA30DEA}"/>
              </a:ext>
            </a:extLst>
          </p:cNvPr>
          <p:cNvSpPr>
            <a:spLocks noGrp="1" noChangeArrowheads="1"/>
          </p:cNvSpPr>
          <p:nvPr>
            <p:ph type="body" sz="quarter" idx="3"/>
          </p:nvPr>
        </p:nvSpPr>
        <p:spPr bwMode="auto">
          <a:xfrm>
            <a:off x="931863" y="4408488"/>
            <a:ext cx="5121275"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054" name="Rectangle 6">
            <a:extLst>
              <a:ext uri="{FF2B5EF4-FFF2-40B4-BE49-F238E27FC236}">
                <a16:creationId xmlns:a16="http://schemas.microsoft.com/office/drawing/2014/main" id="{463248F5-F032-FA02-9846-CBE0F92F439B}"/>
              </a:ext>
            </a:extLst>
          </p:cNvPr>
          <p:cNvSpPr>
            <a:spLocks noGrp="1" noChangeArrowheads="1"/>
          </p:cNvSpPr>
          <p:nvPr>
            <p:ph type="ftr" sz="quarter" idx="4"/>
          </p:nvPr>
        </p:nvSpPr>
        <p:spPr bwMode="auto">
          <a:xfrm>
            <a:off x="0" y="8816975"/>
            <a:ext cx="302736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smtClean="0">
                <a:solidFill>
                  <a:schemeClr val="tx1"/>
                </a:solidFill>
              </a:defRPr>
            </a:lvl1pPr>
          </a:lstStyle>
          <a:p>
            <a:pPr>
              <a:defRPr/>
            </a:pPr>
            <a:endParaRPr lang="en-US" altLang="en-US"/>
          </a:p>
        </p:txBody>
      </p:sp>
      <p:sp>
        <p:nvSpPr>
          <p:cNvPr id="2055" name="Rectangle 7">
            <a:extLst>
              <a:ext uri="{FF2B5EF4-FFF2-40B4-BE49-F238E27FC236}">
                <a16:creationId xmlns:a16="http://schemas.microsoft.com/office/drawing/2014/main" id="{EAB26BFB-830E-8F4A-B6F2-4AEE76AE2D0C}"/>
              </a:ext>
            </a:extLst>
          </p:cNvPr>
          <p:cNvSpPr>
            <a:spLocks noGrp="1" noChangeArrowheads="1"/>
          </p:cNvSpPr>
          <p:nvPr>
            <p:ph type="sldNum" sz="quarter" idx="5"/>
          </p:nvPr>
        </p:nvSpPr>
        <p:spPr bwMode="auto">
          <a:xfrm>
            <a:off x="3957638" y="8816975"/>
            <a:ext cx="3027362"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solidFill>
                  <a:schemeClr val="tx1"/>
                </a:solidFill>
              </a:defRPr>
            </a:lvl1pPr>
          </a:lstStyle>
          <a:p>
            <a:fld id="{F284AD58-586C-4A3B-8D55-B31D822B721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221C2E41-5CF9-0499-ADD2-9AB420EF6755}"/>
              </a:ext>
            </a:extLst>
          </p:cNvPr>
          <p:cNvSpPr>
            <a:spLocks noGrp="1" noChangeArrowheads="1"/>
          </p:cNvSpPr>
          <p:nvPr>
            <p:ph type="sldNum" sz="quarter" idx="5"/>
          </p:nvPr>
        </p:nvSpPr>
        <p:spPr>
          <a:noFill/>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6C518046-C39A-426F-88E0-CB138FCB8C23}" type="slidenum">
              <a:rPr lang="en-US" altLang="en-US" sz="1000">
                <a:solidFill>
                  <a:schemeClr val="tx1"/>
                </a:solidFill>
              </a:rPr>
              <a:pPr/>
              <a:t>1</a:t>
            </a:fld>
            <a:endParaRPr lang="en-US" altLang="en-US" sz="1000">
              <a:solidFill>
                <a:schemeClr val="tx1"/>
              </a:solidFill>
            </a:endParaRPr>
          </a:p>
        </p:txBody>
      </p:sp>
      <p:sp>
        <p:nvSpPr>
          <p:cNvPr id="4099" name="Rectangle 2050">
            <a:extLst>
              <a:ext uri="{FF2B5EF4-FFF2-40B4-BE49-F238E27FC236}">
                <a16:creationId xmlns:a16="http://schemas.microsoft.com/office/drawing/2014/main" id="{8FAE8B2F-FF2C-F42F-F2A2-140059CB697D}"/>
              </a:ext>
            </a:extLst>
          </p:cNvPr>
          <p:cNvSpPr>
            <a:spLocks noGrp="1" noRot="1" noChangeAspect="1" noChangeArrowheads="1" noTextEdit="1"/>
          </p:cNvSpPr>
          <p:nvPr>
            <p:ph type="sldImg"/>
          </p:nvPr>
        </p:nvSpPr>
        <p:spPr>
          <a:xfrm>
            <a:off x="1181100" y="701675"/>
            <a:ext cx="4622800" cy="3467100"/>
          </a:xfrm>
          <a:ln/>
        </p:spPr>
      </p:sp>
      <p:sp>
        <p:nvSpPr>
          <p:cNvPr id="4100" name="Rectangle 2051">
            <a:extLst>
              <a:ext uri="{FF2B5EF4-FFF2-40B4-BE49-F238E27FC236}">
                <a16:creationId xmlns:a16="http://schemas.microsoft.com/office/drawing/2014/main" id="{3FC80890-4787-578B-05E4-B0AB1D69387B}"/>
              </a:ext>
            </a:extLst>
          </p:cNvPr>
          <p:cNvSpPr>
            <a:spLocks noGrp="1" noChangeArrowheads="1"/>
          </p:cNvSpPr>
          <p:nvPr>
            <p:ph type="body" idx="1"/>
          </p:nvPr>
        </p:nvSpPr>
        <p:spPr>
          <a:noFill/>
        </p:spPr>
        <p:txBody>
          <a:bodyPr/>
          <a:lstStyle/>
          <a:p>
            <a:r>
              <a:rPr lang="en-US" altLang="en-US"/>
              <a:t>Trees are a very useful data structure. Many different kinds of trees are used in Computer Science. We shall study just a few of these.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3DC4230-1033-9A70-DCD4-34512344141A}"/>
              </a:ext>
            </a:extLst>
          </p:cNvPr>
          <p:cNvSpPr>
            <a:spLocks noGrp="1" noChangeArrowheads="1"/>
          </p:cNvSpPr>
          <p:nvPr>
            <p:ph type="sldNum" sz="quarter" idx="5"/>
          </p:nvPr>
        </p:nvSpPr>
        <p:spPr>
          <a:noFill/>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9CA08D74-6012-4541-8340-70EE757C24D2}" type="slidenum">
              <a:rPr lang="en-US" altLang="en-US" sz="1000">
                <a:solidFill>
                  <a:schemeClr val="tx1"/>
                </a:solidFill>
              </a:rPr>
              <a:pPr/>
              <a:t>3</a:t>
            </a:fld>
            <a:endParaRPr lang="en-US" altLang="en-US" sz="1000">
              <a:solidFill>
                <a:schemeClr val="tx1"/>
              </a:solidFill>
            </a:endParaRPr>
          </a:p>
        </p:txBody>
      </p:sp>
      <p:sp>
        <p:nvSpPr>
          <p:cNvPr id="7171" name="Rectangle 2">
            <a:extLst>
              <a:ext uri="{FF2B5EF4-FFF2-40B4-BE49-F238E27FC236}">
                <a16:creationId xmlns:a16="http://schemas.microsoft.com/office/drawing/2014/main" id="{3D12BC49-F90D-E344-5583-5E7B1F7956B0}"/>
              </a:ext>
            </a:extLst>
          </p:cNvPr>
          <p:cNvSpPr>
            <a:spLocks noGrp="1" noRot="1" noChangeAspect="1" noChangeArrowheads="1" noTextEdit="1"/>
          </p:cNvSpPr>
          <p:nvPr>
            <p:ph type="sldImg"/>
          </p:nvPr>
        </p:nvSpPr>
        <p:spPr>
          <a:xfrm>
            <a:off x="1181100" y="701675"/>
            <a:ext cx="4622800" cy="3467100"/>
          </a:xfrm>
          <a:ln/>
        </p:spPr>
      </p:sp>
      <p:sp>
        <p:nvSpPr>
          <p:cNvPr id="7172" name="Rectangle 3">
            <a:extLst>
              <a:ext uri="{FF2B5EF4-FFF2-40B4-BE49-F238E27FC236}">
                <a16:creationId xmlns:a16="http://schemas.microsoft.com/office/drawing/2014/main" id="{1F9E2CE0-3BF1-9ECF-3539-58B31E33CA0B}"/>
              </a:ext>
            </a:extLst>
          </p:cNvPr>
          <p:cNvSpPr>
            <a:spLocks noGrp="1" noChangeArrowheads="1"/>
          </p:cNvSpPr>
          <p:nvPr>
            <p:ph type="body" idx="1"/>
          </p:nvPr>
        </p:nvSpPr>
        <p:spPr>
          <a:noFill/>
        </p:spPr>
        <p:txBody>
          <a:bodyPr/>
          <a:lstStyle/>
          <a:p>
            <a:r>
              <a:rPr lang="en-US" altLang="en-US"/>
              <a:t>Branches meet at nodes.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4A93509-C2B3-216E-97FE-3ED92C44C6EB}"/>
              </a:ext>
            </a:extLst>
          </p:cNvPr>
          <p:cNvSpPr>
            <a:spLocks noGrp="1" noChangeArrowheads="1"/>
          </p:cNvSpPr>
          <p:nvPr>
            <p:ph type="sldNum" sz="quarter" idx="5"/>
          </p:nvPr>
        </p:nvSpPr>
        <p:spPr>
          <a:noFill/>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3D802A2D-9EA3-4A96-BB4A-54F2EA532EC8}" type="slidenum">
              <a:rPr lang="en-US" altLang="en-US" sz="1000">
                <a:solidFill>
                  <a:schemeClr val="tx1"/>
                </a:solidFill>
              </a:rPr>
              <a:pPr/>
              <a:t>13</a:t>
            </a:fld>
            <a:endParaRPr lang="en-US" altLang="en-US" sz="1000">
              <a:solidFill>
                <a:schemeClr val="tx1"/>
              </a:solidFill>
            </a:endParaRPr>
          </a:p>
        </p:txBody>
      </p:sp>
      <p:sp>
        <p:nvSpPr>
          <p:cNvPr id="43011" name="Rectangle 2">
            <a:extLst>
              <a:ext uri="{FF2B5EF4-FFF2-40B4-BE49-F238E27FC236}">
                <a16:creationId xmlns:a16="http://schemas.microsoft.com/office/drawing/2014/main" id="{DA4785B2-2CE2-EE81-E0FE-E4043CE44DB2}"/>
              </a:ext>
            </a:extLst>
          </p:cNvPr>
          <p:cNvSpPr>
            <a:spLocks noGrp="1" noRot="1" noChangeAspect="1" noChangeArrowheads="1" noTextEdit="1"/>
          </p:cNvSpPr>
          <p:nvPr>
            <p:ph type="sldImg"/>
          </p:nvPr>
        </p:nvSpPr>
        <p:spPr>
          <a:xfrm>
            <a:off x="1181100" y="701675"/>
            <a:ext cx="4622800" cy="3467100"/>
          </a:xfrm>
          <a:ln/>
        </p:spPr>
      </p:sp>
      <p:sp>
        <p:nvSpPr>
          <p:cNvPr id="43012" name="Rectangle 3">
            <a:extLst>
              <a:ext uri="{FF2B5EF4-FFF2-40B4-BE49-F238E27FC236}">
                <a16:creationId xmlns:a16="http://schemas.microsoft.com/office/drawing/2014/main" id="{E52E76A4-626D-D42E-6EF4-76109CB6BEEF}"/>
              </a:ext>
            </a:extLst>
          </p:cNvPr>
          <p:cNvSpPr>
            <a:spLocks noGrp="1" noChangeArrowheads="1"/>
          </p:cNvSpPr>
          <p:nvPr>
            <p:ph type="body" idx="1"/>
          </p:nvPr>
        </p:nvSpPr>
        <p:spPr>
          <a:noFill/>
        </p:spPr>
        <p:txBody>
          <a:bodyPr/>
          <a:lstStyle/>
          <a:p>
            <a:r>
              <a:rPr lang="en-US" altLang="en-US"/>
              <a:t>@ and ? are new symbols that are used to denote the unary + and – operators, respectively.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728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C0563F4-F898-A0AA-2E6E-5FADD19BCC59}"/>
              </a:ext>
            </a:extLst>
          </p:cNvPr>
          <p:cNvSpPr>
            <a:spLocks noGrp="1" noChangeArrowheads="1"/>
          </p:cNvSpPr>
          <p:nvPr>
            <p:ph type="sldNum" sz="quarter" idx="5"/>
          </p:nvPr>
        </p:nvSpPr>
        <p:spPr>
          <a:noFill/>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E3668D-7FB4-4F37-B810-D47FAE57AA27}" type="slidenum">
              <a:rPr lang="en-US" altLang="en-US" sz="1000">
                <a:solidFill>
                  <a:schemeClr val="tx1"/>
                </a:solidFill>
              </a:rPr>
              <a:pPr/>
              <a:t>22</a:t>
            </a:fld>
            <a:endParaRPr lang="en-US" altLang="en-US" sz="1000">
              <a:solidFill>
                <a:schemeClr val="tx1"/>
              </a:solidFill>
            </a:endParaRPr>
          </a:p>
        </p:txBody>
      </p:sp>
      <p:sp>
        <p:nvSpPr>
          <p:cNvPr id="52227" name="Rectangle 2">
            <a:extLst>
              <a:ext uri="{FF2B5EF4-FFF2-40B4-BE49-F238E27FC236}">
                <a16:creationId xmlns:a16="http://schemas.microsoft.com/office/drawing/2014/main" id="{2BC3D8D0-0DB7-06C8-2EA5-FECF51CE8600}"/>
              </a:ext>
            </a:extLst>
          </p:cNvPr>
          <p:cNvSpPr>
            <a:spLocks noGrp="1" noRot="1" noChangeAspect="1" noChangeArrowheads="1" noTextEdit="1"/>
          </p:cNvSpPr>
          <p:nvPr>
            <p:ph type="sldImg"/>
          </p:nvPr>
        </p:nvSpPr>
        <p:spPr>
          <a:xfrm>
            <a:off x="1181100" y="701675"/>
            <a:ext cx="4622800" cy="3467100"/>
          </a:xfrm>
          <a:ln/>
        </p:spPr>
      </p:sp>
      <p:sp>
        <p:nvSpPr>
          <p:cNvPr id="52228" name="Rectangle 3">
            <a:extLst>
              <a:ext uri="{FF2B5EF4-FFF2-40B4-BE49-F238E27FC236}">
                <a16:creationId xmlns:a16="http://schemas.microsoft.com/office/drawing/2014/main" id="{E6BF219D-DA98-C6E4-09D6-2748BF93C8F5}"/>
              </a:ext>
            </a:extLst>
          </p:cNvPr>
          <p:cNvSpPr>
            <a:spLocks noGrp="1" noChangeArrowheads="1"/>
          </p:cNvSpPr>
          <p:nvPr>
            <p:ph type="body" idx="1"/>
          </p:nvPr>
        </p:nvSpPr>
        <p:spPr>
          <a:noFill/>
        </p:spPr>
        <p:txBody>
          <a:bodyPr/>
          <a:lstStyle/>
          <a:p>
            <a:r>
              <a:rPr lang="en-US" altLang="en-US"/>
              <a:t>Each leaf represents a variable or constant. Each nonleaf represents an operator. The left operand (if any) of this operator is represented by the left subtree, the right subtree represents the right operand of the operator.</a:t>
            </a:r>
          </a:p>
          <a:p>
            <a:r>
              <a:rPr lang="en-US" altLang="en-US"/>
              <a:t>Binary Expression Tree [https://en.wikipedia.org/wiki/Binary_expression_tree]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87620E6-588D-D42D-D9E3-B87E5033DFB8}"/>
              </a:ext>
            </a:extLst>
          </p:cNvPr>
          <p:cNvSpPr>
            <a:spLocks noGrp="1" noChangeArrowheads="1"/>
          </p:cNvSpPr>
          <p:nvPr>
            <p:ph type="sldNum" sz="quarter" idx="5"/>
          </p:nvPr>
        </p:nvSpPr>
        <p:spPr>
          <a:noFill/>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7127B2CB-3D41-41C4-8B19-5C1157E97B5B}" type="slidenum">
              <a:rPr lang="en-US" altLang="en-US" sz="1000">
                <a:solidFill>
                  <a:schemeClr val="tx1"/>
                </a:solidFill>
              </a:rPr>
              <a:pPr/>
              <a:t>24</a:t>
            </a:fld>
            <a:endParaRPr lang="en-US" altLang="en-US" sz="1000">
              <a:solidFill>
                <a:schemeClr val="tx1"/>
              </a:solidFill>
            </a:endParaRPr>
          </a:p>
        </p:txBody>
      </p:sp>
      <p:sp>
        <p:nvSpPr>
          <p:cNvPr id="55299" name="Rectangle 2">
            <a:extLst>
              <a:ext uri="{FF2B5EF4-FFF2-40B4-BE49-F238E27FC236}">
                <a16:creationId xmlns:a16="http://schemas.microsoft.com/office/drawing/2014/main" id="{C5101B70-0653-8C4E-DD29-C546D0659475}"/>
              </a:ext>
            </a:extLst>
          </p:cNvPr>
          <p:cNvSpPr>
            <a:spLocks noGrp="1" noRot="1" noChangeAspect="1" noChangeArrowheads="1" noTextEdit="1"/>
          </p:cNvSpPr>
          <p:nvPr>
            <p:ph type="sldImg"/>
          </p:nvPr>
        </p:nvSpPr>
        <p:spPr>
          <a:xfrm>
            <a:off x="1181100" y="701675"/>
            <a:ext cx="4622800" cy="3467100"/>
          </a:xfrm>
          <a:ln/>
        </p:spPr>
      </p:sp>
      <p:sp>
        <p:nvSpPr>
          <p:cNvPr id="55300" name="Rectangle 3">
            <a:extLst>
              <a:ext uri="{FF2B5EF4-FFF2-40B4-BE49-F238E27FC236}">
                <a16:creationId xmlns:a16="http://schemas.microsoft.com/office/drawing/2014/main" id="{1B03FBB4-A22C-595C-56E7-6014AAE9FC35}"/>
              </a:ext>
            </a:extLst>
          </p:cNvPr>
          <p:cNvSpPr>
            <a:spLocks noGrp="1" noChangeArrowheads="1"/>
          </p:cNvSpPr>
          <p:nvPr>
            <p:ph type="body" idx="1"/>
          </p:nvPr>
        </p:nvSpPr>
        <p:spPr>
          <a:noFill/>
        </p:spPr>
        <p:txBody>
          <a:bodyPr/>
          <a:lstStyle/>
          <a:p>
            <a:r>
              <a:rPr lang="en-US" altLang="en-US"/>
              <a:t>Evaluate an expression– if there is no root, return null; if the root is a leaf, return the value of variable or constant in the leaf; otherwise, evaluate the left and right operands recursively; compute the root operator; return the result.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B41D1550-AB59-853F-9A46-D031A8758FF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3CCA5A6-B723-DC02-DF7E-7E7DE0458EE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332BC4F-2572-2E06-7A57-490E0011C0BC}"/>
              </a:ext>
            </a:extLst>
          </p:cNvPr>
          <p:cNvSpPr>
            <a:spLocks noGrp="1" noChangeArrowheads="1"/>
          </p:cNvSpPr>
          <p:nvPr>
            <p:ph type="sldNum" sz="quarter" idx="12"/>
          </p:nvPr>
        </p:nvSpPr>
        <p:spPr>
          <a:ln/>
        </p:spPr>
        <p:txBody>
          <a:bodyPr/>
          <a:lstStyle>
            <a:lvl1pPr>
              <a:defRPr/>
            </a:lvl1pPr>
          </a:lstStyle>
          <a:p>
            <a:fld id="{43067955-A710-4974-9CB5-EF8605056867}" type="slidenum">
              <a:rPr lang="en-US" altLang="en-US"/>
              <a:pPr/>
              <a:t>‹#›</a:t>
            </a:fld>
            <a:endParaRPr lang="en-US" altLang="en-US"/>
          </a:p>
        </p:txBody>
      </p:sp>
    </p:spTree>
    <p:extLst>
      <p:ext uri="{BB962C8B-B14F-4D97-AF65-F5344CB8AC3E}">
        <p14:creationId xmlns:p14="http://schemas.microsoft.com/office/powerpoint/2010/main" val="817664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28F1AB1-5AF2-635F-E2F3-E1E753022A2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15D8E3E-70C1-D9C6-CCE8-A901ACF9427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E6121C9-C706-6D99-8FF3-93D96B023CF3}"/>
              </a:ext>
            </a:extLst>
          </p:cNvPr>
          <p:cNvSpPr>
            <a:spLocks noGrp="1" noChangeArrowheads="1"/>
          </p:cNvSpPr>
          <p:nvPr>
            <p:ph type="sldNum" sz="quarter" idx="12"/>
          </p:nvPr>
        </p:nvSpPr>
        <p:spPr>
          <a:ln/>
        </p:spPr>
        <p:txBody>
          <a:bodyPr/>
          <a:lstStyle>
            <a:lvl1pPr>
              <a:defRPr/>
            </a:lvl1pPr>
          </a:lstStyle>
          <a:p>
            <a:fld id="{09105E10-665D-462C-80B4-6CB265F60042}" type="slidenum">
              <a:rPr lang="en-US" altLang="en-US"/>
              <a:pPr/>
              <a:t>‹#›</a:t>
            </a:fld>
            <a:endParaRPr lang="en-US" altLang="en-US"/>
          </a:p>
        </p:txBody>
      </p:sp>
    </p:spTree>
    <p:extLst>
      <p:ext uri="{BB962C8B-B14F-4D97-AF65-F5344CB8AC3E}">
        <p14:creationId xmlns:p14="http://schemas.microsoft.com/office/powerpoint/2010/main" val="4916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E7AD0D7B-4516-2719-1D40-55B4436396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21B1D981-0D1D-77B1-3C95-6C6A8AB4848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A089907-2AD8-F5D0-B0EE-437000E38D72}"/>
              </a:ext>
            </a:extLst>
          </p:cNvPr>
          <p:cNvSpPr>
            <a:spLocks noGrp="1" noChangeArrowheads="1"/>
          </p:cNvSpPr>
          <p:nvPr>
            <p:ph type="sldNum" sz="quarter" idx="12"/>
          </p:nvPr>
        </p:nvSpPr>
        <p:spPr>
          <a:ln/>
        </p:spPr>
        <p:txBody>
          <a:bodyPr/>
          <a:lstStyle>
            <a:lvl1pPr>
              <a:defRPr/>
            </a:lvl1pPr>
          </a:lstStyle>
          <a:p>
            <a:fld id="{8732DD79-F987-41A9-B874-63C4FA3E01C0}" type="slidenum">
              <a:rPr lang="en-US" altLang="en-US"/>
              <a:pPr/>
              <a:t>‹#›</a:t>
            </a:fld>
            <a:endParaRPr lang="en-US" altLang="en-US"/>
          </a:p>
        </p:txBody>
      </p:sp>
    </p:spTree>
    <p:extLst>
      <p:ext uri="{BB962C8B-B14F-4D97-AF65-F5344CB8AC3E}">
        <p14:creationId xmlns:p14="http://schemas.microsoft.com/office/powerpoint/2010/main" val="254822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56537D7-4DDF-BAB7-F289-C535D3F658A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596B3230-6427-D500-9BCD-4737C2BFF3E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1062734-C1F6-140D-1625-065E009B0814}"/>
              </a:ext>
            </a:extLst>
          </p:cNvPr>
          <p:cNvSpPr>
            <a:spLocks noGrp="1" noChangeArrowheads="1"/>
          </p:cNvSpPr>
          <p:nvPr>
            <p:ph type="sldNum" sz="quarter" idx="12"/>
          </p:nvPr>
        </p:nvSpPr>
        <p:spPr>
          <a:ln/>
        </p:spPr>
        <p:txBody>
          <a:bodyPr/>
          <a:lstStyle>
            <a:lvl1pPr>
              <a:defRPr/>
            </a:lvl1pPr>
          </a:lstStyle>
          <a:p>
            <a:fld id="{B9D0D571-7449-41AD-9918-DF11871F9DDA}" type="slidenum">
              <a:rPr lang="en-US" altLang="en-US"/>
              <a:pPr/>
              <a:t>‹#›</a:t>
            </a:fld>
            <a:endParaRPr lang="en-US" altLang="en-US"/>
          </a:p>
        </p:txBody>
      </p:sp>
    </p:spTree>
    <p:extLst>
      <p:ext uri="{BB962C8B-B14F-4D97-AF65-F5344CB8AC3E}">
        <p14:creationId xmlns:p14="http://schemas.microsoft.com/office/powerpoint/2010/main" val="2036702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457B698-306F-7E1A-F025-5F9B3090A32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4C12A375-DBFC-BF1F-FCD9-DCDDFE24A4C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8BE979EA-F1A5-BFFE-3463-0C257C75CF0A}"/>
              </a:ext>
            </a:extLst>
          </p:cNvPr>
          <p:cNvSpPr>
            <a:spLocks noGrp="1" noChangeArrowheads="1"/>
          </p:cNvSpPr>
          <p:nvPr>
            <p:ph type="sldNum" sz="quarter" idx="12"/>
          </p:nvPr>
        </p:nvSpPr>
        <p:spPr>
          <a:ln/>
        </p:spPr>
        <p:txBody>
          <a:bodyPr/>
          <a:lstStyle>
            <a:lvl1pPr>
              <a:defRPr/>
            </a:lvl1pPr>
          </a:lstStyle>
          <a:p>
            <a:fld id="{93DF7319-21D3-46DB-A193-EEB7DDED26BC}" type="slidenum">
              <a:rPr lang="en-US" altLang="en-US"/>
              <a:pPr/>
              <a:t>‹#›</a:t>
            </a:fld>
            <a:endParaRPr lang="en-US" altLang="en-US"/>
          </a:p>
        </p:txBody>
      </p:sp>
    </p:spTree>
    <p:extLst>
      <p:ext uri="{BB962C8B-B14F-4D97-AF65-F5344CB8AC3E}">
        <p14:creationId xmlns:p14="http://schemas.microsoft.com/office/powerpoint/2010/main" val="454102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AA2894A-F21A-662D-61D3-9EEE6954FF7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E4545EF8-8046-E1C2-4262-F2CC7D0FEA4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19FA5701-D9EE-64AE-FEDC-CBA6F847FC87}"/>
              </a:ext>
            </a:extLst>
          </p:cNvPr>
          <p:cNvSpPr>
            <a:spLocks noGrp="1" noChangeArrowheads="1"/>
          </p:cNvSpPr>
          <p:nvPr>
            <p:ph type="sldNum" sz="quarter" idx="12"/>
          </p:nvPr>
        </p:nvSpPr>
        <p:spPr>
          <a:ln/>
        </p:spPr>
        <p:txBody>
          <a:bodyPr/>
          <a:lstStyle>
            <a:lvl1pPr>
              <a:defRPr/>
            </a:lvl1pPr>
          </a:lstStyle>
          <a:p>
            <a:fld id="{D3797C31-C999-4C48-A6D4-0438B1415BA0}" type="slidenum">
              <a:rPr lang="en-US" altLang="en-US"/>
              <a:pPr/>
              <a:t>‹#›</a:t>
            </a:fld>
            <a:endParaRPr lang="en-US" altLang="en-US"/>
          </a:p>
        </p:txBody>
      </p:sp>
    </p:spTree>
    <p:extLst>
      <p:ext uri="{BB962C8B-B14F-4D97-AF65-F5344CB8AC3E}">
        <p14:creationId xmlns:p14="http://schemas.microsoft.com/office/powerpoint/2010/main" val="2660326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DC8428D-0E1A-2952-3BE4-569A2EDD97D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C27557C9-64B7-6AE7-2E0D-AE9C8178639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712987C-41C2-D722-0E14-79A93072C327}"/>
              </a:ext>
            </a:extLst>
          </p:cNvPr>
          <p:cNvSpPr>
            <a:spLocks noGrp="1" noChangeArrowheads="1"/>
          </p:cNvSpPr>
          <p:nvPr>
            <p:ph type="sldNum" sz="quarter" idx="12"/>
          </p:nvPr>
        </p:nvSpPr>
        <p:spPr>
          <a:ln/>
        </p:spPr>
        <p:txBody>
          <a:bodyPr/>
          <a:lstStyle>
            <a:lvl1pPr>
              <a:defRPr/>
            </a:lvl1pPr>
          </a:lstStyle>
          <a:p>
            <a:fld id="{B79F5367-ED95-4275-A825-44BA71328E15}" type="slidenum">
              <a:rPr lang="en-US" altLang="en-US"/>
              <a:pPr/>
              <a:t>‹#›</a:t>
            </a:fld>
            <a:endParaRPr lang="en-US" altLang="en-US"/>
          </a:p>
        </p:txBody>
      </p:sp>
    </p:spTree>
    <p:extLst>
      <p:ext uri="{BB962C8B-B14F-4D97-AF65-F5344CB8AC3E}">
        <p14:creationId xmlns:p14="http://schemas.microsoft.com/office/powerpoint/2010/main" val="3123700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C1B65A09-F85A-36AA-5495-FC104916395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19DB2338-3374-640C-F0DA-E5997840F1E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C9B6094-FC20-CD34-DD37-1E69357B4AC4}"/>
              </a:ext>
            </a:extLst>
          </p:cNvPr>
          <p:cNvSpPr>
            <a:spLocks noGrp="1" noChangeArrowheads="1"/>
          </p:cNvSpPr>
          <p:nvPr>
            <p:ph type="sldNum" sz="quarter" idx="12"/>
          </p:nvPr>
        </p:nvSpPr>
        <p:spPr>
          <a:ln/>
        </p:spPr>
        <p:txBody>
          <a:bodyPr/>
          <a:lstStyle>
            <a:lvl1pPr>
              <a:defRPr/>
            </a:lvl1pPr>
          </a:lstStyle>
          <a:p>
            <a:fld id="{82A5AD07-C848-42B1-86A0-089E0A923962}" type="slidenum">
              <a:rPr lang="en-US" altLang="en-US"/>
              <a:pPr/>
              <a:t>‹#›</a:t>
            </a:fld>
            <a:endParaRPr lang="en-US" altLang="en-US"/>
          </a:p>
        </p:txBody>
      </p:sp>
    </p:spTree>
    <p:extLst>
      <p:ext uri="{BB962C8B-B14F-4D97-AF65-F5344CB8AC3E}">
        <p14:creationId xmlns:p14="http://schemas.microsoft.com/office/powerpoint/2010/main" val="1777039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0C68375E-4522-7D15-9979-4DE17693317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ADE3B40-9D0B-9AB0-6C90-2555559C1BA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B5EB2388-7174-A907-87B6-562C6109FC49}"/>
              </a:ext>
            </a:extLst>
          </p:cNvPr>
          <p:cNvSpPr>
            <a:spLocks noGrp="1" noChangeArrowheads="1"/>
          </p:cNvSpPr>
          <p:nvPr>
            <p:ph type="sldNum" sz="quarter" idx="12"/>
          </p:nvPr>
        </p:nvSpPr>
        <p:spPr>
          <a:ln/>
        </p:spPr>
        <p:txBody>
          <a:bodyPr/>
          <a:lstStyle>
            <a:lvl1pPr>
              <a:defRPr/>
            </a:lvl1pPr>
          </a:lstStyle>
          <a:p>
            <a:fld id="{8BB4353D-27D5-4446-89D6-A363F5DE4A83}" type="slidenum">
              <a:rPr lang="en-US" altLang="en-US"/>
              <a:pPr/>
              <a:t>‹#›</a:t>
            </a:fld>
            <a:endParaRPr lang="en-US" altLang="en-US"/>
          </a:p>
        </p:txBody>
      </p:sp>
    </p:spTree>
    <p:extLst>
      <p:ext uri="{BB962C8B-B14F-4D97-AF65-F5344CB8AC3E}">
        <p14:creationId xmlns:p14="http://schemas.microsoft.com/office/powerpoint/2010/main" val="2462176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0AF69B-BDEC-F716-8F07-C43CCB18323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498C43F-F975-EBAB-21B1-6C2E2336642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9387767-F59B-561F-C6CE-4CAB3424E5DD}"/>
              </a:ext>
            </a:extLst>
          </p:cNvPr>
          <p:cNvSpPr>
            <a:spLocks noGrp="1" noChangeArrowheads="1"/>
          </p:cNvSpPr>
          <p:nvPr>
            <p:ph type="sldNum" sz="quarter" idx="12"/>
          </p:nvPr>
        </p:nvSpPr>
        <p:spPr>
          <a:ln/>
        </p:spPr>
        <p:txBody>
          <a:bodyPr/>
          <a:lstStyle>
            <a:lvl1pPr>
              <a:defRPr/>
            </a:lvl1pPr>
          </a:lstStyle>
          <a:p>
            <a:fld id="{B92AB392-9DB5-4679-AE38-C88C69D721D9}" type="slidenum">
              <a:rPr lang="en-US" altLang="en-US"/>
              <a:pPr/>
              <a:t>‹#›</a:t>
            </a:fld>
            <a:endParaRPr lang="en-US" altLang="en-US"/>
          </a:p>
        </p:txBody>
      </p:sp>
    </p:spTree>
    <p:extLst>
      <p:ext uri="{BB962C8B-B14F-4D97-AF65-F5344CB8AC3E}">
        <p14:creationId xmlns:p14="http://schemas.microsoft.com/office/powerpoint/2010/main" val="623047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676900"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A49FC1C-94DD-5E14-8462-F95CB11C173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21EFD37-EB32-B439-2292-DB4EEFAD55D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D4D0DB7-11ED-3ECC-7613-3211AF0DDF5D}"/>
              </a:ext>
            </a:extLst>
          </p:cNvPr>
          <p:cNvSpPr>
            <a:spLocks noGrp="1" noChangeArrowheads="1"/>
          </p:cNvSpPr>
          <p:nvPr>
            <p:ph type="sldNum" sz="quarter" idx="12"/>
          </p:nvPr>
        </p:nvSpPr>
        <p:spPr>
          <a:ln/>
        </p:spPr>
        <p:txBody>
          <a:bodyPr/>
          <a:lstStyle>
            <a:lvl1pPr>
              <a:defRPr/>
            </a:lvl1pPr>
          </a:lstStyle>
          <a:p>
            <a:fld id="{A5C01CE9-87A5-4F46-9351-3E42901D4FA5}" type="slidenum">
              <a:rPr lang="en-US" altLang="en-US"/>
              <a:pPr/>
              <a:t>‹#›</a:t>
            </a:fld>
            <a:endParaRPr lang="en-US" altLang="en-US"/>
          </a:p>
        </p:txBody>
      </p:sp>
    </p:spTree>
    <p:extLst>
      <p:ext uri="{BB962C8B-B14F-4D97-AF65-F5344CB8AC3E}">
        <p14:creationId xmlns:p14="http://schemas.microsoft.com/office/powerpoint/2010/main" val="2857398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969B652-8CA6-903F-5AED-C63CB10AFBBD}"/>
              </a:ext>
            </a:extLst>
          </p:cNvPr>
          <p:cNvSpPr>
            <a:spLocks noGrp="1" noChangeArrowheads="1"/>
          </p:cNvSpPr>
          <p:nvPr>
            <p:ph type="title"/>
          </p:nvPr>
        </p:nvSpPr>
        <p:spPr bwMode="auto">
          <a:xfrm>
            <a:off x="685800" y="1524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9206DEE8-0CA2-098B-ED6D-2DE2D299549B}"/>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D589CA97-C826-F033-C7ED-8C6CEDE0628A}"/>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smtClean="0">
                <a:solidFill>
                  <a:schemeClr val="tx1"/>
                </a:solidFill>
              </a:defRPr>
            </a:lvl1pPr>
          </a:lstStyle>
          <a:p>
            <a:pPr>
              <a:defRPr/>
            </a:pPr>
            <a:endParaRPr lang="en-US" altLang="en-US"/>
          </a:p>
        </p:txBody>
      </p:sp>
      <p:sp>
        <p:nvSpPr>
          <p:cNvPr id="1029" name="Rectangle 5">
            <a:extLst>
              <a:ext uri="{FF2B5EF4-FFF2-40B4-BE49-F238E27FC236}">
                <a16:creationId xmlns:a16="http://schemas.microsoft.com/office/drawing/2014/main" id="{8E380508-06B8-4FFA-CE32-DAA14A6CBB8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smtClean="0">
                <a:solidFill>
                  <a:schemeClr val="tx1"/>
                </a:solidFill>
              </a:defRPr>
            </a:lvl1pPr>
          </a:lstStyle>
          <a:p>
            <a:pPr>
              <a:defRPr/>
            </a:pPr>
            <a:endParaRPr lang="en-US" altLang="en-US"/>
          </a:p>
        </p:txBody>
      </p:sp>
      <p:sp>
        <p:nvSpPr>
          <p:cNvPr id="1030" name="Rectangle 6">
            <a:extLst>
              <a:ext uri="{FF2B5EF4-FFF2-40B4-BE49-F238E27FC236}">
                <a16:creationId xmlns:a16="http://schemas.microsoft.com/office/drawing/2014/main" id="{EA5A9251-36D8-7F71-6C22-B0F41B489A1D}"/>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solidFill>
                  <a:schemeClr val="tx1"/>
                </a:solidFill>
              </a:defRPr>
            </a:lvl1pPr>
          </a:lstStyle>
          <a:p>
            <a:fld id="{C8BD8F47-AD0D-43C6-8346-0BF516942A8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gif"/><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gif"/><Relationship Id="rId7" Type="http://schemas.openxmlformats.org/officeDocument/2006/relationships/image" Target="../media/image5.gif"/><Relationship Id="rId12" Type="http://schemas.openxmlformats.org/officeDocument/2006/relationships/image" Target="../media/image10.gif"/><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gif"/><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gif"/><Relationship Id="rId11" Type="http://schemas.openxmlformats.org/officeDocument/2006/relationships/image" Target="../media/image9.gif"/><Relationship Id="rId5" Type="http://schemas.openxmlformats.org/officeDocument/2006/relationships/image" Target="../media/image3.gif"/><Relationship Id="rId15" Type="http://schemas.openxmlformats.org/officeDocument/2006/relationships/image" Target="../media/image13.png"/><Relationship Id="rId10" Type="http://schemas.openxmlformats.org/officeDocument/2006/relationships/image" Target="../media/image8.gif"/><Relationship Id="rId19" Type="http://schemas.openxmlformats.org/officeDocument/2006/relationships/image" Target="../media/image17.png"/><Relationship Id="rId4" Type="http://schemas.openxmlformats.org/officeDocument/2006/relationships/image" Target="../media/image2.gif"/><Relationship Id="rId9" Type="http://schemas.openxmlformats.org/officeDocument/2006/relationships/image" Target="../media/image7.gif"/><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94C2CBC-F89D-7D16-FB95-8DD7A75AD9DF}"/>
              </a:ext>
            </a:extLst>
          </p:cNvPr>
          <p:cNvSpPr>
            <a:spLocks noGrp="1" noChangeArrowheads="1"/>
          </p:cNvSpPr>
          <p:nvPr>
            <p:ph type="ctrTitle"/>
          </p:nvPr>
        </p:nvSpPr>
        <p:spPr>
          <a:xfrm>
            <a:off x="609600" y="457200"/>
            <a:ext cx="7772400" cy="1143000"/>
          </a:xfrm>
        </p:spPr>
        <p:txBody>
          <a:bodyPr anchor="ctr"/>
          <a:lstStyle/>
          <a:p>
            <a:r>
              <a:rPr lang="en-US" altLang="en-US" sz="4400"/>
              <a:t>Trees</a:t>
            </a:r>
          </a:p>
        </p:txBody>
      </p:sp>
      <p:pic>
        <p:nvPicPr>
          <p:cNvPr id="3075" name="Picture 6" descr="C:\sahni\clip\barry\palmtree.gif">
            <a:extLst>
              <a:ext uri="{FF2B5EF4-FFF2-40B4-BE49-F238E27FC236}">
                <a16:creationId xmlns:a16="http://schemas.microsoft.com/office/drawing/2014/main" id="{CEBBFC10-7901-5713-8295-CA3DE60E19F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334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12" descr="C:\sahni\clip\living\christmas_tip_w.gif">
            <a:extLst>
              <a:ext uri="{FF2B5EF4-FFF2-40B4-BE49-F238E27FC236}">
                <a16:creationId xmlns:a16="http://schemas.microsoft.com/office/drawing/2014/main" id="{3D4CB2B1-F79E-B6B7-1CFE-3E44630DB149}"/>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3657600"/>
            <a:ext cx="7318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13" descr="C:\sahni\clip\living\flower_bloom_w.gif">
            <a:extLst>
              <a:ext uri="{FF2B5EF4-FFF2-40B4-BE49-F238E27FC236}">
                <a16:creationId xmlns:a16="http://schemas.microsoft.com/office/drawing/2014/main" id="{91044DCE-923F-83D1-81F9-CE0A8F589D14}"/>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848600" y="5791200"/>
            <a:ext cx="10509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14" descr="C:\sahni\clip\living\flower_blow_w.gif">
            <a:extLst>
              <a:ext uri="{FF2B5EF4-FFF2-40B4-BE49-F238E27FC236}">
                <a16:creationId xmlns:a16="http://schemas.microsoft.com/office/drawing/2014/main" id="{55A16B2A-31E5-D5D8-7D93-8B03697C43DA}"/>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752600"/>
            <a:ext cx="97155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16" descr="C:\sahni\clip\living\flower_dance_w.gif">
            <a:extLst>
              <a:ext uri="{FF2B5EF4-FFF2-40B4-BE49-F238E27FC236}">
                <a16:creationId xmlns:a16="http://schemas.microsoft.com/office/drawing/2014/main" id="{5C35948E-6BC0-0D0D-1ECB-9E2DBA4452D6}"/>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228600" y="2057400"/>
            <a:ext cx="15208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17" descr="C:\sahni\clip\rad\STORMY.GIF">
            <a:extLst>
              <a:ext uri="{FF2B5EF4-FFF2-40B4-BE49-F238E27FC236}">
                <a16:creationId xmlns:a16="http://schemas.microsoft.com/office/drawing/2014/main" id="{EB4965AA-BF45-045E-97D2-5B04B905F6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61238" y="0"/>
            <a:ext cx="1782762"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Picture 18" descr="C:\sahni\clip\rad\LIGHTING.GIF">
            <a:extLst>
              <a:ext uri="{FF2B5EF4-FFF2-40B4-BE49-F238E27FC236}">
                <a16:creationId xmlns:a16="http://schemas.microsoft.com/office/drawing/2014/main" id="{020792A1-E5E4-2A61-CF0F-DB38DEDC2F77}"/>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828800" y="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Picture 19" descr="C:\sahni\clip\rad\LIGHTING.GIF">
            <a:extLst>
              <a:ext uri="{FF2B5EF4-FFF2-40B4-BE49-F238E27FC236}">
                <a16:creationId xmlns:a16="http://schemas.microsoft.com/office/drawing/2014/main" id="{BB9CFC30-502F-342C-E615-6B866C48E676}"/>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Picture 20" descr="C:\sahni\clip\rad\BILLTREE.GIF">
            <a:extLst>
              <a:ext uri="{FF2B5EF4-FFF2-40B4-BE49-F238E27FC236}">
                <a16:creationId xmlns:a16="http://schemas.microsoft.com/office/drawing/2014/main" id="{1B5C9425-C2F2-EDBE-893E-D15FDA57F07C}"/>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048000" y="5486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4" name="Picture 23" descr="C:\sahni\clip\rad\SHERITR.GIF">
            <a:extLst>
              <a:ext uri="{FF2B5EF4-FFF2-40B4-BE49-F238E27FC236}">
                <a16:creationId xmlns:a16="http://schemas.microsoft.com/office/drawing/2014/main" id="{8A8C4AD1-B1DE-3AF8-4F26-265D68F8D3EB}"/>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534400" y="26670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24" descr="C:\sahni\clip\rad\ISLAND.GIF">
            <a:extLst>
              <a:ext uri="{FF2B5EF4-FFF2-40B4-BE49-F238E27FC236}">
                <a16:creationId xmlns:a16="http://schemas.microsoft.com/office/drawing/2014/main" id="{5237E4B7-F072-0674-682B-2A4DED63D7A3}"/>
              </a:ext>
            </a:extLst>
          </p:cNvPr>
          <p:cNvPicPr>
            <a:picLocks noChangeAspect="1" noChangeArrowheads="1" noCrop="1"/>
          </p:cNvPicPr>
          <p:nvPr/>
        </p:nvPicPr>
        <p:blipFill>
          <a:blip r:embed="rId12">
            <a:extLst>
              <a:ext uri="{28A0092B-C50C-407E-A947-70E740481C1C}">
                <a14:useLocalDpi xmlns:a14="http://schemas.microsoft.com/office/drawing/2010/main" val="0"/>
              </a:ext>
            </a:extLst>
          </a:blip>
          <a:srcRect/>
          <a:stretch>
            <a:fillRect/>
          </a:stretch>
        </p:blipFill>
        <p:spPr bwMode="auto">
          <a:xfrm>
            <a:off x="0" y="6126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6" name="Picture 25" descr="C:\sahni\clip\rad\ISLAND.GIF">
            <a:extLst>
              <a:ext uri="{FF2B5EF4-FFF2-40B4-BE49-F238E27FC236}">
                <a16:creationId xmlns:a16="http://schemas.microsoft.com/office/drawing/2014/main" id="{A4B1545C-20C9-AD0D-B0D0-D7183281C133}"/>
              </a:ext>
            </a:extLst>
          </p:cNvPr>
          <p:cNvPicPr>
            <a:picLocks noChangeAspect="1" noChangeArrowheads="1" noCrop="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6126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 name="Picture 26" descr="C:\sahni\clip\rad\ISLAND.GIF">
            <a:extLst>
              <a:ext uri="{FF2B5EF4-FFF2-40B4-BE49-F238E27FC236}">
                <a16:creationId xmlns:a16="http://schemas.microsoft.com/office/drawing/2014/main" id="{B190E503-2633-156E-CB03-D3C5F823FE81}"/>
              </a:ext>
            </a:extLst>
          </p:cNvPr>
          <p:cNvPicPr>
            <a:picLocks noChangeAspect="1" noChangeArrowheads="1" noCrop="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6126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 name="Picture 27" descr="C:\sahni\clip\rad\LEAVES.GIF">
            <a:extLst>
              <a:ext uri="{FF2B5EF4-FFF2-40B4-BE49-F238E27FC236}">
                <a16:creationId xmlns:a16="http://schemas.microsoft.com/office/drawing/2014/main" id="{D63C7392-C51C-2ADF-EA50-BF392071CA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05600" y="5943600"/>
            <a:ext cx="1006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9" name="Picture 28" descr="C:\sahni\clip\rad\LEAVES.GIF">
            <a:extLst>
              <a:ext uri="{FF2B5EF4-FFF2-40B4-BE49-F238E27FC236}">
                <a16:creationId xmlns:a16="http://schemas.microsoft.com/office/drawing/2014/main" id="{A5D43AC3-0E11-A57D-907E-89214C069A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4953000"/>
            <a:ext cx="1006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0" name="Picture 29" descr="C:\sahni\clip\rad\LEAVES.GIF">
            <a:extLst>
              <a:ext uri="{FF2B5EF4-FFF2-40B4-BE49-F238E27FC236}">
                <a16:creationId xmlns:a16="http://schemas.microsoft.com/office/drawing/2014/main" id="{2FDCC184-47CD-26F7-606A-D03F107760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71600" y="3962400"/>
            <a:ext cx="1006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1" name="Picture 30" descr="C:\sahni\clip\rad\PALM.GIF">
            <a:extLst>
              <a:ext uri="{FF2B5EF4-FFF2-40B4-BE49-F238E27FC236}">
                <a16:creationId xmlns:a16="http://schemas.microsoft.com/office/drawing/2014/main" id="{11659F29-ADB9-CA2D-A6A2-7874643CED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0" y="2971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2" name="Picture 31" descr="C:\sahni\clip\rad\PALM.GIF">
            <a:extLst>
              <a:ext uri="{FF2B5EF4-FFF2-40B4-BE49-F238E27FC236}">
                <a16:creationId xmlns:a16="http://schemas.microsoft.com/office/drawing/2014/main" id="{6D224DAD-562C-19A0-D47D-D301159ADF5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0400" y="31242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 name="Picture 32" descr="C:\sahni\clip\rad\PALM.GIF">
            <a:extLst>
              <a:ext uri="{FF2B5EF4-FFF2-40B4-BE49-F238E27FC236}">
                <a16:creationId xmlns:a16="http://schemas.microsoft.com/office/drawing/2014/main" id="{879FCC85-6A1F-ECB1-01E7-5C88BE720F8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62800" y="32766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4" name="Picture 33" descr="C:\sahni\clip\rad\PALM.GIF">
            <a:extLst>
              <a:ext uri="{FF2B5EF4-FFF2-40B4-BE49-F238E27FC236}">
                <a16:creationId xmlns:a16="http://schemas.microsoft.com/office/drawing/2014/main" id="{E65DA78E-7988-6D63-B230-F94DC3C1B49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15200" y="34290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5" name="Picture 34" descr="C:\sahni\clip\rad\PALM2.GIF">
            <a:extLst>
              <a:ext uri="{FF2B5EF4-FFF2-40B4-BE49-F238E27FC236}">
                <a16:creationId xmlns:a16="http://schemas.microsoft.com/office/drawing/2014/main" id="{452564F2-2293-3391-BFDB-72BD5A3F9B5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19600" y="5486400"/>
            <a:ext cx="9144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6" name="Picture 35" descr="C:\sahni\clip\rad\PALM2.GIF">
            <a:extLst>
              <a:ext uri="{FF2B5EF4-FFF2-40B4-BE49-F238E27FC236}">
                <a16:creationId xmlns:a16="http://schemas.microsoft.com/office/drawing/2014/main" id="{5062B3DA-F01E-D8CD-F8E9-9453593F5AF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0" y="5638800"/>
            <a:ext cx="9144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7" name="Picture 36" descr="C:\sahni\clip\rad\PALM2.GIF">
            <a:extLst>
              <a:ext uri="{FF2B5EF4-FFF2-40B4-BE49-F238E27FC236}">
                <a16:creationId xmlns:a16="http://schemas.microsoft.com/office/drawing/2014/main" id="{C7A3EF98-BC09-ADCC-88A8-BC11795E581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05400" y="5029200"/>
            <a:ext cx="9144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8" name="Picture 37" descr="C:\sahni\clip\rad\PALM2.GIF">
            <a:extLst>
              <a:ext uri="{FF2B5EF4-FFF2-40B4-BE49-F238E27FC236}">
                <a16:creationId xmlns:a16="http://schemas.microsoft.com/office/drawing/2014/main" id="{50FE3CB9-0BCC-B283-BCD9-59B6379AD27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38800" y="4419600"/>
            <a:ext cx="9144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9" name="Picture 38" descr="C:\sahni\clip\rad\PALM2.GIF">
            <a:extLst>
              <a:ext uri="{FF2B5EF4-FFF2-40B4-BE49-F238E27FC236}">
                <a16:creationId xmlns:a16="http://schemas.microsoft.com/office/drawing/2014/main" id="{0F75E20B-A668-700F-92B4-8B055AFC75C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72200" y="3810000"/>
            <a:ext cx="9144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0" name="Picture 39" descr="C:\sahni\clip\rad\ROSE-Y.GIF">
            <a:extLst>
              <a:ext uri="{FF2B5EF4-FFF2-40B4-BE49-F238E27FC236}">
                <a16:creationId xmlns:a16="http://schemas.microsoft.com/office/drawing/2014/main" id="{3B823E55-5977-9F20-69AD-21CD6A0006B8}"/>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057400" y="50292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1" name="Picture 40" descr="C:\sahni\clip\rad\ROSE-Y.GIF">
            <a:extLst>
              <a:ext uri="{FF2B5EF4-FFF2-40B4-BE49-F238E27FC236}">
                <a16:creationId xmlns:a16="http://schemas.microsoft.com/office/drawing/2014/main" id="{DF7B7A36-30C8-F890-1345-19735A4BAE95}"/>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209800" y="51816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 name="Picture 41" descr="C:\sahni\clip\rad\ROSE-Y.GIF">
            <a:extLst>
              <a:ext uri="{FF2B5EF4-FFF2-40B4-BE49-F238E27FC236}">
                <a16:creationId xmlns:a16="http://schemas.microsoft.com/office/drawing/2014/main" id="{311DBA7D-3053-CC42-4E42-22777EB88251}"/>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362200" y="5334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3" name="Picture 42" descr="C:\sahni\clip\rad\ROSE-Y.GIF">
            <a:extLst>
              <a:ext uri="{FF2B5EF4-FFF2-40B4-BE49-F238E27FC236}">
                <a16:creationId xmlns:a16="http://schemas.microsoft.com/office/drawing/2014/main" id="{3F9D0863-916D-7955-D944-B30E89778151}"/>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514600" y="47244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4" name="Picture 43" descr="C:\sahni\clip\rad\ROSE-Y.GIF">
            <a:extLst>
              <a:ext uri="{FF2B5EF4-FFF2-40B4-BE49-F238E27FC236}">
                <a16:creationId xmlns:a16="http://schemas.microsoft.com/office/drawing/2014/main" id="{62D2CDB8-37CB-4064-41C9-45E307C269A6}"/>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133600" y="4572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5" name="Picture 44" descr="C:\sahni\clip\rad\ROSE-Y.GIF">
            <a:extLst>
              <a:ext uri="{FF2B5EF4-FFF2-40B4-BE49-F238E27FC236}">
                <a16:creationId xmlns:a16="http://schemas.microsoft.com/office/drawing/2014/main" id="{45FA8D64-458F-8D3D-372A-A2B3B41A3B66}"/>
              </a:ext>
            </a:extLst>
          </p:cNvPr>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4953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6" name="Picture 45" descr="C:\sahni\clip\rad\TREE_SMA.GIF">
            <a:extLst>
              <a:ext uri="{FF2B5EF4-FFF2-40B4-BE49-F238E27FC236}">
                <a16:creationId xmlns:a16="http://schemas.microsoft.com/office/drawing/2014/main" id="{56208873-382B-9326-281C-1C42B8D8704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29000" y="2438400"/>
            <a:ext cx="174942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7" name="Picture 46" descr="C:\sahni\clip\rad\TREE1.GIF">
            <a:extLst>
              <a:ext uri="{FF2B5EF4-FFF2-40B4-BE49-F238E27FC236}">
                <a16:creationId xmlns:a16="http://schemas.microsoft.com/office/drawing/2014/main" id="{DE0F47ED-AD82-84A2-21F9-98F7863B3DF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34400" y="1447800"/>
            <a:ext cx="38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8" name="Picture 47" descr="C:\sahni\clip\rad\TREE1.GIF">
            <a:extLst>
              <a:ext uri="{FF2B5EF4-FFF2-40B4-BE49-F238E27FC236}">
                <a16:creationId xmlns:a16="http://schemas.microsoft.com/office/drawing/2014/main" id="{9981862B-ADF4-76D5-D8A4-03BA36B8D58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686800" y="1600200"/>
            <a:ext cx="38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9" name="Picture 48" descr="C:\sahni\clip\rad\TREE1.GIF">
            <a:extLst>
              <a:ext uri="{FF2B5EF4-FFF2-40B4-BE49-F238E27FC236}">
                <a16:creationId xmlns:a16="http://schemas.microsoft.com/office/drawing/2014/main" id="{AB60560D-57AC-983A-1D4A-43C742E1F5F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29600" y="1676400"/>
            <a:ext cx="38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0" name="Picture 49" descr="C:\sahni\clip\rad\TREE1.GIF">
            <a:extLst>
              <a:ext uri="{FF2B5EF4-FFF2-40B4-BE49-F238E27FC236}">
                <a16:creationId xmlns:a16="http://schemas.microsoft.com/office/drawing/2014/main" id="{89D9AC44-18F3-3BEC-818A-C43B5F40189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305800" y="1447800"/>
            <a:ext cx="38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1" name="Picture 50" descr="C:\sahni\clip\rad\TREE1.GIF">
            <a:extLst>
              <a:ext uri="{FF2B5EF4-FFF2-40B4-BE49-F238E27FC236}">
                <a16:creationId xmlns:a16="http://schemas.microsoft.com/office/drawing/2014/main" id="{D47C2E73-996D-D67E-9F45-27C073B8308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382000" y="1219200"/>
            <a:ext cx="38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2" name="Picture 51" descr="C:\sahni\clip\rad\TREE1.GIF">
            <a:extLst>
              <a:ext uri="{FF2B5EF4-FFF2-40B4-BE49-F238E27FC236}">
                <a16:creationId xmlns:a16="http://schemas.microsoft.com/office/drawing/2014/main" id="{36492996-1E7F-71E9-21BA-51C9309E171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55063" y="1143000"/>
            <a:ext cx="388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3" name="Picture 52" descr="C:\sahni\clip\rad\TREE3.GIF">
            <a:extLst>
              <a:ext uri="{FF2B5EF4-FFF2-40B4-BE49-F238E27FC236}">
                <a16:creationId xmlns:a16="http://schemas.microsoft.com/office/drawing/2014/main" id="{49CCB7EE-BCF2-CABE-E3D4-7F8E51ED5AB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458200" y="5257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4" name="Picture 53" descr="C:\sahni\clip\rad\TREE3.GIF">
            <a:extLst>
              <a:ext uri="{FF2B5EF4-FFF2-40B4-BE49-F238E27FC236}">
                <a16:creationId xmlns:a16="http://schemas.microsoft.com/office/drawing/2014/main" id="{791F93BC-20A6-24B4-D6FE-9BDCBF74C7E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10600" y="54102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5" name="Picture 54" descr="C:\sahni\clip\rad\TREE3.GIF">
            <a:extLst>
              <a:ext uri="{FF2B5EF4-FFF2-40B4-BE49-F238E27FC236}">
                <a16:creationId xmlns:a16="http://schemas.microsoft.com/office/drawing/2014/main" id="{FD98CB44-B1BB-5D18-CA44-01D0DB3986C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8875" y="5257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6" name="Picture 56" descr="C:\sahni\clip\rad\TREE4.GIF">
            <a:extLst>
              <a:ext uri="{FF2B5EF4-FFF2-40B4-BE49-F238E27FC236}">
                <a16:creationId xmlns:a16="http://schemas.microsoft.com/office/drawing/2014/main" id="{D2D66C9B-FF3E-C511-021F-4F41E32FFBF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00800" y="2971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7" name="Picture 57" descr="C:\sahni\clip\rad\TREE4.GIF">
            <a:extLst>
              <a:ext uri="{FF2B5EF4-FFF2-40B4-BE49-F238E27FC236}">
                <a16:creationId xmlns:a16="http://schemas.microsoft.com/office/drawing/2014/main" id="{2F9E723D-FA53-E20D-895E-71BB47E76BE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53200" y="31242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8" name="Picture 58" descr="C:\sahni\clip\rad\TREE4.GIF">
            <a:extLst>
              <a:ext uri="{FF2B5EF4-FFF2-40B4-BE49-F238E27FC236}">
                <a16:creationId xmlns:a16="http://schemas.microsoft.com/office/drawing/2014/main" id="{0C47A29D-F878-4C24-9B49-4B73BCD7D0B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05600" y="32766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9" name="Picture 59" descr="C:\sahni\clip\rad\TREE4.GIF">
            <a:extLst>
              <a:ext uri="{FF2B5EF4-FFF2-40B4-BE49-F238E27FC236}">
                <a16:creationId xmlns:a16="http://schemas.microsoft.com/office/drawing/2014/main" id="{3F4E8F75-F87F-60CF-8464-26B97D5D85D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58000" y="34290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0" name="Picture 60" descr="C:\sahni\clip\rad\TREE4.GIF">
            <a:extLst>
              <a:ext uri="{FF2B5EF4-FFF2-40B4-BE49-F238E27FC236}">
                <a16:creationId xmlns:a16="http://schemas.microsoft.com/office/drawing/2014/main" id="{F39BD60B-630B-52F8-A227-1C6C96A23D2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10400" y="35814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1" name="Picture 61" descr="C:\sahni\clip\rad\BILLTREE.GIF">
            <a:extLst>
              <a:ext uri="{FF2B5EF4-FFF2-40B4-BE49-F238E27FC236}">
                <a16:creationId xmlns:a16="http://schemas.microsoft.com/office/drawing/2014/main" id="{0BB81181-B4E7-1A15-1A6D-BD1F50651FBB}"/>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52578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2" name="Picture 62" descr="C:\sahni\clip\rad\BILLTREE.GIF">
            <a:extLst>
              <a:ext uri="{FF2B5EF4-FFF2-40B4-BE49-F238E27FC236}">
                <a16:creationId xmlns:a16="http://schemas.microsoft.com/office/drawing/2014/main" id="{95FBEAD0-3AD8-E10C-EA5C-3657F3954FD1}"/>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50292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3" name="Picture 63" descr="C:\sahni\clip\rad\BILLTREE.GIF">
            <a:extLst>
              <a:ext uri="{FF2B5EF4-FFF2-40B4-BE49-F238E27FC236}">
                <a16:creationId xmlns:a16="http://schemas.microsoft.com/office/drawing/2014/main" id="{DD1F0EA9-4E9C-ECF4-1C9E-9630DDAE8E90}"/>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48006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4" name="Picture 64" descr="C:\sahni\clip\rad\BILLTREE.GIF">
            <a:extLst>
              <a:ext uri="{FF2B5EF4-FFF2-40B4-BE49-F238E27FC236}">
                <a16:creationId xmlns:a16="http://schemas.microsoft.com/office/drawing/2014/main" id="{A550E0EC-D520-9E3D-7B17-9A37CF74D8A3}"/>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45720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5" name="Picture 65" descr="C:\sahni\clip\rad\BILLTREE.GIF">
            <a:extLst>
              <a:ext uri="{FF2B5EF4-FFF2-40B4-BE49-F238E27FC236}">
                <a16:creationId xmlns:a16="http://schemas.microsoft.com/office/drawing/2014/main" id="{BD354A37-531E-F3F4-3D3C-DC48D27B70FB}"/>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49530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6" name="Picture 66" descr="C:\sahni\clip\rad\LIGHTING.GIF">
            <a:extLst>
              <a:ext uri="{FF2B5EF4-FFF2-40B4-BE49-F238E27FC236}">
                <a16:creationId xmlns:a16="http://schemas.microsoft.com/office/drawing/2014/main" id="{BC275E3B-DBEC-47E7-B488-76AA2B3B5F6F}"/>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5486400" y="15240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7" name="Picture 67" descr="C:\sahni\clip\rad\LIGHTING.GIF">
            <a:extLst>
              <a:ext uri="{FF2B5EF4-FFF2-40B4-BE49-F238E27FC236}">
                <a16:creationId xmlns:a16="http://schemas.microsoft.com/office/drawing/2014/main" id="{CF17A641-CA94-E5D9-120B-F7ECA63DF3A1}"/>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8" name="Picture 68" descr="C:\sahni\clip\rad\LIGHTING.GIF">
            <a:extLst>
              <a:ext uri="{FF2B5EF4-FFF2-40B4-BE49-F238E27FC236}">
                <a16:creationId xmlns:a16="http://schemas.microsoft.com/office/drawing/2014/main" id="{DE429249-A295-FBB6-274F-8B28603D2469}"/>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15240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9" name="Picture 69" descr="C:\sahni\clip\rad\LIGHTING.GIF">
            <a:extLst>
              <a:ext uri="{FF2B5EF4-FFF2-40B4-BE49-F238E27FC236}">
                <a16:creationId xmlns:a16="http://schemas.microsoft.com/office/drawing/2014/main" id="{44653B94-2365-D9DA-EBC0-4AE91E03D5A7}"/>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2667000" y="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0" name="Picture 70" descr="C:\sahni\clip\rad\LIGHTING.GIF">
            <a:extLst>
              <a:ext uri="{FF2B5EF4-FFF2-40B4-BE49-F238E27FC236}">
                <a16:creationId xmlns:a16="http://schemas.microsoft.com/office/drawing/2014/main" id="{1FF46EBF-2644-92D5-5174-69AC897CB234}"/>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3352800" y="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1" name="Picture 71" descr="C:\sahni\clip\barry\palmtree.gif">
            <a:extLst>
              <a:ext uri="{FF2B5EF4-FFF2-40B4-BE49-F238E27FC236}">
                <a16:creationId xmlns:a16="http://schemas.microsoft.com/office/drawing/2014/main" id="{A59BB455-8BAD-95DA-AD10-21CF2578646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09600" y="6858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2" name="Picture 72" descr="C:\sahni\clip\barry\palmtree.gif">
            <a:extLst>
              <a:ext uri="{FF2B5EF4-FFF2-40B4-BE49-F238E27FC236}">
                <a16:creationId xmlns:a16="http://schemas.microsoft.com/office/drawing/2014/main" id="{219C9DCF-86EB-6D4B-D51D-E93B66985EE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3" name="Picture 73" descr="C:\sahni\clip\barry\palmtree.gif">
            <a:extLst>
              <a:ext uri="{FF2B5EF4-FFF2-40B4-BE49-F238E27FC236}">
                <a16:creationId xmlns:a16="http://schemas.microsoft.com/office/drawing/2014/main" id="{B3EDC8CD-0F76-5040-18C4-8BF7EB3CBB8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4" name="Picture 74" descr="C:\sahni\clip\barry\palmtree.gif">
            <a:extLst>
              <a:ext uri="{FF2B5EF4-FFF2-40B4-BE49-F238E27FC236}">
                <a16:creationId xmlns:a16="http://schemas.microsoft.com/office/drawing/2014/main" id="{12027A40-36A6-906E-0152-D9DFDEF01E9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6200" y="1524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5" name="Picture 75" descr="C:\sahni\clip\barry\palmtree.gif">
            <a:extLst>
              <a:ext uri="{FF2B5EF4-FFF2-40B4-BE49-F238E27FC236}">
                <a16:creationId xmlns:a16="http://schemas.microsoft.com/office/drawing/2014/main" id="{F55DA1E7-AF17-4C8B-B220-7BA5142723D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0" y="609600"/>
            <a:ext cx="7889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6" name="Picture 76" descr="C:\sahni\clip\rad\LIGHTING.GIF">
            <a:extLst>
              <a:ext uri="{FF2B5EF4-FFF2-40B4-BE49-F238E27FC236}">
                <a16:creationId xmlns:a16="http://schemas.microsoft.com/office/drawing/2014/main" id="{A1FB8DA9-6F85-C0E1-FB27-6E6E25547C7F}"/>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6705600" y="1066800"/>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7" name="Picture 79" descr="C:\sahni\clip\living\flower_bloom_w.gif">
            <a:extLst>
              <a:ext uri="{FF2B5EF4-FFF2-40B4-BE49-F238E27FC236}">
                <a16:creationId xmlns:a16="http://schemas.microsoft.com/office/drawing/2014/main" id="{A4291206-33F0-7F14-3D29-EED29573AEE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4876800"/>
            <a:ext cx="10509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8" name="Picture 80" descr="C:\sahni\clip\living\christmas_tip_w.gif">
            <a:extLst>
              <a:ext uri="{FF2B5EF4-FFF2-40B4-BE49-F238E27FC236}">
                <a16:creationId xmlns:a16="http://schemas.microsoft.com/office/drawing/2014/main" id="{C0348E8E-F217-3B0C-07FD-0DAA3CF325FA}"/>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412163" y="3657600"/>
            <a:ext cx="7318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9" name="Picture 81" descr="C:\sahni\clip\rad\SHERITR.GIF">
            <a:extLst>
              <a:ext uri="{FF2B5EF4-FFF2-40B4-BE49-F238E27FC236}">
                <a16:creationId xmlns:a16="http://schemas.microsoft.com/office/drawing/2014/main" id="{A741626C-0FC9-5019-A169-DB76EA36FFD6}"/>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686800" y="28194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0" name="Picture 82" descr="C:\sahni\clip\rad\SHERITR.GIF">
            <a:extLst>
              <a:ext uri="{FF2B5EF4-FFF2-40B4-BE49-F238E27FC236}">
                <a16:creationId xmlns:a16="http://schemas.microsoft.com/office/drawing/2014/main" id="{D95E3846-3157-6EE5-677B-067A1F6F54F0}"/>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839200" y="2971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1" name="Picture 83" descr="C:\sahni\clip\rad\SHERITR.GIF">
            <a:extLst>
              <a:ext uri="{FF2B5EF4-FFF2-40B4-BE49-F238E27FC236}">
                <a16:creationId xmlns:a16="http://schemas.microsoft.com/office/drawing/2014/main" id="{327470AE-0B68-6A5E-4570-ADB4464B254E}"/>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229600" y="26670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2" name="Picture 84" descr="C:\sahni\clip\rad\SHERITR.GIF">
            <a:extLst>
              <a:ext uri="{FF2B5EF4-FFF2-40B4-BE49-F238E27FC236}">
                <a16:creationId xmlns:a16="http://schemas.microsoft.com/office/drawing/2014/main" id="{A5F60F0F-6F9A-79EA-93AA-65A7BCBC2044}"/>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305800" y="29718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3" name="Picture 85" descr="C:\sahni\clip\rad\SHERITR.GIF">
            <a:extLst>
              <a:ext uri="{FF2B5EF4-FFF2-40B4-BE49-F238E27FC236}">
                <a16:creationId xmlns:a16="http://schemas.microsoft.com/office/drawing/2014/main" id="{1EB09B85-7403-1161-145A-0B5FCF1238C2}"/>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8382000" y="3276600"/>
            <a:ext cx="365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15B10C7-14DE-C5BC-53CB-12675BDC6396}"/>
              </a:ext>
            </a:extLst>
          </p:cNvPr>
          <p:cNvSpPr>
            <a:spLocks noGrp="1" noChangeArrowheads="1"/>
          </p:cNvSpPr>
          <p:nvPr>
            <p:ph type="ctrTitle"/>
          </p:nvPr>
        </p:nvSpPr>
        <p:spPr>
          <a:xfrm>
            <a:off x="609600" y="381000"/>
            <a:ext cx="7772400" cy="1143000"/>
          </a:xfrm>
        </p:spPr>
        <p:txBody>
          <a:bodyPr anchor="ctr"/>
          <a:lstStyle/>
          <a:p>
            <a:r>
              <a:rPr lang="en-US" altLang="en-US" sz="4400"/>
              <a:t>Nature Lover’s View Of A Tree</a:t>
            </a:r>
          </a:p>
        </p:txBody>
      </p:sp>
      <p:pic>
        <p:nvPicPr>
          <p:cNvPr id="136196" name="Picture 4" descr="C:\sahni\clip\rad\TREE_SMA.GIF">
            <a:extLst>
              <a:ext uri="{FF2B5EF4-FFF2-40B4-BE49-F238E27FC236}">
                <a16:creationId xmlns:a16="http://schemas.microsoft.com/office/drawing/2014/main" id="{02094E11-1B99-3B3F-D8C9-E155A3D26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895600"/>
            <a:ext cx="1749425" cy="17494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36211" name="Group 19">
            <a:extLst>
              <a:ext uri="{FF2B5EF4-FFF2-40B4-BE49-F238E27FC236}">
                <a16:creationId xmlns:a16="http://schemas.microsoft.com/office/drawing/2014/main" id="{D6671D69-0CAC-860F-5D40-F5A82958F76B}"/>
              </a:ext>
            </a:extLst>
          </p:cNvPr>
          <p:cNvGrpSpPr>
            <a:grpSpLocks/>
          </p:cNvGrpSpPr>
          <p:nvPr/>
        </p:nvGrpSpPr>
        <p:grpSpPr bwMode="auto">
          <a:xfrm>
            <a:off x="3733800" y="4191000"/>
            <a:ext cx="3352800" cy="1912938"/>
            <a:chOff x="2352" y="2640"/>
            <a:chExt cx="2112" cy="1205"/>
          </a:xfrm>
        </p:grpSpPr>
        <p:sp>
          <p:nvSpPr>
            <p:cNvPr id="5134" name="Text Box 5">
              <a:extLst>
                <a:ext uri="{FF2B5EF4-FFF2-40B4-BE49-F238E27FC236}">
                  <a16:creationId xmlns:a16="http://schemas.microsoft.com/office/drawing/2014/main" id="{730824FE-83C3-30B6-40E3-95CF0038DA32}"/>
                </a:ext>
              </a:extLst>
            </p:cNvPr>
            <p:cNvSpPr txBox="1">
              <a:spLocks noChangeArrowheads="1"/>
            </p:cNvSpPr>
            <p:nvPr/>
          </p:nvSpPr>
          <p:spPr bwMode="auto">
            <a:xfrm>
              <a:off x="3840" y="3456"/>
              <a:ext cx="624" cy="389"/>
            </a:xfrm>
            <a:prstGeom prst="rect">
              <a:avLst/>
            </a:prstGeom>
            <a:noFill/>
            <a:ln w="381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root</a:t>
              </a:r>
            </a:p>
          </p:txBody>
        </p:sp>
        <p:sp>
          <p:nvSpPr>
            <p:cNvPr id="5135" name="Line 7">
              <a:extLst>
                <a:ext uri="{FF2B5EF4-FFF2-40B4-BE49-F238E27FC236}">
                  <a16:creationId xmlns:a16="http://schemas.microsoft.com/office/drawing/2014/main" id="{785A6036-5DE7-3C8A-8F74-3C20833336DF}"/>
                </a:ext>
              </a:extLst>
            </p:cNvPr>
            <p:cNvSpPr>
              <a:spLocks noChangeShapeType="1"/>
            </p:cNvSpPr>
            <p:nvPr/>
          </p:nvSpPr>
          <p:spPr bwMode="auto">
            <a:xfrm flipH="1" flipV="1">
              <a:off x="2352" y="2640"/>
              <a:ext cx="1680" cy="864"/>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6210" name="Group 18">
            <a:extLst>
              <a:ext uri="{FF2B5EF4-FFF2-40B4-BE49-F238E27FC236}">
                <a16:creationId xmlns:a16="http://schemas.microsoft.com/office/drawing/2014/main" id="{E5A5A68B-DB9E-AA38-0966-050EBEC0FEAC}"/>
              </a:ext>
            </a:extLst>
          </p:cNvPr>
          <p:cNvGrpSpPr>
            <a:grpSpLocks/>
          </p:cNvGrpSpPr>
          <p:nvPr/>
        </p:nvGrpSpPr>
        <p:grpSpPr bwMode="auto">
          <a:xfrm>
            <a:off x="533400" y="3505200"/>
            <a:ext cx="3276600" cy="1354138"/>
            <a:chOff x="336" y="2208"/>
            <a:chExt cx="2064" cy="853"/>
          </a:xfrm>
        </p:grpSpPr>
        <p:sp>
          <p:nvSpPr>
            <p:cNvPr id="5131" name="Text Box 9">
              <a:extLst>
                <a:ext uri="{FF2B5EF4-FFF2-40B4-BE49-F238E27FC236}">
                  <a16:creationId xmlns:a16="http://schemas.microsoft.com/office/drawing/2014/main" id="{571E197F-14F6-790C-6F50-FCEDFDECA3F7}"/>
                </a:ext>
              </a:extLst>
            </p:cNvPr>
            <p:cNvSpPr txBox="1">
              <a:spLocks noChangeArrowheads="1"/>
            </p:cNvSpPr>
            <p:nvPr/>
          </p:nvSpPr>
          <p:spPr bwMode="auto">
            <a:xfrm>
              <a:off x="336" y="2688"/>
              <a:ext cx="1200" cy="373"/>
            </a:xfrm>
            <a:prstGeom prst="rect">
              <a:avLst/>
            </a:prstGeom>
            <a:noFill/>
            <a:ln w="127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branches</a:t>
              </a:r>
            </a:p>
          </p:txBody>
        </p:sp>
        <p:sp>
          <p:nvSpPr>
            <p:cNvPr id="5132" name="Line 10">
              <a:extLst>
                <a:ext uri="{FF2B5EF4-FFF2-40B4-BE49-F238E27FC236}">
                  <a16:creationId xmlns:a16="http://schemas.microsoft.com/office/drawing/2014/main" id="{A0E70755-AB87-F862-34CD-E96C852CE5CA}"/>
                </a:ext>
              </a:extLst>
            </p:cNvPr>
            <p:cNvSpPr>
              <a:spLocks noChangeShapeType="1"/>
            </p:cNvSpPr>
            <p:nvPr/>
          </p:nvSpPr>
          <p:spPr bwMode="auto">
            <a:xfrm flipV="1">
              <a:off x="1296" y="2208"/>
              <a:ext cx="1104" cy="624"/>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3" name="Line 11">
              <a:extLst>
                <a:ext uri="{FF2B5EF4-FFF2-40B4-BE49-F238E27FC236}">
                  <a16:creationId xmlns:a16="http://schemas.microsoft.com/office/drawing/2014/main" id="{36BE38AF-29E7-CE8E-DFE1-E6F1FB545ABC}"/>
                </a:ext>
              </a:extLst>
            </p:cNvPr>
            <p:cNvSpPr>
              <a:spLocks noChangeShapeType="1"/>
            </p:cNvSpPr>
            <p:nvPr/>
          </p:nvSpPr>
          <p:spPr bwMode="auto">
            <a:xfrm flipV="1">
              <a:off x="1344" y="2448"/>
              <a:ext cx="912" cy="528"/>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6212" name="Group 20">
            <a:extLst>
              <a:ext uri="{FF2B5EF4-FFF2-40B4-BE49-F238E27FC236}">
                <a16:creationId xmlns:a16="http://schemas.microsoft.com/office/drawing/2014/main" id="{FBAC595E-CB42-EAD8-ABBA-604C7545E0A8}"/>
              </a:ext>
            </a:extLst>
          </p:cNvPr>
          <p:cNvGrpSpPr>
            <a:grpSpLocks/>
          </p:cNvGrpSpPr>
          <p:nvPr/>
        </p:nvGrpSpPr>
        <p:grpSpPr bwMode="auto">
          <a:xfrm>
            <a:off x="4114800" y="2209800"/>
            <a:ext cx="4572000" cy="1447800"/>
            <a:chOff x="2592" y="1392"/>
            <a:chExt cx="2880" cy="912"/>
          </a:xfrm>
        </p:grpSpPr>
        <p:sp>
          <p:nvSpPr>
            <p:cNvPr id="5127" name="Line 13">
              <a:extLst>
                <a:ext uri="{FF2B5EF4-FFF2-40B4-BE49-F238E27FC236}">
                  <a16:creationId xmlns:a16="http://schemas.microsoft.com/office/drawing/2014/main" id="{6B835172-CFD4-3EF1-239F-A7A81FB4BAE1}"/>
                </a:ext>
              </a:extLst>
            </p:cNvPr>
            <p:cNvSpPr>
              <a:spLocks noChangeShapeType="1"/>
            </p:cNvSpPr>
            <p:nvPr/>
          </p:nvSpPr>
          <p:spPr bwMode="auto">
            <a:xfrm flipH="1">
              <a:off x="2688" y="1632"/>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8" name="Line 14">
              <a:extLst>
                <a:ext uri="{FF2B5EF4-FFF2-40B4-BE49-F238E27FC236}">
                  <a16:creationId xmlns:a16="http://schemas.microsoft.com/office/drawing/2014/main" id="{FD4EB118-D8C1-63DB-A128-FD9D00BAB139}"/>
                </a:ext>
              </a:extLst>
            </p:cNvPr>
            <p:cNvSpPr>
              <a:spLocks noChangeShapeType="1"/>
            </p:cNvSpPr>
            <p:nvPr/>
          </p:nvSpPr>
          <p:spPr bwMode="auto">
            <a:xfrm flipH="1">
              <a:off x="2736" y="1728"/>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9" name="Text Box 15">
              <a:extLst>
                <a:ext uri="{FF2B5EF4-FFF2-40B4-BE49-F238E27FC236}">
                  <a16:creationId xmlns:a16="http://schemas.microsoft.com/office/drawing/2014/main" id="{2C6DEDB3-5839-0B1F-0BA8-B23A760B012B}"/>
                </a:ext>
              </a:extLst>
            </p:cNvPr>
            <p:cNvSpPr txBox="1">
              <a:spLocks noChangeArrowheads="1"/>
            </p:cNvSpPr>
            <p:nvPr/>
          </p:nvSpPr>
          <p:spPr bwMode="auto">
            <a:xfrm>
              <a:off x="3936" y="1392"/>
              <a:ext cx="1536" cy="373"/>
            </a:xfrm>
            <a:prstGeom prst="rect">
              <a:avLst/>
            </a:prstGeom>
            <a:noFill/>
            <a:ln w="127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leaves</a:t>
              </a:r>
            </a:p>
          </p:txBody>
        </p:sp>
        <p:sp>
          <p:nvSpPr>
            <p:cNvPr id="5130" name="Line 16">
              <a:extLst>
                <a:ext uri="{FF2B5EF4-FFF2-40B4-BE49-F238E27FC236}">
                  <a16:creationId xmlns:a16="http://schemas.microsoft.com/office/drawing/2014/main" id="{B778A47D-570F-6232-0C63-4CF4FE52BCA2}"/>
                </a:ext>
              </a:extLst>
            </p:cNvPr>
            <p:cNvSpPr>
              <a:spLocks noChangeShapeType="1"/>
            </p:cNvSpPr>
            <p:nvPr/>
          </p:nvSpPr>
          <p:spPr bwMode="auto">
            <a:xfrm flipH="1">
              <a:off x="2592" y="1536"/>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61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36211"/>
                                        </p:tgtEl>
                                        <p:attrNameLst>
                                          <p:attrName>style.visibility</p:attrName>
                                        </p:attrNameLst>
                                      </p:cBhvr>
                                      <p:to>
                                        <p:strVal val="visible"/>
                                      </p:to>
                                    </p:set>
                                    <p:anim calcmode="lin" valueType="num">
                                      <p:cBhvr additive="base">
                                        <p:cTn id="11" dur="500" fill="hold"/>
                                        <p:tgtEl>
                                          <p:spTgt spid="136211"/>
                                        </p:tgtEl>
                                        <p:attrNameLst>
                                          <p:attrName>ppt_x</p:attrName>
                                        </p:attrNameLst>
                                      </p:cBhvr>
                                      <p:tavLst>
                                        <p:tav tm="0">
                                          <p:val>
                                            <p:strVal val="0-#ppt_w/2"/>
                                          </p:val>
                                        </p:tav>
                                        <p:tav tm="100000">
                                          <p:val>
                                            <p:strVal val="#ppt_x"/>
                                          </p:val>
                                        </p:tav>
                                      </p:tavLst>
                                    </p:anim>
                                    <p:anim calcmode="lin" valueType="num">
                                      <p:cBhvr additive="base">
                                        <p:cTn id="12" dur="500" fill="hold"/>
                                        <p:tgtEl>
                                          <p:spTgt spid="13621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36210"/>
                                        </p:tgtEl>
                                        <p:attrNameLst>
                                          <p:attrName>style.visibility</p:attrName>
                                        </p:attrNameLst>
                                      </p:cBhvr>
                                      <p:to>
                                        <p:strVal val="visible"/>
                                      </p:to>
                                    </p:set>
                                    <p:anim calcmode="lin" valueType="num">
                                      <p:cBhvr additive="base">
                                        <p:cTn id="17" dur="500" fill="hold"/>
                                        <p:tgtEl>
                                          <p:spTgt spid="136210"/>
                                        </p:tgtEl>
                                        <p:attrNameLst>
                                          <p:attrName>ppt_x</p:attrName>
                                        </p:attrNameLst>
                                      </p:cBhvr>
                                      <p:tavLst>
                                        <p:tav tm="0">
                                          <p:val>
                                            <p:strVal val="0-#ppt_w/2"/>
                                          </p:val>
                                        </p:tav>
                                        <p:tav tm="100000">
                                          <p:val>
                                            <p:strVal val="#ppt_x"/>
                                          </p:val>
                                        </p:tav>
                                      </p:tavLst>
                                    </p:anim>
                                    <p:anim calcmode="lin" valueType="num">
                                      <p:cBhvr additive="base">
                                        <p:cTn id="18" dur="500" fill="hold"/>
                                        <p:tgtEl>
                                          <p:spTgt spid="13621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136212"/>
                                        </p:tgtEl>
                                        <p:attrNameLst>
                                          <p:attrName>style.visibility</p:attrName>
                                        </p:attrNameLst>
                                      </p:cBhvr>
                                      <p:to>
                                        <p:strVal val="visible"/>
                                      </p:to>
                                    </p:set>
                                    <p:anim calcmode="lin" valueType="num">
                                      <p:cBhvr additive="base">
                                        <p:cTn id="23" dur="500" fill="hold"/>
                                        <p:tgtEl>
                                          <p:spTgt spid="136212"/>
                                        </p:tgtEl>
                                        <p:attrNameLst>
                                          <p:attrName>ppt_x</p:attrName>
                                        </p:attrNameLst>
                                      </p:cBhvr>
                                      <p:tavLst>
                                        <p:tav tm="0">
                                          <p:val>
                                            <p:strVal val="0-#ppt_w/2"/>
                                          </p:val>
                                        </p:tav>
                                        <p:tav tm="100000">
                                          <p:val>
                                            <p:strVal val="#ppt_x"/>
                                          </p:val>
                                        </p:tav>
                                      </p:tavLst>
                                    </p:anim>
                                    <p:anim calcmode="lin" valueType="num">
                                      <p:cBhvr additive="base">
                                        <p:cTn id="24" dur="500" fill="hold"/>
                                        <p:tgtEl>
                                          <p:spTgt spid="1362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32" name="Picture 16" descr="C:\sahni\slides\up.gif.GIF">
            <a:extLst>
              <a:ext uri="{FF2B5EF4-FFF2-40B4-BE49-F238E27FC236}">
                <a16:creationId xmlns:a16="http://schemas.microsoft.com/office/drawing/2014/main" id="{F6B0AAC2-41AC-1C69-49D2-D2C5F0E29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362200"/>
            <a:ext cx="20462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2">
            <a:extLst>
              <a:ext uri="{FF2B5EF4-FFF2-40B4-BE49-F238E27FC236}">
                <a16:creationId xmlns:a16="http://schemas.microsoft.com/office/drawing/2014/main" id="{2DA7BC1B-59BB-857B-74B4-3230CD9418F4}"/>
              </a:ext>
            </a:extLst>
          </p:cNvPr>
          <p:cNvSpPr>
            <a:spLocks noGrp="1" noChangeArrowheads="1"/>
          </p:cNvSpPr>
          <p:nvPr>
            <p:ph type="ctrTitle"/>
          </p:nvPr>
        </p:nvSpPr>
        <p:spPr>
          <a:xfrm>
            <a:off x="609600" y="381000"/>
            <a:ext cx="7772400" cy="1143000"/>
          </a:xfrm>
        </p:spPr>
        <p:txBody>
          <a:bodyPr anchor="ctr"/>
          <a:lstStyle/>
          <a:p>
            <a:r>
              <a:rPr lang="en-US" altLang="en-US" sz="4400"/>
              <a:t>Computer Scientist’s View</a:t>
            </a:r>
          </a:p>
        </p:txBody>
      </p:sp>
      <p:grpSp>
        <p:nvGrpSpPr>
          <p:cNvPr id="137239" name="Group 23">
            <a:extLst>
              <a:ext uri="{FF2B5EF4-FFF2-40B4-BE49-F238E27FC236}">
                <a16:creationId xmlns:a16="http://schemas.microsoft.com/office/drawing/2014/main" id="{5B0A13C0-0F3D-5306-0959-5224F51D347D}"/>
              </a:ext>
            </a:extLst>
          </p:cNvPr>
          <p:cNvGrpSpPr>
            <a:grpSpLocks/>
          </p:cNvGrpSpPr>
          <p:nvPr/>
        </p:nvGrpSpPr>
        <p:grpSpPr bwMode="auto">
          <a:xfrm>
            <a:off x="762000" y="3276600"/>
            <a:ext cx="3276600" cy="1354138"/>
            <a:chOff x="480" y="2064"/>
            <a:chExt cx="2064" cy="853"/>
          </a:xfrm>
        </p:grpSpPr>
        <p:sp>
          <p:nvSpPr>
            <p:cNvPr id="6161" name="Text Box 8">
              <a:extLst>
                <a:ext uri="{FF2B5EF4-FFF2-40B4-BE49-F238E27FC236}">
                  <a16:creationId xmlns:a16="http://schemas.microsoft.com/office/drawing/2014/main" id="{AB7AE090-32DB-3D85-3A80-129EEEC06CDE}"/>
                </a:ext>
              </a:extLst>
            </p:cNvPr>
            <p:cNvSpPr txBox="1">
              <a:spLocks noChangeArrowheads="1"/>
            </p:cNvSpPr>
            <p:nvPr/>
          </p:nvSpPr>
          <p:spPr bwMode="auto">
            <a:xfrm>
              <a:off x="480" y="2544"/>
              <a:ext cx="1200" cy="373"/>
            </a:xfrm>
            <a:prstGeom prst="rect">
              <a:avLst/>
            </a:prstGeom>
            <a:noFill/>
            <a:ln w="127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branches</a:t>
              </a:r>
            </a:p>
          </p:txBody>
        </p:sp>
        <p:sp>
          <p:nvSpPr>
            <p:cNvPr id="6162" name="Line 9">
              <a:extLst>
                <a:ext uri="{FF2B5EF4-FFF2-40B4-BE49-F238E27FC236}">
                  <a16:creationId xmlns:a16="http://schemas.microsoft.com/office/drawing/2014/main" id="{F565E7E2-8F45-6F18-B743-325E3B5A28C9}"/>
                </a:ext>
              </a:extLst>
            </p:cNvPr>
            <p:cNvSpPr>
              <a:spLocks noChangeShapeType="1"/>
            </p:cNvSpPr>
            <p:nvPr/>
          </p:nvSpPr>
          <p:spPr bwMode="auto">
            <a:xfrm flipV="1">
              <a:off x="1440" y="2064"/>
              <a:ext cx="1104" cy="624"/>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63" name="Line 10">
              <a:extLst>
                <a:ext uri="{FF2B5EF4-FFF2-40B4-BE49-F238E27FC236}">
                  <a16:creationId xmlns:a16="http://schemas.microsoft.com/office/drawing/2014/main" id="{1734A422-5195-FE7F-315A-AA885B83FE6C}"/>
                </a:ext>
              </a:extLst>
            </p:cNvPr>
            <p:cNvSpPr>
              <a:spLocks noChangeShapeType="1"/>
            </p:cNvSpPr>
            <p:nvPr/>
          </p:nvSpPr>
          <p:spPr bwMode="auto">
            <a:xfrm flipV="1">
              <a:off x="1488" y="2304"/>
              <a:ext cx="912" cy="528"/>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7242" name="Group 26">
            <a:extLst>
              <a:ext uri="{FF2B5EF4-FFF2-40B4-BE49-F238E27FC236}">
                <a16:creationId xmlns:a16="http://schemas.microsoft.com/office/drawing/2014/main" id="{23D34B8E-F118-31DF-F0FA-68695A91ABA2}"/>
              </a:ext>
            </a:extLst>
          </p:cNvPr>
          <p:cNvGrpSpPr>
            <a:grpSpLocks/>
          </p:cNvGrpSpPr>
          <p:nvPr/>
        </p:nvGrpSpPr>
        <p:grpSpPr bwMode="auto">
          <a:xfrm>
            <a:off x="4572000" y="1828800"/>
            <a:ext cx="4572000" cy="1447800"/>
            <a:chOff x="2880" y="1152"/>
            <a:chExt cx="2880" cy="912"/>
          </a:xfrm>
        </p:grpSpPr>
        <p:sp>
          <p:nvSpPr>
            <p:cNvPr id="6157" name="Line 12">
              <a:extLst>
                <a:ext uri="{FF2B5EF4-FFF2-40B4-BE49-F238E27FC236}">
                  <a16:creationId xmlns:a16="http://schemas.microsoft.com/office/drawing/2014/main" id="{887AEE4E-C9C8-F7D6-F546-AFBF7EA68AF4}"/>
                </a:ext>
              </a:extLst>
            </p:cNvPr>
            <p:cNvSpPr>
              <a:spLocks noChangeShapeType="1"/>
            </p:cNvSpPr>
            <p:nvPr/>
          </p:nvSpPr>
          <p:spPr bwMode="auto">
            <a:xfrm flipH="1">
              <a:off x="2976" y="1392"/>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Line 13">
              <a:extLst>
                <a:ext uri="{FF2B5EF4-FFF2-40B4-BE49-F238E27FC236}">
                  <a16:creationId xmlns:a16="http://schemas.microsoft.com/office/drawing/2014/main" id="{3388BC98-9178-CB99-C67D-B2E7A78D7C74}"/>
                </a:ext>
              </a:extLst>
            </p:cNvPr>
            <p:cNvSpPr>
              <a:spLocks noChangeShapeType="1"/>
            </p:cNvSpPr>
            <p:nvPr/>
          </p:nvSpPr>
          <p:spPr bwMode="auto">
            <a:xfrm flipH="1">
              <a:off x="3024" y="1488"/>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9" name="Text Box 14">
              <a:extLst>
                <a:ext uri="{FF2B5EF4-FFF2-40B4-BE49-F238E27FC236}">
                  <a16:creationId xmlns:a16="http://schemas.microsoft.com/office/drawing/2014/main" id="{6FC97A89-2504-44EC-59AA-B7F23FF08EEC}"/>
                </a:ext>
              </a:extLst>
            </p:cNvPr>
            <p:cNvSpPr txBox="1">
              <a:spLocks noChangeArrowheads="1"/>
            </p:cNvSpPr>
            <p:nvPr/>
          </p:nvSpPr>
          <p:spPr bwMode="auto">
            <a:xfrm>
              <a:off x="4224" y="1152"/>
              <a:ext cx="15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leaves</a:t>
              </a:r>
            </a:p>
          </p:txBody>
        </p:sp>
        <p:sp>
          <p:nvSpPr>
            <p:cNvPr id="6160" name="Line 15">
              <a:extLst>
                <a:ext uri="{FF2B5EF4-FFF2-40B4-BE49-F238E27FC236}">
                  <a16:creationId xmlns:a16="http://schemas.microsoft.com/office/drawing/2014/main" id="{1D36EF44-1DD8-F199-4D05-B34740FDBF4D}"/>
                </a:ext>
              </a:extLst>
            </p:cNvPr>
            <p:cNvSpPr>
              <a:spLocks noChangeShapeType="1"/>
            </p:cNvSpPr>
            <p:nvPr/>
          </p:nvSpPr>
          <p:spPr bwMode="auto">
            <a:xfrm flipH="1">
              <a:off x="2880" y="1296"/>
              <a:ext cx="1248" cy="576"/>
            </a:xfrm>
            <a:prstGeom prst="line">
              <a:avLst/>
            </a:prstGeom>
            <a:noFill/>
            <a:ln w="381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7241" name="Group 25">
            <a:extLst>
              <a:ext uri="{FF2B5EF4-FFF2-40B4-BE49-F238E27FC236}">
                <a16:creationId xmlns:a16="http://schemas.microsoft.com/office/drawing/2014/main" id="{E71A0346-865F-FFEA-D0A7-E42840CF2886}"/>
              </a:ext>
            </a:extLst>
          </p:cNvPr>
          <p:cNvGrpSpPr>
            <a:grpSpLocks/>
          </p:cNvGrpSpPr>
          <p:nvPr/>
        </p:nvGrpSpPr>
        <p:grpSpPr bwMode="auto">
          <a:xfrm>
            <a:off x="1143000" y="1752600"/>
            <a:ext cx="2971800" cy="1143000"/>
            <a:chOff x="720" y="1104"/>
            <a:chExt cx="1872" cy="720"/>
          </a:xfrm>
        </p:grpSpPr>
        <p:sp>
          <p:nvSpPr>
            <p:cNvPr id="6155" name="Text Box 5">
              <a:extLst>
                <a:ext uri="{FF2B5EF4-FFF2-40B4-BE49-F238E27FC236}">
                  <a16:creationId xmlns:a16="http://schemas.microsoft.com/office/drawing/2014/main" id="{93C9435F-E312-2A42-BD61-52AB2DC0A841}"/>
                </a:ext>
              </a:extLst>
            </p:cNvPr>
            <p:cNvSpPr txBox="1">
              <a:spLocks noChangeArrowheads="1"/>
            </p:cNvSpPr>
            <p:nvPr/>
          </p:nvSpPr>
          <p:spPr bwMode="auto">
            <a:xfrm>
              <a:off x="720" y="1104"/>
              <a:ext cx="624" cy="389"/>
            </a:xfrm>
            <a:prstGeom prst="rect">
              <a:avLst/>
            </a:prstGeom>
            <a:noFill/>
            <a:ln w="381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root</a:t>
              </a:r>
            </a:p>
          </p:txBody>
        </p:sp>
        <p:sp>
          <p:nvSpPr>
            <p:cNvPr id="6156" name="Line 17">
              <a:extLst>
                <a:ext uri="{FF2B5EF4-FFF2-40B4-BE49-F238E27FC236}">
                  <a16:creationId xmlns:a16="http://schemas.microsoft.com/office/drawing/2014/main" id="{158407F0-400E-76A5-6238-A577C57FA86F}"/>
                </a:ext>
              </a:extLst>
            </p:cNvPr>
            <p:cNvSpPr>
              <a:spLocks noChangeShapeType="1"/>
            </p:cNvSpPr>
            <p:nvPr/>
          </p:nvSpPr>
          <p:spPr bwMode="auto">
            <a:xfrm>
              <a:off x="1200" y="1344"/>
              <a:ext cx="1392" cy="48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7240" name="Group 24">
            <a:extLst>
              <a:ext uri="{FF2B5EF4-FFF2-40B4-BE49-F238E27FC236}">
                <a16:creationId xmlns:a16="http://schemas.microsoft.com/office/drawing/2014/main" id="{D00CE50D-655F-E0E1-00C1-883F1EAE9E6A}"/>
              </a:ext>
            </a:extLst>
          </p:cNvPr>
          <p:cNvGrpSpPr>
            <a:grpSpLocks/>
          </p:cNvGrpSpPr>
          <p:nvPr/>
        </p:nvGrpSpPr>
        <p:grpSpPr bwMode="auto">
          <a:xfrm>
            <a:off x="3581400" y="3276600"/>
            <a:ext cx="1676400" cy="2484438"/>
            <a:chOff x="2256" y="2064"/>
            <a:chExt cx="1056" cy="1565"/>
          </a:xfrm>
        </p:grpSpPr>
        <p:sp>
          <p:nvSpPr>
            <p:cNvPr id="6152" name="Line 19">
              <a:extLst>
                <a:ext uri="{FF2B5EF4-FFF2-40B4-BE49-F238E27FC236}">
                  <a16:creationId xmlns:a16="http://schemas.microsoft.com/office/drawing/2014/main" id="{B60E5CD4-70F9-684D-AFA5-E8DF5582B30A}"/>
                </a:ext>
              </a:extLst>
            </p:cNvPr>
            <p:cNvSpPr>
              <a:spLocks noChangeShapeType="1"/>
            </p:cNvSpPr>
            <p:nvPr/>
          </p:nvSpPr>
          <p:spPr bwMode="auto">
            <a:xfrm>
              <a:off x="2688" y="2064"/>
              <a:ext cx="0" cy="1248"/>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3" name="Line 20">
              <a:extLst>
                <a:ext uri="{FF2B5EF4-FFF2-40B4-BE49-F238E27FC236}">
                  <a16:creationId xmlns:a16="http://schemas.microsoft.com/office/drawing/2014/main" id="{C05E6A32-1953-6739-8706-5EE0DF912127}"/>
                </a:ext>
              </a:extLst>
            </p:cNvPr>
            <p:cNvSpPr>
              <a:spLocks noChangeShapeType="1"/>
            </p:cNvSpPr>
            <p:nvPr/>
          </p:nvSpPr>
          <p:spPr bwMode="auto">
            <a:xfrm>
              <a:off x="2544" y="2256"/>
              <a:ext cx="0" cy="1056"/>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4" name="Text Box 21">
              <a:extLst>
                <a:ext uri="{FF2B5EF4-FFF2-40B4-BE49-F238E27FC236}">
                  <a16:creationId xmlns:a16="http://schemas.microsoft.com/office/drawing/2014/main" id="{E779A691-F2FC-BAAB-4D38-282FC03A3519}"/>
                </a:ext>
              </a:extLst>
            </p:cNvPr>
            <p:cNvSpPr txBox="1">
              <a:spLocks noChangeArrowheads="1"/>
            </p:cNvSpPr>
            <p:nvPr/>
          </p:nvSpPr>
          <p:spPr bwMode="auto">
            <a:xfrm>
              <a:off x="2256" y="3264"/>
              <a:ext cx="10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folHlink"/>
                  </a:solidFill>
                </a:rPr>
                <a:t>nodes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72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37241"/>
                                        </p:tgtEl>
                                        <p:attrNameLst>
                                          <p:attrName>style.visibility</p:attrName>
                                        </p:attrNameLst>
                                      </p:cBhvr>
                                      <p:to>
                                        <p:strVal val="visible"/>
                                      </p:to>
                                    </p:set>
                                    <p:anim calcmode="lin" valueType="num">
                                      <p:cBhvr additive="base">
                                        <p:cTn id="11" dur="500" fill="hold"/>
                                        <p:tgtEl>
                                          <p:spTgt spid="137241"/>
                                        </p:tgtEl>
                                        <p:attrNameLst>
                                          <p:attrName>ppt_x</p:attrName>
                                        </p:attrNameLst>
                                      </p:cBhvr>
                                      <p:tavLst>
                                        <p:tav tm="0">
                                          <p:val>
                                            <p:strVal val="0-#ppt_w/2"/>
                                          </p:val>
                                        </p:tav>
                                        <p:tav tm="100000">
                                          <p:val>
                                            <p:strVal val="#ppt_x"/>
                                          </p:val>
                                        </p:tav>
                                      </p:tavLst>
                                    </p:anim>
                                    <p:anim calcmode="lin" valueType="num">
                                      <p:cBhvr additive="base">
                                        <p:cTn id="12" dur="500" fill="hold"/>
                                        <p:tgtEl>
                                          <p:spTgt spid="13724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37239"/>
                                        </p:tgtEl>
                                        <p:attrNameLst>
                                          <p:attrName>style.visibility</p:attrName>
                                        </p:attrNameLst>
                                      </p:cBhvr>
                                      <p:to>
                                        <p:strVal val="visible"/>
                                      </p:to>
                                    </p:set>
                                    <p:anim calcmode="lin" valueType="num">
                                      <p:cBhvr additive="base">
                                        <p:cTn id="17" dur="500" fill="hold"/>
                                        <p:tgtEl>
                                          <p:spTgt spid="137239"/>
                                        </p:tgtEl>
                                        <p:attrNameLst>
                                          <p:attrName>ppt_x</p:attrName>
                                        </p:attrNameLst>
                                      </p:cBhvr>
                                      <p:tavLst>
                                        <p:tav tm="0">
                                          <p:val>
                                            <p:strVal val="0-#ppt_w/2"/>
                                          </p:val>
                                        </p:tav>
                                        <p:tav tm="100000">
                                          <p:val>
                                            <p:strVal val="#ppt_x"/>
                                          </p:val>
                                        </p:tav>
                                      </p:tavLst>
                                    </p:anim>
                                    <p:anim calcmode="lin" valueType="num">
                                      <p:cBhvr additive="base">
                                        <p:cTn id="18" dur="500" fill="hold"/>
                                        <p:tgtEl>
                                          <p:spTgt spid="13723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137242"/>
                                        </p:tgtEl>
                                        <p:attrNameLst>
                                          <p:attrName>style.visibility</p:attrName>
                                        </p:attrNameLst>
                                      </p:cBhvr>
                                      <p:to>
                                        <p:strVal val="visible"/>
                                      </p:to>
                                    </p:set>
                                    <p:anim calcmode="lin" valueType="num">
                                      <p:cBhvr additive="base">
                                        <p:cTn id="23" dur="500" fill="hold"/>
                                        <p:tgtEl>
                                          <p:spTgt spid="137242"/>
                                        </p:tgtEl>
                                        <p:attrNameLst>
                                          <p:attrName>ppt_x</p:attrName>
                                        </p:attrNameLst>
                                      </p:cBhvr>
                                      <p:tavLst>
                                        <p:tav tm="0">
                                          <p:val>
                                            <p:strVal val="0-#ppt_w/2"/>
                                          </p:val>
                                        </p:tav>
                                        <p:tav tm="100000">
                                          <p:val>
                                            <p:strVal val="#ppt_x"/>
                                          </p:val>
                                        </p:tav>
                                      </p:tavLst>
                                    </p:anim>
                                    <p:anim calcmode="lin" valueType="num">
                                      <p:cBhvr additive="base">
                                        <p:cTn id="24" dur="500" fill="hold"/>
                                        <p:tgtEl>
                                          <p:spTgt spid="13724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137240"/>
                                        </p:tgtEl>
                                        <p:attrNameLst>
                                          <p:attrName>style.visibility</p:attrName>
                                        </p:attrNameLst>
                                      </p:cBhvr>
                                      <p:to>
                                        <p:strVal val="visible"/>
                                      </p:to>
                                    </p:set>
                                    <p:anim calcmode="lin" valueType="num">
                                      <p:cBhvr additive="base">
                                        <p:cTn id="29" dur="500" fill="hold"/>
                                        <p:tgtEl>
                                          <p:spTgt spid="137240"/>
                                        </p:tgtEl>
                                        <p:attrNameLst>
                                          <p:attrName>ppt_x</p:attrName>
                                        </p:attrNameLst>
                                      </p:cBhvr>
                                      <p:tavLst>
                                        <p:tav tm="0">
                                          <p:val>
                                            <p:strVal val="0-#ppt_w/2"/>
                                          </p:val>
                                        </p:tav>
                                        <p:tav tm="100000">
                                          <p:val>
                                            <p:strVal val="#ppt_x"/>
                                          </p:val>
                                        </p:tav>
                                      </p:tavLst>
                                    </p:anim>
                                    <p:anim calcmode="lin" valueType="num">
                                      <p:cBhvr additive="base">
                                        <p:cTn id="30" dur="500" fill="hold"/>
                                        <p:tgtEl>
                                          <p:spTgt spid="137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EE8B671-57FF-8978-CD5C-E1F5723765BC}"/>
              </a:ext>
            </a:extLst>
          </p:cNvPr>
          <p:cNvSpPr>
            <a:spLocks noGrp="1" noChangeArrowheads="1"/>
          </p:cNvSpPr>
          <p:nvPr>
            <p:ph type="title"/>
          </p:nvPr>
        </p:nvSpPr>
        <p:spPr/>
        <p:txBody>
          <a:bodyPr/>
          <a:lstStyle/>
          <a:p>
            <a:r>
              <a:rPr lang="en-US" altLang="en-US"/>
              <a:t>Arithmetic Expressions</a:t>
            </a:r>
          </a:p>
        </p:txBody>
      </p:sp>
      <p:sp>
        <p:nvSpPr>
          <p:cNvPr id="155651" name="Rectangle 3">
            <a:extLst>
              <a:ext uri="{FF2B5EF4-FFF2-40B4-BE49-F238E27FC236}">
                <a16:creationId xmlns:a16="http://schemas.microsoft.com/office/drawing/2014/main" id="{DDA0A0F4-86F0-EC0D-4A80-F5C41B126E81}"/>
              </a:ext>
            </a:extLst>
          </p:cNvPr>
          <p:cNvSpPr>
            <a:spLocks noGrp="1" noChangeArrowheads="1"/>
          </p:cNvSpPr>
          <p:nvPr>
            <p:ph type="body" idx="1"/>
          </p:nvPr>
        </p:nvSpPr>
        <p:spPr>
          <a:xfrm>
            <a:off x="228600" y="1981200"/>
            <a:ext cx="8686800" cy="3200400"/>
          </a:xfrm>
        </p:spPr>
        <p:txBody>
          <a:bodyPr/>
          <a:lstStyle/>
          <a:p>
            <a:r>
              <a:rPr lang="en-US" altLang="en-US" dirty="0">
                <a:solidFill>
                  <a:schemeClr val="hlink"/>
                </a:solidFill>
              </a:rPr>
              <a:t>(a + b) * (c + d) + e – f / g * h + 3.25</a:t>
            </a:r>
          </a:p>
          <a:p>
            <a:r>
              <a:rPr lang="en-US" altLang="en-US" dirty="0"/>
              <a:t>Expressions comprise three kinds of entities.</a:t>
            </a:r>
          </a:p>
          <a:p>
            <a:pPr lvl="1"/>
            <a:r>
              <a:rPr lang="en-US" altLang="en-US" dirty="0"/>
              <a:t>Operators:  </a:t>
            </a:r>
            <a:r>
              <a:rPr lang="en-US" altLang="en-US" dirty="0">
                <a:solidFill>
                  <a:schemeClr val="hlink"/>
                </a:solidFill>
              </a:rPr>
              <a:t>+</a:t>
            </a:r>
            <a:r>
              <a:rPr lang="en-US" altLang="en-US" dirty="0"/>
              <a:t>, </a:t>
            </a:r>
            <a:r>
              <a:rPr lang="en-US" altLang="en-US" dirty="0">
                <a:solidFill>
                  <a:schemeClr val="hlink"/>
                </a:solidFill>
              </a:rPr>
              <a:t>-</a:t>
            </a:r>
            <a:r>
              <a:rPr lang="en-US" altLang="en-US" dirty="0"/>
              <a:t>, </a:t>
            </a:r>
            <a:r>
              <a:rPr lang="en-US" altLang="en-US" dirty="0">
                <a:solidFill>
                  <a:schemeClr val="hlink"/>
                </a:solidFill>
              </a:rPr>
              <a:t>/</a:t>
            </a:r>
            <a:r>
              <a:rPr lang="en-US" altLang="en-US" dirty="0"/>
              <a:t>, </a:t>
            </a:r>
            <a:r>
              <a:rPr lang="en-US" altLang="en-US" dirty="0">
                <a:solidFill>
                  <a:schemeClr val="hlink"/>
                </a:solidFill>
              </a:rPr>
              <a:t>*</a:t>
            </a:r>
            <a:endParaRPr lang="en-US" altLang="en-US" dirty="0"/>
          </a:p>
          <a:p>
            <a:pPr lvl="1"/>
            <a:r>
              <a:rPr lang="en-US" altLang="en-US" dirty="0"/>
              <a:t>Operands:  </a:t>
            </a:r>
            <a:r>
              <a:rPr lang="en-US" altLang="en-US" dirty="0">
                <a:solidFill>
                  <a:schemeClr val="hlink"/>
                </a:solidFill>
              </a:rPr>
              <a:t>a</a:t>
            </a:r>
            <a:r>
              <a:rPr lang="en-US" altLang="en-US" dirty="0"/>
              <a:t>, </a:t>
            </a:r>
            <a:r>
              <a:rPr lang="en-US" altLang="en-US" dirty="0">
                <a:solidFill>
                  <a:schemeClr val="hlink"/>
                </a:solidFill>
              </a:rPr>
              <a:t>b</a:t>
            </a:r>
            <a:r>
              <a:rPr lang="en-US" altLang="en-US" dirty="0"/>
              <a:t>, </a:t>
            </a:r>
            <a:r>
              <a:rPr lang="en-US" altLang="en-US" dirty="0">
                <a:solidFill>
                  <a:schemeClr val="hlink"/>
                </a:solidFill>
              </a:rPr>
              <a:t>c</a:t>
            </a:r>
            <a:r>
              <a:rPr lang="en-US" altLang="en-US" dirty="0"/>
              <a:t>, </a:t>
            </a:r>
            <a:r>
              <a:rPr lang="en-US" altLang="en-US" dirty="0">
                <a:solidFill>
                  <a:schemeClr val="hlink"/>
                </a:solidFill>
              </a:rPr>
              <a:t>d</a:t>
            </a:r>
            <a:r>
              <a:rPr lang="en-US" altLang="en-US" dirty="0"/>
              <a:t>, </a:t>
            </a:r>
            <a:r>
              <a:rPr lang="en-US" altLang="en-US" dirty="0">
                <a:solidFill>
                  <a:schemeClr val="hlink"/>
                </a:solidFill>
              </a:rPr>
              <a:t>3.25</a:t>
            </a:r>
            <a:r>
              <a:rPr lang="en-US" altLang="en-US" dirty="0"/>
              <a:t>,</a:t>
            </a:r>
            <a:r>
              <a:rPr lang="en-US" altLang="en-US" dirty="0">
                <a:solidFill>
                  <a:schemeClr val="hlink"/>
                </a:solidFill>
              </a:rPr>
              <a:t> (a + b)</a:t>
            </a:r>
            <a:r>
              <a:rPr lang="en-US" altLang="en-US" dirty="0"/>
              <a:t>,</a:t>
            </a:r>
            <a:r>
              <a:rPr lang="en-US" altLang="en-US" dirty="0">
                <a:solidFill>
                  <a:schemeClr val="hlink"/>
                </a:solidFill>
              </a:rPr>
              <a:t> (c + d)</a:t>
            </a:r>
            <a:r>
              <a:rPr lang="en-US" altLang="en-US" dirty="0"/>
              <a:t>,</a:t>
            </a:r>
            <a:r>
              <a:rPr lang="en-US" altLang="en-US" dirty="0">
                <a:solidFill>
                  <a:schemeClr val="hlink"/>
                </a:solidFill>
              </a:rPr>
              <a:t> f / g</a:t>
            </a:r>
            <a:r>
              <a:rPr lang="en-US" altLang="en-US" dirty="0"/>
              <a:t>, etc.</a:t>
            </a:r>
          </a:p>
          <a:p>
            <a:pPr lvl="1"/>
            <a:r>
              <a:rPr lang="en-US" altLang="en-US" dirty="0"/>
              <a:t>Delimiters:  </a:t>
            </a:r>
            <a:r>
              <a:rPr lang="en-US" altLang="en-US" dirty="0">
                <a:solidFill>
                  <a:schemeClr val="hlink"/>
                </a:solidFill>
              </a:rPr>
              <a:t>(</a:t>
            </a:r>
            <a:r>
              <a:rPr lang="en-US" altLang="en-US" dirty="0"/>
              <a:t>, </a:t>
            </a:r>
            <a:r>
              <a:rPr lang="en-US" altLang="en-US" dirty="0">
                <a:solidFill>
                  <a:schemeClr val="hlink"/>
                </a:solidFill>
              </a:rPr>
              <a:t>)</a:t>
            </a:r>
            <a:r>
              <a:rPr lang="en-US" altLang="en-US" dirty="0"/>
              <a:t> , </a:t>
            </a:r>
            <a:r>
              <a:rPr lang="en-US" altLang="en-US" dirty="0">
                <a:solidFill>
                  <a:schemeClr val="hlink"/>
                </a:solidFill>
              </a:rPr>
              <a:t>[</a:t>
            </a:r>
            <a:r>
              <a:rPr lang="en-US" altLang="en-US" dirty="0"/>
              <a:t> , </a:t>
            </a:r>
            <a:r>
              <a:rPr lang="en-US" altLang="en-US" dirty="0">
                <a:solidFill>
                  <a:schemeClr val="hlink"/>
                </a:solidFill>
              </a:rPr>
              <a:t>]</a:t>
            </a:r>
            <a:r>
              <a:rPr lang="en-US" altLang="en-US" dirty="0"/>
              <a:t> , </a:t>
            </a:r>
            <a:r>
              <a:rPr lang="en-US" altLang="en-US" dirty="0">
                <a:solidFill>
                  <a:schemeClr val="hlink"/>
                </a:solidFill>
              </a:rPr>
              <a:t>{</a:t>
            </a:r>
            <a:r>
              <a:rPr lang="en-US" altLang="en-US" dirty="0"/>
              <a:t> , </a:t>
            </a:r>
            <a:r>
              <a:rPr lang="en-US" altLang="en-US" dirty="0">
                <a:solidFill>
                  <a:schemeClr val="hlink"/>
                </a:solidFill>
              </a:rPr>
              <a:t>}</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5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5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56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565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55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bldLvl="3"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C1446FD-3994-FA8D-1A59-8FBACA61AB4A}"/>
              </a:ext>
            </a:extLst>
          </p:cNvPr>
          <p:cNvSpPr>
            <a:spLocks noGrp="1" noChangeArrowheads="1"/>
          </p:cNvSpPr>
          <p:nvPr>
            <p:ph type="title"/>
          </p:nvPr>
        </p:nvSpPr>
        <p:spPr/>
        <p:txBody>
          <a:bodyPr/>
          <a:lstStyle/>
          <a:p>
            <a:r>
              <a:rPr lang="en-US" altLang="en-US"/>
              <a:t>Operator Degree</a:t>
            </a:r>
          </a:p>
        </p:txBody>
      </p:sp>
      <p:sp>
        <p:nvSpPr>
          <p:cNvPr id="156675" name="Rectangle 3">
            <a:extLst>
              <a:ext uri="{FF2B5EF4-FFF2-40B4-BE49-F238E27FC236}">
                <a16:creationId xmlns:a16="http://schemas.microsoft.com/office/drawing/2014/main" id="{94484C93-DD82-755C-AEE8-18E0A13A5417}"/>
              </a:ext>
            </a:extLst>
          </p:cNvPr>
          <p:cNvSpPr>
            <a:spLocks noGrp="1" noChangeArrowheads="1"/>
          </p:cNvSpPr>
          <p:nvPr>
            <p:ph type="body" idx="1"/>
          </p:nvPr>
        </p:nvSpPr>
        <p:spPr>
          <a:xfrm>
            <a:off x="381000" y="1981200"/>
            <a:ext cx="8382000" cy="4114800"/>
          </a:xfrm>
        </p:spPr>
        <p:txBody>
          <a:bodyPr/>
          <a:lstStyle/>
          <a:p>
            <a:pPr>
              <a:lnSpc>
                <a:spcPct val="90000"/>
              </a:lnSpc>
            </a:pPr>
            <a:r>
              <a:rPr lang="en-US" altLang="en-US"/>
              <a:t>Number of operands that the operator requires.</a:t>
            </a:r>
          </a:p>
          <a:p>
            <a:pPr>
              <a:lnSpc>
                <a:spcPct val="90000"/>
              </a:lnSpc>
            </a:pPr>
            <a:r>
              <a:rPr lang="en-US" altLang="en-US"/>
              <a:t>Binary operator requires two operands.</a:t>
            </a:r>
          </a:p>
          <a:p>
            <a:pPr lvl="1">
              <a:lnSpc>
                <a:spcPct val="90000"/>
              </a:lnSpc>
              <a:buClr>
                <a:schemeClr val="bg1"/>
              </a:buClr>
            </a:pPr>
            <a:r>
              <a:rPr lang="en-US" altLang="en-US">
                <a:solidFill>
                  <a:schemeClr val="hlink"/>
                </a:solidFill>
              </a:rPr>
              <a:t>a + b</a:t>
            </a:r>
          </a:p>
          <a:p>
            <a:pPr lvl="1">
              <a:lnSpc>
                <a:spcPct val="90000"/>
              </a:lnSpc>
              <a:buClr>
                <a:schemeClr val="bg1"/>
              </a:buClr>
            </a:pPr>
            <a:r>
              <a:rPr lang="en-US" altLang="en-US">
                <a:solidFill>
                  <a:schemeClr val="hlink"/>
                </a:solidFill>
              </a:rPr>
              <a:t>c / d</a:t>
            </a:r>
          </a:p>
          <a:p>
            <a:pPr lvl="1">
              <a:lnSpc>
                <a:spcPct val="90000"/>
              </a:lnSpc>
              <a:buClr>
                <a:schemeClr val="bg1"/>
              </a:buClr>
            </a:pPr>
            <a:r>
              <a:rPr lang="en-US" altLang="en-US">
                <a:solidFill>
                  <a:schemeClr val="hlink"/>
                </a:solidFill>
              </a:rPr>
              <a:t>e - f</a:t>
            </a:r>
          </a:p>
          <a:p>
            <a:pPr>
              <a:lnSpc>
                <a:spcPct val="90000"/>
              </a:lnSpc>
            </a:pPr>
            <a:r>
              <a:rPr lang="en-US" altLang="en-US"/>
              <a:t>Unary operator requires one operand.</a:t>
            </a:r>
          </a:p>
          <a:p>
            <a:pPr lvl="1">
              <a:lnSpc>
                <a:spcPct val="90000"/>
              </a:lnSpc>
              <a:buClr>
                <a:schemeClr val="bg1"/>
              </a:buClr>
            </a:pPr>
            <a:r>
              <a:rPr lang="en-US" altLang="en-US">
                <a:solidFill>
                  <a:schemeClr val="hlink"/>
                </a:solidFill>
              </a:rPr>
              <a:t>+ g</a:t>
            </a:r>
          </a:p>
          <a:p>
            <a:pPr lvl="1">
              <a:lnSpc>
                <a:spcPct val="90000"/>
              </a:lnSpc>
              <a:buClr>
                <a:schemeClr val="bg1"/>
              </a:buClr>
            </a:pPr>
            <a:r>
              <a:rPr lang="en-US" altLang="en-US">
                <a:solidFill>
                  <a:schemeClr val="hlink"/>
                </a:solidFill>
              </a:rPr>
              <a:t>- 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6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667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566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15667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5667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5667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499"/>
                                          </p:stCondLst>
                                        </p:cTn>
                                        <p:tgtEl>
                                          <p:spTgt spid="15667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499"/>
                                          </p:stCondLst>
                                        </p:cTn>
                                        <p:tgtEl>
                                          <p:spTgt spid="156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FE6685D-F20C-E556-BE48-6FA7F5DB6750}"/>
              </a:ext>
            </a:extLst>
          </p:cNvPr>
          <p:cNvSpPr>
            <a:spLocks noGrp="1" noChangeArrowheads="1"/>
          </p:cNvSpPr>
          <p:nvPr>
            <p:ph type="title"/>
          </p:nvPr>
        </p:nvSpPr>
        <p:spPr/>
        <p:txBody>
          <a:bodyPr/>
          <a:lstStyle/>
          <a:p>
            <a:r>
              <a:rPr lang="en-US" altLang="en-US"/>
              <a:t>Infix Form</a:t>
            </a:r>
          </a:p>
        </p:txBody>
      </p:sp>
      <p:sp>
        <p:nvSpPr>
          <p:cNvPr id="157699" name="Rectangle 3">
            <a:extLst>
              <a:ext uri="{FF2B5EF4-FFF2-40B4-BE49-F238E27FC236}">
                <a16:creationId xmlns:a16="http://schemas.microsoft.com/office/drawing/2014/main" id="{D9DC3420-4B75-63D9-09A2-6DBCB2FC2B6A}"/>
              </a:ext>
            </a:extLst>
          </p:cNvPr>
          <p:cNvSpPr>
            <a:spLocks noGrp="1" noChangeArrowheads="1"/>
          </p:cNvSpPr>
          <p:nvPr>
            <p:ph type="body" idx="1"/>
          </p:nvPr>
        </p:nvSpPr>
        <p:spPr>
          <a:xfrm>
            <a:off x="381000" y="1981200"/>
            <a:ext cx="8382000" cy="4114800"/>
          </a:xfrm>
        </p:spPr>
        <p:txBody>
          <a:bodyPr/>
          <a:lstStyle/>
          <a:p>
            <a:r>
              <a:rPr lang="en-US" altLang="en-US"/>
              <a:t>Normal way to write an expression.</a:t>
            </a:r>
          </a:p>
          <a:p>
            <a:r>
              <a:rPr lang="en-US" altLang="en-US"/>
              <a:t>Binary operators come </a:t>
            </a:r>
            <a:r>
              <a:rPr lang="en-US" altLang="en-US">
                <a:solidFill>
                  <a:schemeClr val="hlink"/>
                </a:solidFill>
              </a:rPr>
              <a:t>in</a:t>
            </a:r>
            <a:r>
              <a:rPr lang="en-US" altLang="en-US"/>
              <a:t> between their left and right operands.</a:t>
            </a:r>
          </a:p>
          <a:p>
            <a:pPr lvl="1">
              <a:buClr>
                <a:schemeClr val="bg1"/>
              </a:buClr>
            </a:pPr>
            <a:r>
              <a:rPr lang="en-US" altLang="en-US">
                <a:solidFill>
                  <a:schemeClr val="hlink"/>
                </a:solidFill>
              </a:rPr>
              <a:t>a * b</a:t>
            </a:r>
          </a:p>
          <a:p>
            <a:pPr lvl="1">
              <a:buClr>
                <a:schemeClr val="bg1"/>
              </a:buClr>
            </a:pPr>
            <a:r>
              <a:rPr lang="en-US" altLang="en-US">
                <a:solidFill>
                  <a:schemeClr val="hlink"/>
                </a:solidFill>
              </a:rPr>
              <a:t>a + b * c</a:t>
            </a:r>
          </a:p>
          <a:p>
            <a:pPr lvl="1">
              <a:buClr>
                <a:schemeClr val="bg1"/>
              </a:buClr>
            </a:pPr>
            <a:r>
              <a:rPr lang="en-US" altLang="en-US">
                <a:solidFill>
                  <a:schemeClr val="hlink"/>
                </a:solidFill>
              </a:rPr>
              <a:t>a * b / c</a:t>
            </a:r>
          </a:p>
          <a:p>
            <a:pPr lvl="1">
              <a:buClr>
                <a:schemeClr val="bg1"/>
              </a:buClr>
            </a:pPr>
            <a:r>
              <a:rPr lang="en-US" altLang="en-US">
                <a:solidFill>
                  <a:schemeClr val="hlink"/>
                </a:solidFill>
              </a:rPr>
              <a:t>(a + b) * (c + d) + e – f/g*h + 3.25</a:t>
            </a:r>
          </a:p>
          <a:p>
            <a:pPr lvl="1">
              <a:buClr>
                <a:schemeClr val="bg1"/>
              </a:buClr>
            </a:pPr>
            <a:endParaRPr lang="en-US" altLang="en-US">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7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7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7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7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57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7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8B8A165-B6FE-19A8-025A-8DDB43E3B15E}"/>
              </a:ext>
            </a:extLst>
          </p:cNvPr>
          <p:cNvSpPr>
            <a:spLocks noGrp="1" noChangeArrowheads="1"/>
          </p:cNvSpPr>
          <p:nvPr>
            <p:ph type="title"/>
          </p:nvPr>
        </p:nvSpPr>
        <p:spPr/>
        <p:txBody>
          <a:bodyPr/>
          <a:lstStyle/>
          <a:p>
            <a:r>
              <a:rPr lang="en-US" altLang="en-US"/>
              <a:t>Operator Priorities</a:t>
            </a:r>
          </a:p>
        </p:txBody>
      </p:sp>
      <p:sp>
        <p:nvSpPr>
          <p:cNvPr id="158723" name="Rectangle 3">
            <a:extLst>
              <a:ext uri="{FF2B5EF4-FFF2-40B4-BE49-F238E27FC236}">
                <a16:creationId xmlns:a16="http://schemas.microsoft.com/office/drawing/2014/main" id="{30CF83E4-517D-905B-B949-8CFA83B66D61}"/>
              </a:ext>
            </a:extLst>
          </p:cNvPr>
          <p:cNvSpPr>
            <a:spLocks noGrp="1" noChangeArrowheads="1"/>
          </p:cNvSpPr>
          <p:nvPr>
            <p:ph type="body" idx="1"/>
          </p:nvPr>
        </p:nvSpPr>
        <p:spPr>
          <a:xfrm>
            <a:off x="381000" y="1981200"/>
            <a:ext cx="8382000" cy="4572000"/>
          </a:xfrm>
        </p:spPr>
        <p:txBody>
          <a:bodyPr/>
          <a:lstStyle/>
          <a:p>
            <a:pPr>
              <a:lnSpc>
                <a:spcPct val="90000"/>
              </a:lnSpc>
            </a:pPr>
            <a:r>
              <a:rPr lang="en-US" altLang="en-US"/>
              <a:t>How do you figure out the operands of an operator?</a:t>
            </a:r>
          </a:p>
          <a:p>
            <a:pPr lvl="1">
              <a:lnSpc>
                <a:spcPct val="90000"/>
              </a:lnSpc>
              <a:buClr>
                <a:schemeClr val="bg1"/>
              </a:buClr>
            </a:pPr>
            <a:r>
              <a:rPr lang="en-US" altLang="en-US">
                <a:solidFill>
                  <a:schemeClr val="hlink"/>
                </a:solidFill>
              </a:rPr>
              <a:t>a + b * c</a:t>
            </a:r>
          </a:p>
          <a:p>
            <a:pPr lvl="1">
              <a:lnSpc>
                <a:spcPct val="90000"/>
              </a:lnSpc>
              <a:buClr>
                <a:schemeClr val="bg1"/>
              </a:buClr>
            </a:pPr>
            <a:r>
              <a:rPr lang="en-US" altLang="en-US">
                <a:solidFill>
                  <a:schemeClr val="hlink"/>
                </a:solidFill>
              </a:rPr>
              <a:t>a * b + c / d</a:t>
            </a:r>
            <a:endParaRPr lang="en-US" altLang="en-US"/>
          </a:p>
          <a:p>
            <a:pPr>
              <a:lnSpc>
                <a:spcPct val="90000"/>
              </a:lnSpc>
            </a:pPr>
            <a:r>
              <a:rPr lang="en-US" altLang="en-US"/>
              <a:t>This is done by assigning operator priorities.</a:t>
            </a:r>
          </a:p>
          <a:p>
            <a:pPr lvl="1">
              <a:lnSpc>
                <a:spcPct val="90000"/>
              </a:lnSpc>
              <a:buClr>
                <a:schemeClr val="bg1"/>
              </a:buClr>
            </a:pPr>
            <a:r>
              <a:rPr lang="en-US" altLang="en-US">
                <a:solidFill>
                  <a:schemeClr val="hlink"/>
                </a:solidFill>
              </a:rPr>
              <a:t>priority(*) = priority(/) &gt; priority(+) = priority(-)</a:t>
            </a:r>
          </a:p>
          <a:p>
            <a:pPr>
              <a:lnSpc>
                <a:spcPct val="90000"/>
              </a:lnSpc>
            </a:pPr>
            <a:r>
              <a:rPr lang="en-US" altLang="en-US"/>
              <a:t>When an operand lies between two operators, the operand associates with the operator that has higher priority.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8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8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8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87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587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8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2E9D2B6-2A11-2A95-58D7-B8874F657883}"/>
              </a:ext>
            </a:extLst>
          </p:cNvPr>
          <p:cNvSpPr>
            <a:spLocks noGrp="1" noChangeArrowheads="1"/>
          </p:cNvSpPr>
          <p:nvPr>
            <p:ph type="title"/>
          </p:nvPr>
        </p:nvSpPr>
        <p:spPr/>
        <p:txBody>
          <a:bodyPr/>
          <a:lstStyle/>
          <a:p>
            <a:r>
              <a:rPr lang="en-US" altLang="en-US"/>
              <a:t>Tie Breaker</a:t>
            </a:r>
          </a:p>
        </p:txBody>
      </p:sp>
      <p:sp>
        <p:nvSpPr>
          <p:cNvPr id="159747" name="Rectangle 3">
            <a:extLst>
              <a:ext uri="{FF2B5EF4-FFF2-40B4-BE49-F238E27FC236}">
                <a16:creationId xmlns:a16="http://schemas.microsoft.com/office/drawing/2014/main" id="{58E02830-B804-ED60-9BB4-6D73DC669E55}"/>
              </a:ext>
            </a:extLst>
          </p:cNvPr>
          <p:cNvSpPr>
            <a:spLocks noGrp="1" noChangeArrowheads="1"/>
          </p:cNvSpPr>
          <p:nvPr>
            <p:ph type="body" idx="1"/>
          </p:nvPr>
        </p:nvSpPr>
        <p:spPr>
          <a:xfrm>
            <a:off x="381000" y="1981200"/>
            <a:ext cx="8382000" cy="4114800"/>
          </a:xfrm>
        </p:spPr>
        <p:txBody>
          <a:bodyPr/>
          <a:lstStyle/>
          <a:p>
            <a:r>
              <a:rPr lang="en-US" altLang="en-US"/>
              <a:t>When an operand lies between two operators that have the same priority, the operand associates with the operator on the left.</a:t>
            </a:r>
          </a:p>
          <a:p>
            <a:pPr lvl="1">
              <a:buClr>
                <a:schemeClr val="bg1"/>
              </a:buClr>
            </a:pPr>
            <a:r>
              <a:rPr lang="en-US" altLang="en-US">
                <a:solidFill>
                  <a:schemeClr val="hlink"/>
                </a:solidFill>
              </a:rPr>
              <a:t>a + b - c</a:t>
            </a:r>
          </a:p>
          <a:p>
            <a:pPr lvl="1">
              <a:buClr>
                <a:schemeClr val="bg1"/>
              </a:buClr>
            </a:pPr>
            <a:r>
              <a:rPr lang="en-US" altLang="en-US">
                <a:solidFill>
                  <a:schemeClr val="hlink"/>
                </a:solidFill>
              </a:rPr>
              <a:t>a * b / c / d</a:t>
            </a:r>
            <a:endParaRPr lang="en-US" altLang="en-US"/>
          </a:p>
          <a:p>
            <a:pPr lvl="1">
              <a:buClr>
                <a:schemeClr val="bg1"/>
              </a:buClr>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9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9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9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16833E9-A62F-BE44-C36B-CC3DEA2F32FD}"/>
              </a:ext>
            </a:extLst>
          </p:cNvPr>
          <p:cNvSpPr>
            <a:spLocks noGrp="1" noChangeArrowheads="1"/>
          </p:cNvSpPr>
          <p:nvPr>
            <p:ph type="title"/>
          </p:nvPr>
        </p:nvSpPr>
        <p:spPr>
          <a:xfrm>
            <a:off x="685800" y="152400"/>
            <a:ext cx="7772400" cy="990600"/>
          </a:xfrm>
        </p:spPr>
        <p:txBody>
          <a:bodyPr/>
          <a:lstStyle/>
          <a:p>
            <a:r>
              <a:rPr lang="en-US" altLang="en-US"/>
              <a:t>Delimiters</a:t>
            </a:r>
          </a:p>
        </p:txBody>
      </p:sp>
      <p:sp>
        <p:nvSpPr>
          <p:cNvPr id="160771" name="Rectangle 3">
            <a:extLst>
              <a:ext uri="{FF2B5EF4-FFF2-40B4-BE49-F238E27FC236}">
                <a16:creationId xmlns:a16="http://schemas.microsoft.com/office/drawing/2014/main" id="{B2D2E518-7169-0C4F-1FC5-E82C219C2F6F}"/>
              </a:ext>
            </a:extLst>
          </p:cNvPr>
          <p:cNvSpPr>
            <a:spLocks noGrp="1" noChangeArrowheads="1"/>
          </p:cNvSpPr>
          <p:nvPr>
            <p:ph type="body" idx="1"/>
          </p:nvPr>
        </p:nvSpPr>
        <p:spPr/>
        <p:txBody>
          <a:bodyPr/>
          <a:lstStyle/>
          <a:p>
            <a:r>
              <a:rPr lang="en-US" altLang="en-US"/>
              <a:t>Subexpression within delimiters is treated as a single operand, independent from the remainder of the expression.</a:t>
            </a:r>
          </a:p>
          <a:p>
            <a:pPr lvl="1">
              <a:buClr>
                <a:schemeClr val="bg1"/>
              </a:buClr>
            </a:pPr>
            <a:r>
              <a:rPr lang="en-US" altLang="en-US">
                <a:solidFill>
                  <a:schemeClr val="hlink"/>
                </a:solidFill>
              </a:rPr>
              <a:t>(a + b) * (c – d) / (e – 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0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07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45FC5DF-E1C7-F38B-8874-FC814A40ABCC}"/>
              </a:ext>
            </a:extLst>
          </p:cNvPr>
          <p:cNvSpPr>
            <a:spLocks noGrp="1" noChangeArrowheads="1"/>
          </p:cNvSpPr>
          <p:nvPr>
            <p:ph type="title"/>
          </p:nvPr>
        </p:nvSpPr>
        <p:spPr>
          <a:xfrm>
            <a:off x="304800" y="152400"/>
            <a:ext cx="8458200" cy="1143000"/>
          </a:xfrm>
        </p:spPr>
        <p:txBody>
          <a:bodyPr/>
          <a:lstStyle/>
          <a:p>
            <a:r>
              <a:rPr lang="en-US" altLang="en-US"/>
              <a:t>Infix Expression Is Hard To Parse</a:t>
            </a:r>
          </a:p>
        </p:txBody>
      </p:sp>
      <p:sp>
        <p:nvSpPr>
          <p:cNvPr id="161795" name="Rectangle 3">
            <a:extLst>
              <a:ext uri="{FF2B5EF4-FFF2-40B4-BE49-F238E27FC236}">
                <a16:creationId xmlns:a16="http://schemas.microsoft.com/office/drawing/2014/main" id="{91D35403-67C0-A014-01A4-D7B80D95673F}"/>
              </a:ext>
            </a:extLst>
          </p:cNvPr>
          <p:cNvSpPr>
            <a:spLocks noGrp="1" noChangeArrowheads="1"/>
          </p:cNvSpPr>
          <p:nvPr>
            <p:ph type="body" idx="1"/>
          </p:nvPr>
        </p:nvSpPr>
        <p:spPr>
          <a:xfrm>
            <a:off x="685800" y="1981200"/>
            <a:ext cx="7772400" cy="4648200"/>
          </a:xfrm>
        </p:spPr>
        <p:txBody>
          <a:bodyPr/>
          <a:lstStyle/>
          <a:p>
            <a:pPr>
              <a:lnSpc>
                <a:spcPct val="90000"/>
              </a:lnSpc>
            </a:pPr>
            <a:r>
              <a:rPr lang="en-US" altLang="en-US"/>
              <a:t>Need operator priorities, tie breaker, and delimiters.</a:t>
            </a:r>
          </a:p>
          <a:p>
            <a:pPr>
              <a:lnSpc>
                <a:spcPct val="90000"/>
              </a:lnSpc>
            </a:pPr>
            <a:r>
              <a:rPr lang="en-US" altLang="en-US"/>
              <a:t>This makes computer evaluation more difficult than is necessary.</a:t>
            </a:r>
          </a:p>
          <a:p>
            <a:pPr>
              <a:lnSpc>
                <a:spcPct val="90000"/>
              </a:lnSpc>
            </a:pPr>
            <a:r>
              <a:rPr lang="en-US" altLang="en-US"/>
              <a:t>Postfix and prefix expression forms do not rely on operator priorities, a tie breaker, or delimiters.</a:t>
            </a:r>
          </a:p>
          <a:p>
            <a:pPr>
              <a:lnSpc>
                <a:spcPct val="90000"/>
              </a:lnSpc>
            </a:pPr>
            <a:r>
              <a:rPr lang="en-US" altLang="en-US"/>
              <a:t>So it is easier for a computer to evaluate expressions that are in these forms.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1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1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17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1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A998333-7B52-717A-C8E5-45AE1AF12236}"/>
              </a:ext>
            </a:extLst>
          </p:cNvPr>
          <p:cNvSpPr>
            <a:spLocks noGrp="1" noChangeArrowheads="1"/>
          </p:cNvSpPr>
          <p:nvPr>
            <p:ph type="title"/>
          </p:nvPr>
        </p:nvSpPr>
        <p:spPr/>
        <p:txBody>
          <a:bodyPr/>
          <a:lstStyle/>
          <a:p>
            <a:r>
              <a:rPr lang="en-US" altLang="en-US"/>
              <a:t>Postfix Form</a:t>
            </a:r>
          </a:p>
        </p:txBody>
      </p:sp>
      <p:sp>
        <p:nvSpPr>
          <p:cNvPr id="162819" name="Rectangle 3">
            <a:extLst>
              <a:ext uri="{FF2B5EF4-FFF2-40B4-BE49-F238E27FC236}">
                <a16:creationId xmlns:a16="http://schemas.microsoft.com/office/drawing/2014/main" id="{045ACD4F-8874-463A-B3B9-EC17595DEE34}"/>
              </a:ext>
            </a:extLst>
          </p:cNvPr>
          <p:cNvSpPr>
            <a:spLocks noGrp="1" noChangeArrowheads="1"/>
          </p:cNvSpPr>
          <p:nvPr>
            <p:ph type="body" idx="1"/>
          </p:nvPr>
        </p:nvSpPr>
        <p:spPr>
          <a:xfrm>
            <a:off x="685800" y="1447800"/>
            <a:ext cx="7772400" cy="4800600"/>
          </a:xfrm>
        </p:spPr>
        <p:txBody>
          <a:bodyPr/>
          <a:lstStyle/>
          <a:p>
            <a:r>
              <a:rPr lang="en-US" altLang="en-US"/>
              <a:t>The postfix form of a variable or constant is the same as its infix form.</a:t>
            </a:r>
          </a:p>
          <a:p>
            <a:pPr lvl="1">
              <a:buClr>
                <a:schemeClr val="bg1"/>
              </a:buClr>
            </a:pPr>
            <a:r>
              <a:rPr lang="en-US" altLang="en-US">
                <a:solidFill>
                  <a:schemeClr val="hlink"/>
                </a:solidFill>
              </a:rPr>
              <a:t>a</a:t>
            </a:r>
            <a:r>
              <a:rPr lang="en-US" altLang="en-US"/>
              <a:t>, </a:t>
            </a:r>
            <a:r>
              <a:rPr lang="en-US" altLang="en-US">
                <a:solidFill>
                  <a:schemeClr val="hlink"/>
                </a:solidFill>
              </a:rPr>
              <a:t>b</a:t>
            </a:r>
            <a:r>
              <a:rPr lang="en-US" altLang="en-US"/>
              <a:t>, </a:t>
            </a:r>
            <a:r>
              <a:rPr lang="en-US" altLang="en-US">
                <a:solidFill>
                  <a:schemeClr val="hlink"/>
                </a:solidFill>
              </a:rPr>
              <a:t>3.25</a:t>
            </a:r>
          </a:p>
          <a:p>
            <a:r>
              <a:rPr lang="en-US" altLang="en-US"/>
              <a:t>The relative order of operands is the same in infix and postfix forms.</a:t>
            </a:r>
          </a:p>
          <a:p>
            <a:r>
              <a:rPr lang="en-US" altLang="en-US"/>
              <a:t>Operators come immediately </a:t>
            </a:r>
            <a:r>
              <a:rPr lang="en-US" altLang="en-US">
                <a:solidFill>
                  <a:schemeClr val="hlink"/>
                </a:solidFill>
              </a:rPr>
              <a:t>after</a:t>
            </a:r>
            <a:r>
              <a:rPr lang="en-US" altLang="en-US"/>
              <a:t> the postfix form of their operands.</a:t>
            </a:r>
          </a:p>
          <a:p>
            <a:pPr lvl="1">
              <a:buClr>
                <a:schemeClr val="bg1"/>
              </a:buClr>
            </a:pPr>
            <a:r>
              <a:rPr lang="en-US" altLang="en-US"/>
              <a:t>Infix </a:t>
            </a:r>
            <a:r>
              <a:rPr lang="en-US" altLang="en-US">
                <a:solidFill>
                  <a:schemeClr val="hlink"/>
                </a:solidFill>
              </a:rPr>
              <a:t>= a + b</a:t>
            </a:r>
          </a:p>
          <a:p>
            <a:pPr lvl="1">
              <a:buClr>
                <a:schemeClr val="bg1"/>
              </a:buClr>
            </a:pPr>
            <a:r>
              <a:rPr lang="en-US" altLang="en-US"/>
              <a:t>Postfix </a:t>
            </a:r>
            <a:r>
              <a:rPr lang="en-US" altLang="en-US">
                <a:solidFill>
                  <a:schemeClr val="hlink"/>
                </a:solidFill>
              </a:rPr>
              <a:t>= ab+</a:t>
            </a:r>
          </a:p>
          <a:p>
            <a:pPr>
              <a:buFontTx/>
              <a:buNone/>
            </a:pPr>
            <a:endParaRPr lang="en-US" altLang="en-US">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2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2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2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28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281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62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4FCDB46-D7F0-AF22-E854-326C4BA11D07}"/>
              </a:ext>
            </a:extLst>
          </p:cNvPr>
          <p:cNvSpPr>
            <a:spLocks noGrp="1" noChangeArrowheads="1"/>
          </p:cNvSpPr>
          <p:nvPr>
            <p:ph type="title"/>
          </p:nvPr>
        </p:nvSpPr>
        <p:spPr/>
        <p:txBody>
          <a:bodyPr/>
          <a:lstStyle/>
          <a:p>
            <a:r>
              <a:rPr lang="en-US" altLang="en-US"/>
              <a:t>Postfix Examples</a:t>
            </a:r>
          </a:p>
        </p:txBody>
      </p:sp>
      <p:sp>
        <p:nvSpPr>
          <p:cNvPr id="163843" name="Rectangle 3">
            <a:extLst>
              <a:ext uri="{FF2B5EF4-FFF2-40B4-BE49-F238E27FC236}">
                <a16:creationId xmlns:a16="http://schemas.microsoft.com/office/drawing/2014/main" id="{764876FB-EFE5-5F11-2614-4FD8C41AC131}"/>
              </a:ext>
            </a:extLst>
          </p:cNvPr>
          <p:cNvSpPr>
            <a:spLocks noGrp="1" noChangeArrowheads="1"/>
          </p:cNvSpPr>
          <p:nvPr>
            <p:ph type="body" idx="1"/>
          </p:nvPr>
        </p:nvSpPr>
        <p:spPr>
          <a:xfrm>
            <a:off x="685800" y="1219200"/>
            <a:ext cx="3886200" cy="1295400"/>
          </a:xfrm>
        </p:spPr>
        <p:txBody>
          <a:bodyPr/>
          <a:lstStyle/>
          <a:p>
            <a:r>
              <a:rPr lang="en-US" altLang="en-US" sz="3600"/>
              <a:t>Infix =</a:t>
            </a:r>
            <a:r>
              <a:rPr lang="en-US" altLang="en-US" sz="3600">
                <a:solidFill>
                  <a:schemeClr val="hlink"/>
                </a:solidFill>
              </a:rPr>
              <a:t> a + b * c</a:t>
            </a:r>
          </a:p>
          <a:p>
            <a:pPr lvl="1">
              <a:buClr>
                <a:schemeClr val="bg1"/>
              </a:buClr>
            </a:pPr>
            <a:r>
              <a:rPr lang="en-US" altLang="en-US" sz="3200">
                <a:solidFill>
                  <a:schemeClr val="bg1"/>
                </a:solidFill>
              </a:rPr>
              <a:t>Postfix</a:t>
            </a:r>
            <a:r>
              <a:rPr lang="en-US" altLang="en-US" sz="3200">
                <a:solidFill>
                  <a:schemeClr val="hlink"/>
                </a:solidFill>
              </a:rPr>
              <a:t> </a:t>
            </a:r>
            <a:r>
              <a:rPr lang="en-US" altLang="en-US" sz="3200">
                <a:solidFill>
                  <a:schemeClr val="bg1"/>
                </a:solidFill>
              </a:rPr>
              <a:t>=</a:t>
            </a:r>
          </a:p>
          <a:p>
            <a:endParaRPr lang="en-US" altLang="en-US"/>
          </a:p>
        </p:txBody>
      </p:sp>
      <p:sp>
        <p:nvSpPr>
          <p:cNvPr id="163846" name="Text Box 6">
            <a:extLst>
              <a:ext uri="{FF2B5EF4-FFF2-40B4-BE49-F238E27FC236}">
                <a16:creationId xmlns:a16="http://schemas.microsoft.com/office/drawing/2014/main" id="{F43D9E83-B199-3B4D-C4F6-2056C07D4371}"/>
              </a:ext>
            </a:extLst>
          </p:cNvPr>
          <p:cNvSpPr txBox="1">
            <a:spLocks noChangeArrowheads="1"/>
          </p:cNvSpPr>
          <p:nvPr/>
        </p:nvSpPr>
        <p:spPr bwMode="auto">
          <a:xfrm>
            <a:off x="3124200" y="1828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a:t>
            </a:r>
          </a:p>
        </p:txBody>
      </p:sp>
      <p:sp>
        <p:nvSpPr>
          <p:cNvPr id="163847" name="Text Box 7">
            <a:extLst>
              <a:ext uri="{FF2B5EF4-FFF2-40B4-BE49-F238E27FC236}">
                <a16:creationId xmlns:a16="http://schemas.microsoft.com/office/drawing/2014/main" id="{AC977055-AF6B-445D-6931-2705E6F0F7BF}"/>
              </a:ext>
            </a:extLst>
          </p:cNvPr>
          <p:cNvSpPr txBox="1">
            <a:spLocks noChangeArrowheads="1"/>
          </p:cNvSpPr>
          <p:nvPr/>
        </p:nvSpPr>
        <p:spPr bwMode="auto">
          <a:xfrm>
            <a:off x="3429000" y="1828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b</a:t>
            </a:r>
          </a:p>
        </p:txBody>
      </p:sp>
      <p:sp>
        <p:nvSpPr>
          <p:cNvPr id="163848" name="Text Box 8">
            <a:extLst>
              <a:ext uri="{FF2B5EF4-FFF2-40B4-BE49-F238E27FC236}">
                <a16:creationId xmlns:a16="http://schemas.microsoft.com/office/drawing/2014/main" id="{98A87DA2-CE31-8B74-93BE-5442A2A752B6}"/>
              </a:ext>
            </a:extLst>
          </p:cNvPr>
          <p:cNvSpPr txBox="1">
            <a:spLocks noChangeArrowheads="1"/>
          </p:cNvSpPr>
          <p:nvPr/>
        </p:nvSpPr>
        <p:spPr bwMode="auto">
          <a:xfrm>
            <a:off x="3810000" y="1828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c</a:t>
            </a:r>
          </a:p>
        </p:txBody>
      </p:sp>
      <p:sp>
        <p:nvSpPr>
          <p:cNvPr id="163849" name="Text Box 9">
            <a:extLst>
              <a:ext uri="{FF2B5EF4-FFF2-40B4-BE49-F238E27FC236}">
                <a16:creationId xmlns:a16="http://schemas.microsoft.com/office/drawing/2014/main" id="{959A4AA7-78DA-0E5C-1B2C-B0D6FCEC70DC}"/>
              </a:ext>
            </a:extLst>
          </p:cNvPr>
          <p:cNvSpPr txBox="1">
            <a:spLocks noChangeArrowheads="1"/>
          </p:cNvSpPr>
          <p:nvPr/>
        </p:nvSpPr>
        <p:spPr bwMode="auto">
          <a:xfrm>
            <a:off x="4191000" y="1828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50" name="Text Box 10">
            <a:extLst>
              <a:ext uri="{FF2B5EF4-FFF2-40B4-BE49-F238E27FC236}">
                <a16:creationId xmlns:a16="http://schemas.microsoft.com/office/drawing/2014/main" id="{73DA8E89-1361-6428-7F66-99685C1402C9}"/>
              </a:ext>
            </a:extLst>
          </p:cNvPr>
          <p:cNvSpPr txBox="1">
            <a:spLocks noChangeArrowheads="1"/>
          </p:cNvSpPr>
          <p:nvPr/>
        </p:nvSpPr>
        <p:spPr bwMode="auto">
          <a:xfrm>
            <a:off x="4572000" y="1828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51" name="Rectangle 11">
            <a:extLst>
              <a:ext uri="{FF2B5EF4-FFF2-40B4-BE49-F238E27FC236}">
                <a16:creationId xmlns:a16="http://schemas.microsoft.com/office/drawing/2014/main" id="{029506EB-4388-B49A-C83C-4EE44F6ECA15}"/>
              </a:ext>
            </a:extLst>
          </p:cNvPr>
          <p:cNvSpPr>
            <a:spLocks noChangeArrowheads="1"/>
          </p:cNvSpPr>
          <p:nvPr/>
        </p:nvSpPr>
        <p:spPr bwMode="auto">
          <a:xfrm>
            <a:off x="762000" y="2667000"/>
            <a:ext cx="388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600"/>
              <a:t>Infix =</a:t>
            </a:r>
            <a:r>
              <a:rPr lang="en-US" altLang="en-US" sz="3600">
                <a:solidFill>
                  <a:schemeClr val="hlink"/>
                </a:solidFill>
              </a:rPr>
              <a:t> a * b + c</a:t>
            </a:r>
          </a:p>
          <a:p>
            <a:pPr lvl="1">
              <a:buClr>
                <a:schemeClr val="bg1"/>
              </a:buClr>
            </a:pPr>
            <a:r>
              <a:rPr lang="en-US" altLang="en-US" sz="3200">
                <a:solidFill>
                  <a:schemeClr val="bg1"/>
                </a:solidFill>
              </a:rPr>
              <a:t>Postfix =</a:t>
            </a:r>
          </a:p>
          <a:p>
            <a:endParaRPr lang="en-US" altLang="en-US"/>
          </a:p>
        </p:txBody>
      </p:sp>
      <p:sp>
        <p:nvSpPr>
          <p:cNvPr id="163852" name="Text Box 12">
            <a:extLst>
              <a:ext uri="{FF2B5EF4-FFF2-40B4-BE49-F238E27FC236}">
                <a16:creationId xmlns:a16="http://schemas.microsoft.com/office/drawing/2014/main" id="{92B584C1-1142-BA61-5132-D2948DCCE90F}"/>
              </a:ext>
            </a:extLst>
          </p:cNvPr>
          <p:cNvSpPr txBox="1">
            <a:spLocks noChangeArrowheads="1"/>
          </p:cNvSpPr>
          <p:nvPr/>
        </p:nvSpPr>
        <p:spPr bwMode="auto">
          <a:xfrm>
            <a:off x="3200400" y="3276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a:t>
            </a:r>
          </a:p>
        </p:txBody>
      </p:sp>
      <p:sp>
        <p:nvSpPr>
          <p:cNvPr id="163853" name="Text Box 13">
            <a:extLst>
              <a:ext uri="{FF2B5EF4-FFF2-40B4-BE49-F238E27FC236}">
                <a16:creationId xmlns:a16="http://schemas.microsoft.com/office/drawing/2014/main" id="{0610CC12-3F30-B5FB-5B21-587E7573D8DC}"/>
              </a:ext>
            </a:extLst>
          </p:cNvPr>
          <p:cNvSpPr txBox="1">
            <a:spLocks noChangeArrowheads="1"/>
          </p:cNvSpPr>
          <p:nvPr/>
        </p:nvSpPr>
        <p:spPr bwMode="auto">
          <a:xfrm>
            <a:off x="3505200" y="3276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b</a:t>
            </a:r>
          </a:p>
        </p:txBody>
      </p:sp>
      <p:sp>
        <p:nvSpPr>
          <p:cNvPr id="163854" name="Text Box 14">
            <a:extLst>
              <a:ext uri="{FF2B5EF4-FFF2-40B4-BE49-F238E27FC236}">
                <a16:creationId xmlns:a16="http://schemas.microsoft.com/office/drawing/2014/main" id="{80E36B22-A1AA-0BED-C3B8-A2AA185B0C69}"/>
              </a:ext>
            </a:extLst>
          </p:cNvPr>
          <p:cNvSpPr txBox="1">
            <a:spLocks noChangeArrowheads="1"/>
          </p:cNvSpPr>
          <p:nvPr/>
        </p:nvSpPr>
        <p:spPr bwMode="auto">
          <a:xfrm>
            <a:off x="3886200" y="3276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55" name="Text Box 15">
            <a:extLst>
              <a:ext uri="{FF2B5EF4-FFF2-40B4-BE49-F238E27FC236}">
                <a16:creationId xmlns:a16="http://schemas.microsoft.com/office/drawing/2014/main" id="{F2464BEA-E97B-D218-9EDD-EE5A6D62BF8B}"/>
              </a:ext>
            </a:extLst>
          </p:cNvPr>
          <p:cNvSpPr txBox="1">
            <a:spLocks noChangeArrowheads="1"/>
          </p:cNvSpPr>
          <p:nvPr/>
        </p:nvSpPr>
        <p:spPr bwMode="auto">
          <a:xfrm>
            <a:off x="4267200" y="3276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c</a:t>
            </a:r>
          </a:p>
        </p:txBody>
      </p:sp>
      <p:sp>
        <p:nvSpPr>
          <p:cNvPr id="163856" name="Text Box 16">
            <a:extLst>
              <a:ext uri="{FF2B5EF4-FFF2-40B4-BE49-F238E27FC236}">
                <a16:creationId xmlns:a16="http://schemas.microsoft.com/office/drawing/2014/main" id="{28DB5FE0-0483-FF74-DE04-98FDAE4FEFD1}"/>
              </a:ext>
            </a:extLst>
          </p:cNvPr>
          <p:cNvSpPr txBox="1">
            <a:spLocks noChangeArrowheads="1"/>
          </p:cNvSpPr>
          <p:nvPr/>
        </p:nvSpPr>
        <p:spPr bwMode="auto">
          <a:xfrm>
            <a:off x="4648200" y="3276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63" name="Rectangle 23">
            <a:extLst>
              <a:ext uri="{FF2B5EF4-FFF2-40B4-BE49-F238E27FC236}">
                <a16:creationId xmlns:a16="http://schemas.microsoft.com/office/drawing/2014/main" id="{8C7A60B7-64AB-E7F3-2D49-80973E4A795A}"/>
              </a:ext>
            </a:extLst>
          </p:cNvPr>
          <p:cNvSpPr>
            <a:spLocks noChangeArrowheads="1"/>
          </p:cNvSpPr>
          <p:nvPr/>
        </p:nvSpPr>
        <p:spPr bwMode="auto">
          <a:xfrm>
            <a:off x="762000" y="4495800"/>
            <a:ext cx="5867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600"/>
              <a:t>Infix = </a:t>
            </a:r>
            <a:r>
              <a:rPr lang="en-US" altLang="en-US">
                <a:solidFill>
                  <a:schemeClr val="hlink"/>
                </a:solidFill>
              </a:rPr>
              <a:t>(a + b) * (c – d) / (e + f)</a:t>
            </a:r>
            <a:r>
              <a:rPr lang="en-US" altLang="en-US" sz="3600">
                <a:solidFill>
                  <a:schemeClr val="hlink"/>
                </a:solidFill>
              </a:rPr>
              <a:t> </a:t>
            </a:r>
          </a:p>
          <a:p>
            <a:pPr lvl="1">
              <a:buClr>
                <a:schemeClr val="bg1"/>
              </a:buClr>
            </a:pPr>
            <a:r>
              <a:rPr lang="en-US" altLang="en-US" sz="3200">
                <a:solidFill>
                  <a:schemeClr val="bg1"/>
                </a:solidFill>
              </a:rPr>
              <a:t>Postfix =</a:t>
            </a:r>
          </a:p>
          <a:p>
            <a:endParaRPr lang="en-US" altLang="en-US"/>
          </a:p>
        </p:txBody>
      </p:sp>
      <p:sp>
        <p:nvSpPr>
          <p:cNvPr id="163864" name="Text Box 24">
            <a:extLst>
              <a:ext uri="{FF2B5EF4-FFF2-40B4-BE49-F238E27FC236}">
                <a16:creationId xmlns:a16="http://schemas.microsoft.com/office/drawing/2014/main" id="{0B6250F4-12A0-415D-8CD4-E4E906D2AD93}"/>
              </a:ext>
            </a:extLst>
          </p:cNvPr>
          <p:cNvSpPr txBox="1">
            <a:spLocks noChangeArrowheads="1"/>
          </p:cNvSpPr>
          <p:nvPr/>
        </p:nvSpPr>
        <p:spPr bwMode="auto">
          <a:xfrm>
            <a:off x="32004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a:t>
            </a:r>
          </a:p>
        </p:txBody>
      </p:sp>
      <p:sp>
        <p:nvSpPr>
          <p:cNvPr id="163865" name="Text Box 25">
            <a:extLst>
              <a:ext uri="{FF2B5EF4-FFF2-40B4-BE49-F238E27FC236}">
                <a16:creationId xmlns:a16="http://schemas.microsoft.com/office/drawing/2014/main" id="{07EDEA59-F29D-C639-0837-B2FACF561FD1}"/>
              </a:ext>
            </a:extLst>
          </p:cNvPr>
          <p:cNvSpPr txBox="1">
            <a:spLocks noChangeArrowheads="1"/>
          </p:cNvSpPr>
          <p:nvPr/>
        </p:nvSpPr>
        <p:spPr bwMode="auto">
          <a:xfrm>
            <a:off x="35052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b</a:t>
            </a:r>
          </a:p>
        </p:txBody>
      </p:sp>
      <p:sp>
        <p:nvSpPr>
          <p:cNvPr id="163866" name="Text Box 26">
            <a:extLst>
              <a:ext uri="{FF2B5EF4-FFF2-40B4-BE49-F238E27FC236}">
                <a16:creationId xmlns:a16="http://schemas.microsoft.com/office/drawing/2014/main" id="{B619651D-5179-B88F-2300-27738AF507A2}"/>
              </a:ext>
            </a:extLst>
          </p:cNvPr>
          <p:cNvSpPr txBox="1">
            <a:spLocks noChangeArrowheads="1"/>
          </p:cNvSpPr>
          <p:nvPr/>
        </p:nvSpPr>
        <p:spPr bwMode="auto">
          <a:xfrm>
            <a:off x="38862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67" name="Text Box 27">
            <a:extLst>
              <a:ext uri="{FF2B5EF4-FFF2-40B4-BE49-F238E27FC236}">
                <a16:creationId xmlns:a16="http://schemas.microsoft.com/office/drawing/2014/main" id="{B5F5A7EA-26A8-83F5-68FA-B3812754BFE3}"/>
              </a:ext>
            </a:extLst>
          </p:cNvPr>
          <p:cNvSpPr txBox="1">
            <a:spLocks noChangeArrowheads="1"/>
          </p:cNvSpPr>
          <p:nvPr/>
        </p:nvSpPr>
        <p:spPr bwMode="auto">
          <a:xfrm>
            <a:off x="42672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c</a:t>
            </a:r>
          </a:p>
        </p:txBody>
      </p:sp>
      <p:sp>
        <p:nvSpPr>
          <p:cNvPr id="163868" name="Text Box 28">
            <a:extLst>
              <a:ext uri="{FF2B5EF4-FFF2-40B4-BE49-F238E27FC236}">
                <a16:creationId xmlns:a16="http://schemas.microsoft.com/office/drawing/2014/main" id="{50372F5B-E8B4-1E83-92A4-D59034B0FBAE}"/>
              </a:ext>
            </a:extLst>
          </p:cNvPr>
          <p:cNvSpPr txBox="1">
            <a:spLocks noChangeArrowheads="1"/>
          </p:cNvSpPr>
          <p:nvPr/>
        </p:nvSpPr>
        <p:spPr bwMode="auto">
          <a:xfrm>
            <a:off x="46482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d</a:t>
            </a:r>
          </a:p>
        </p:txBody>
      </p:sp>
      <p:sp>
        <p:nvSpPr>
          <p:cNvPr id="163869" name="Text Box 29">
            <a:extLst>
              <a:ext uri="{FF2B5EF4-FFF2-40B4-BE49-F238E27FC236}">
                <a16:creationId xmlns:a16="http://schemas.microsoft.com/office/drawing/2014/main" id="{A6530321-C769-3C71-64C6-11A549909520}"/>
              </a:ext>
            </a:extLst>
          </p:cNvPr>
          <p:cNvSpPr txBox="1">
            <a:spLocks noChangeArrowheads="1"/>
          </p:cNvSpPr>
          <p:nvPr/>
        </p:nvSpPr>
        <p:spPr bwMode="auto">
          <a:xfrm>
            <a:off x="51054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70" name="Text Box 30">
            <a:extLst>
              <a:ext uri="{FF2B5EF4-FFF2-40B4-BE49-F238E27FC236}">
                <a16:creationId xmlns:a16="http://schemas.microsoft.com/office/drawing/2014/main" id="{FE5EA799-6FF5-78D0-E7A9-B3C9C50F6BDB}"/>
              </a:ext>
            </a:extLst>
          </p:cNvPr>
          <p:cNvSpPr txBox="1">
            <a:spLocks noChangeArrowheads="1"/>
          </p:cNvSpPr>
          <p:nvPr/>
        </p:nvSpPr>
        <p:spPr bwMode="auto">
          <a:xfrm>
            <a:off x="55626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71" name="Text Box 31">
            <a:extLst>
              <a:ext uri="{FF2B5EF4-FFF2-40B4-BE49-F238E27FC236}">
                <a16:creationId xmlns:a16="http://schemas.microsoft.com/office/drawing/2014/main" id="{B4E6F637-BB0E-8229-A718-23F22371DB8B}"/>
              </a:ext>
            </a:extLst>
          </p:cNvPr>
          <p:cNvSpPr txBox="1">
            <a:spLocks noChangeArrowheads="1"/>
          </p:cNvSpPr>
          <p:nvPr/>
        </p:nvSpPr>
        <p:spPr bwMode="auto">
          <a:xfrm>
            <a:off x="60198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e</a:t>
            </a:r>
          </a:p>
        </p:txBody>
      </p:sp>
      <p:sp>
        <p:nvSpPr>
          <p:cNvPr id="163872" name="Text Box 32">
            <a:extLst>
              <a:ext uri="{FF2B5EF4-FFF2-40B4-BE49-F238E27FC236}">
                <a16:creationId xmlns:a16="http://schemas.microsoft.com/office/drawing/2014/main" id="{CC7B0AB0-FA0F-8FE1-34BA-54EBA2FB968B}"/>
              </a:ext>
            </a:extLst>
          </p:cNvPr>
          <p:cNvSpPr txBox="1">
            <a:spLocks noChangeArrowheads="1"/>
          </p:cNvSpPr>
          <p:nvPr/>
        </p:nvSpPr>
        <p:spPr bwMode="auto">
          <a:xfrm>
            <a:off x="64008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f</a:t>
            </a:r>
          </a:p>
        </p:txBody>
      </p:sp>
      <p:sp>
        <p:nvSpPr>
          <p:cNvPr id="163873" name="Text Box 33">
            <a:extLst>
              <a:ext uri="{FF2B5EF4-FFF2-40B4-BE49-F238E27FC236}">
                <a16:creationId xmlns:a16="http://schemas.microsoft.com/office/drawing/2014/main" id="{597B8507-96C8-42A5-E231-8C75A0367DB7}"/>
              </a:ext>
            </a:extLst>
          </p:cNvPr>
          <p:cNvSpPr txBox="1">
            <a:spLocks noChangeArrowheads="1"/>
          </p:cNvSpPr>
          <p:nvPr/>
        </p:nvSpPr>
        <p:spPr bwMode="auto">
          <a:xfrm>
            <a:off x="67818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
        <p:nvSpPr>
          <p:cNvPr id="163874" name="Text Box 34">
            <a:extLst>
              <a:ext uri="{FF2B5EF4-FFF2-40B4-BE49-F238E27FC236}">
                <a16:creationId xmlns:a16="http://schemas.microsoft.com/office/drawing/2014/main" id="{D3BA0412-D759-0A6E-6DD8-6BFB9F0A3F79}"/>
              </a:ext>
            </a:extLst>
          </p:cNvPr>
          <p:cNvSpPr txBox="1">
            <a:spLocks noChangeArrowheads="1"/>
          </p:cNvSpPr>
          <p:nvPr/>
        </p:nvSpPr>
        <p:spPr bwMode="auto">
          <a:xfrm>
            <a:off x="7162800" y="51054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8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2" fill="hold" nodeType="clickEffect">
                                  <p:stCondLst>
                                    <p:cond delay="0"/>
                                  </p:stCondLst>
                                  <p:childTnLst>
                                    <p:set>
                                      <p:cBhvr>
                                        <p:cTn id="14" dur="1" fill="hold">
                                          <p:stCondLst>
                                            <p:cond delay="0"/>
                                          </p:stCondLst>
                                        </p:cTn>
                                        <p:tgtEl>
                                          <p:spTgt spid="163846"/>
                                        </p:tgtEl>
                                        <p:attrNameLst>
                                          <p:attrName>style.visibility</p:attrName>
                                        </p:attrNameLst>
                                      </p:cBhvr>
                                      <p:to>
                                        <p:strVal val="visible"/>
                                      </p:to>
                                    </p:set>
                                    <p:anim calcmode="lin" valueType="num">
                                      <p:cBhvr additive="base">
                                        <p:cTn id="15" dur="500" fill="hold"/>
                                        <p:tgtEl>
                                          <p:spTgt spid="163846"/>
                                        </p:tgtEl>
                                        <p:attrNameLst>
                                          <p:attrName>ppt_x</p:attrName>
                                        </p:attrNameLst>
                                      </p:cBhvr>
                                      <p:tavLst>
                                        <p:tav tm="0">
                                          <p:val>
                                            <p:strVal val="1+#ppt_w/2"/>
                                          </p:val>
                                        </p:tav>
                                        <p:tav tm="100000">
                                          <p:val>
                                            <p:strVal val="#ppt_x"/>
                                          </p:val>
                                        </p:tav>
                                      </p:tavLst>
                                    </p:anim>
                                    <p:anim calcmode="lin" valueType="num">
                                      <p:cBhvr additive="base">
                                        <p:cTn id="16" dur="500" fill="hold"/>
                                        <p:tgtEl>
                                          <p:spTgt spid="163846"/>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nodeType="clickEffect">
                                  <p:stCondLst>
                                    <p:cond delay="0"/>
                                  </p:stCondLst>
                                  <p:childTnLst>
                                    <p:set>
                                      <p:cBhvr>
                                        <p:cTn id="20" dur="1" fill="hold">
                                          <p:stCondLst>
                                            <p:cond delay="0"/>
                                          </p:stCondLst>
                                        </p:cTn>
                                        <p:tgtEl>
                                          <p:spTgt spid="163847"/>
                                        </p:tgtEl>
                                        <p:attrNameLst>
                                          <p:attrName>style.visibility</p:attrName>
                                        </p:attrNameLst>
                                      </p:cBhvr>
                                      <p:to>
                                        <p:strVal val="visible"/>
                                      </p:to>
                                    </p:set>
                                    <p:anim calcmode="lin" valueType="num">
                                      <p:cBhvr additive="base">
                                        <p:cTn id="21" dur="500" fill="hold"/>
                                        <p:tgtEl>
                                          <p:spTgt spid="163847"/>
                                        </p:tgtEl>
                                        <p:attrNameLst>
                                          <p:attrName>ppt_x</p:attrName>
                                        </p:attrNameLst>
                                      </p:cBhvr>
                                      <p:tavLst>
                                        <p:tav tm="0">
                                          <p:val>
                                            <p:strVal val="1+#ppt_w/2"/>
                                          </p:val>
                                        </p:tav>
                                        <p:tav tm="100000">
                                          <p:val>
                                            <p:strVal val="#ppt_x"/>
                                          </p:val>
                                        </p:tav>
                                      </p:tavLst>
                                    </p:anim>
                                    <p:anim calcmode="lin" valueType="num">
                                      <p:cBhvr additive="base">
                                        <p:cTn id="22" dur="500" fill="hold"/>
                                        <p:tgtEl>
                                          <p:spTgt spid="163847"/>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163848"/>
                                        </p:tgtEl>
                                        <p:attrNameLst>
                                          <p:attrName>style.visibility</p:attrName>
                                        </p:attrNameLst>
                                      </p:cBhvr>
                                      <p:to>
                                        <p:strVal val="visible"/>
                                      </p:to>
                                    </p:set>
                                    <p:anim calcmode="lin" valueType="num">
                                      <p:cBhvr additive="base">
                                        <p:cTn id="27" dur="500" fill="hold"/>
                                        <p:tgtEl>
                                          <p:spTgt spid="163848"/>
                                        </p:tgtEl>
                                        <p:attrNameLst>
                                          <p:attrName>ppt_x</p:attrName>
                                        </p:attrNameLst>
                                      </p:cBhvr>
                                      <p:tavLst>
                                        <p:tav tm="0">
                                          <p:val>
                                            <p:strVal val="1+#ppt_w/2"/>
                                          </p:val>
                                        </p:tav>
                                        <p:tav tm="100000">
                                          <p:val>
                                            <p:strVal val="#ppt_x"/>
                                          </p:val>
                                        </p:tav>
                                      </p:tavLst>
                                    </p:anim>
                                    <p:anim calcmode="lin" valueType="num">
                                      <p:cBhvr additive="base">
                                        <p:cTn id="28" dur="500" fill="hold"/>
                                        <p:tgtEl>
                                          <p:spTgt spid="163848"/>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nodeType="clickEffect">
                                  <p:stCondLst>
                                    <p:cond delay="0"/>
                                  </p:stCondLst>
                                  <p:childTnLst>
                                    <p:set>
                                      <p:cBhvr>
                                        <p:cTn id="32" dur="1" fill="hold">
                                          <p:stCondLst>
                                            <p:cond delay="0"/>
                                          </p:stCondLst>
                                        </p:cTn>
                                        <p:tgtEl>
                                          <p:spTgt spid="163849"/>
                                        </p:tgtEl>
                                        <p:attrNameLst>
                                          <p:attrName>style.visibility</p:attrName>
                                        </p:attrNameLst>
                                      </p:cBhvr>
                                      <p:to>
                                        <p:strVal val="visible"/>
                                      </p:to>
                                    </p:set>
                                    <p:anim calcmode="lin" valueType="num">
                                      <p:cBhvr additive="base">
                                        <p:cTn id="33" dur="500" fill="hold"/>
                                        <p:tgtEl>
                                          <p:spTgt spid="163849"/>
                                        </p:tgtEl>
                                        <p:attrNameLst>
                                          <p:attrName>ppt_x</p:attrName>
                                        </p:attrNameLst>
                                      </p:cBhvr>
                                      <p:tavLst>
                                        <p:tav tm="0">
                                          <p:val>
                                            <p:strVal val="1+#ppt_w/2"/>
                                          </p:val>
                                        </p:tav>
                                        <p:tav tm="100000">
                                          <p:val>
                                            <p:strVal val="#ppt_x"/>
                                          </p:val>
                                        </p:tav>
                                      </p:tavLst>
                                    </p:anim>
                                    <p:anim calcmode="lin" valueType="num">
                                      <p:cBhvr additive="base">
                                        <p:cTn id="34" dur="500" fill="hold"/>
                                        <p:tgtEl>
                                          <p:spTgt spid="163849"/>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nodeType="clickEffect">
                                  <p:stCondLst>
                                    <p:cond delay="0"/>
                                  </p:stCondLst>
                                  <p:childTnLst>
                                    <p:set>
                                      <p:cBhvr>
                                        <p:cTn id="38" dur="1" fill="hold">
                                          <p:stCondLst>
                                            <p:cond delay="0"/>
                                          </p:stCondLst>
                                        </p:cTn>
                                        <p:tgtEl>
                                          <p:spTgt spid="163850"/>
                                        </p:tgtEl>
                                        <p:attrNameLst>
                                          <p:attrName>style.visibility</p:attrName>
                                        </p:attrNameLst>
                                      </p:cBhvr>
                                      <p:to>
                                        <p:strVal val="visible"/>
                                      </p:to>
                                    </p:set>
                                    <p:anim calcmode="lin" valueType="num">
                                      <p:cBhvr additive="base">
                                        <p:cTn id="39" dur="500" fill="hold"/>
                                        <p:tgtEl>
                                          <p:spTgt spid="163850"/>
                                        </p:tgtEl>
                                        <p:attrNameLst>
                                          <p:attrName>ppt_x</p:attrName>
                                        </p:attrNameLst>
                                      </p:cBhvr>
                                      <p:tavLst>
                                        <p:tav tm="0">
                                          <p:val>
                                            <p:strVal val="1+#ppt_w/2"/>
                                          </p:val>
                                        </p:tav>
                                        <p:tav tm="100000">
                                          <p:val>
                                            <p:strVal val="#ppt_x"/>
                                          </p:val>
                                        </p:tav>
                                      </p:tavLst>
                                    </p:anim>
                                    <p:anim calcmode="lin" valueType="num">
                                      <p:cBhvr additive="base">
                                        <p:cTn id="40" dur="500" fill="hold"/>
                                        <p:tgtEl>
                                          <p:spTgt spid="163850"/>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163851">
                                            <p:txEl>
                                              <p:pRg st="0" end="0"/>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163851">
                                            <p:txEl>
                                              <p:pRg st="1" end="1"/>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2" fill="hold" nodeType="clickEffect">
                                  <p:stCondLst>
                                    <p:cond delay="0"/>
                                  </p:stCondLst>
                                  <p:childTnLst>
                                    <p:set>
                                      <p:cBhvr>
                                        <p:cTn id="52" dur="1" fill="hold">
                                          <p:stCondLst>
                                            <p:cond delay="0"/>
                                          </p:stCondLst>
                                        </p:cTn>
                                        <p:tgtEl>
                                          <p:spTgt spid="163852"/>
                                        </p:tgtEl>
                                        <p:attrNameLst>
                                          <p:attrName>style.visibility</p:attrName>
                                        </p:attrNameLst>
                                      </p:cBhvr>
                                      <p:to>
                                        <p:strVal val="visible"/>
                                      </p:to>
                                    </p:set>
                                    <p:anim calcmode="lin" valueType="num">
                                      <p:cBhvr additive="base">
                                        <p:cTn id="53" dur="500" fill="hold"/>
                                        <p:tgtEl>
                                          <p:spTgt spid="163852"/>
                                        </p:tgtEl>
                                        <p:attrNameLst>
                                          <p:attrName>ppt_x</p:attrName>
                                        </p:attrNameLst>
                                      </p:cBhvr>
                                      <p:tavLst>
                                        <p:tav tm="0">
                                          <p:val>
                                            <p:strVal val="1+#ppt_w/2"/>
                                          </p:val>
                                        </p:tav>
                                        <p:tav tm="100000">
                                          <p:val>
                                            <p:strVal val="#ppt_x"/>
                                          </p:val>
                                        </p:tav>
                                      </p:tavLst>
                                    </p:anim>
                                    <p:anim calcmode="lin" valueType="num">
                                      <p:cBhvr additive="base">
                                        <p:cTn id="54" dur="500" fill="hold"/>
                                        <p:tgtEl>
                                          <p:spTgt spid="163852"/>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nodeType="clickEffect">
                                  <p:stCondLst>
                                    <p:cond delay="0"/>
                                  </p:stCondLst>
                                  <p:childTnLst>
                                    <p:set>
                                      <p:cBhvr>
                                        <p:cTn id="58" dur="1" fill="hold">
                                          <p:stCondLst>
                                            <p:cond delay="0"/>
                                          </p:stCondLst>
                                        </p:cTn>
                                        <p:tgtEl>
                                          <p:spTgt spid="163853"/>
                                        </p:tgtEl>
                                        <p:attrNameLst>
                                          <p:attrName>style.visibility</p:attrName>
                                        </p:attrNameLst>
                                      </p:cBhvr>
                                      <p:to>
                                        <p:strVal val="visible"/>
                                      </p:to>
                                    </p:set>
                                    <p:anim calcmode="lin" valueType="num">
                                      <p:cBhvr additive="base">
                                        <p:cTn id="59" dur="500" fill="hold"/>
                                        <p:tgtEl>
                                          <p:spTgt spid="163853"/>
                                        </p:tgtEl>
                                        <p:attrNameLst>
                                          <p:attrName>ppt_x</p:attrName>
                                        </p:attrNameLst>
                                      </p:cBhvr>
                                      <p:tavLst>
                                        <p:tav tm="0">
                                          <p:val>
                                            <p:strVal val="1+#ppt_w/2"/>
                                          </p:val>
                                        </p:tav>
                                        <p:tav tm="100000">
                                          <p:val>
                                            <p:strVal val="#ppt_x"/>
                                          </p:val>
                                        </p:tav>
                                      </p:tavLst>
                                    </p:anim>
                                    <p:anim calcmode="lin" valueType="num">
                                      <p:cBhvr additive="base">
                                        <p:cTn id="60" dur="500" fill="hold"/>
                                        <p:tgtEl>
                                          <p:spTgt spid="163853"/>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2" fill="hold" nodeType="clickEffect">
                                  <p:stCondLst>
                                    <p:cond delay="0"/>
                                  </p:stCondLst>
                                  <p:childTnLst>
                                    <p:set>
                                      <p:cBhvr>
                                        <p:cTn id="64" dur="1" fill="hold">
                                          <p:stCondLst>
                                            <p:cond delay="0"/>
                                          </p:stCondLst>
                                        </p:cTn>
                                        <p:tgtEl>
                                          <p:spTgt spid="163854"/>
                                        </p:tgtEl>
                                        <p:attrNameLst>
                                          <p:attrName>style.visibility</p:attrName>
                                        </p:attrNameLst>
                                      </p:cBhvr>
                                      <p:to>
                                        <p:strVal val="visible"/>
                                      </p:to>
                                    </p:set>
                                    <p:anim calcmode="lin" valueType="num">
                                      <p:cBhvr additive="base">
                                        <p:cTn id="65" dur="500" fill="hold"/>
                                        <p:tgtEl>
                                          <p:spTgt spid="163854"/>
                                        </p:tgtEl>
                                        <p:attrNameLst>
                                          <p:attrName>ppt_x</p:attrName>
                                        </p:attrNameLst>
                                      </p:cBhvr>
                                      <p:tavLst>
                                        <p:tav tm="0">
                                          <p:val>
                                            <p:strVal val="1+#ppt_w/2"/>
                                          </p:val>
                                        </p:tav>
                                        <p:tav tm="100000">
                                          <p:val>
                                            <p:strVal val="#ppt_x"/>
                                          </p:val>
                                        </p:tav>
                                      </p:tavLst>
                                    </p:anim>
                                    <p:anim calcmode="lin" valueType="num">
                                      <p:cBhvr additive="base">
                                        <p:cTn id="66" dur="500" fill="hold"/>
                                        <p:tgtEl>
                                          <p:spTgt spid="163854"/>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2" fill="hold" nodeType="clickEffect">
                                  <p:stCondLst>
                                    <p:cond delay="0"/>
                                  </p:stCondLst>
                                  <p:childTnLst>
                                    <p:set>
                                      <p:cBhvr>
                                        <p:cTn id="70" dur="1" fill="hold">
                                          <p:stCondLst>
                                            <p:cond delay="0"/>
                                          </p:stCondLst>
                                        </p:cTn>
                                        <p:tgtEl>
                                          <p:spTgt spid="163855"/>
                                        </p:tgtEl>
                                        <p:attrNameLst>
                                          <p:attrName>style.visibility</p:attrName>
                                        </p:attrNameLst>
                                      </p:cBhvr>
                                      <p:to>
                                        <p:strVal val="visible"/>
                                      </p:to>
                                    </p:set>
                                    <p:anim calcmode="lin" valueType="num">
                                      <p:cBhvr additive="base">
                                        <p:cTn id="71" dur="500" fill="hold"/>
                                        <p:tgtEl>
                                          <p:spTgt spid="163855"/>
                                        </p:tgtEl>
                                        <p:attrNameLst>
                                          <p:attrName>ppt_x</p:attrName>
                                        </p:attrNameLst>
                                      </p:cBhvr>
                                      <p:tavLst>
                                        <p:tav tm="0">
                                          <p:val>
                                            <p:strVal val="1+#ppt_w/2"/>
                                          </p:val>
                                        </p:tav>
                                        <p:tav tm="100000">
                                          <p:val>
                                            <p:strVal val="#ppt_x"/>
                                          </p:val>
                                        </p:tav>
                                      </p:tavLst>
                                    </p:anim>
                                    <p:anim calcmode="lin" valueType="num">
                                      <p:cBhvr additive="base">
                                        <p:cTn id="72" dur="500" fill="hold"/>
                                        <p:tgtEl>
                                          <p:spTgt spid="163855"/>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2" fill="hold" nodeType="clickEffect">
                                  <p:stCondLst>
                                    <p:cond delay="0"/>
                                  </p:stCondLst>
                                  <p:childTnLst>
                                    <p:set>
                                      <p:cBhvr>
                                        <p:cTn id="76" dur="1" fill="hold">
                                          <p:stCondLst>
                                            <p:cond delay="0"/>
                                          </p:stCondLst>
                                        </p:cTn>
                                        <p:tgtEl>
                                          <p:spTgt spid="163856"/>
                                        </p:tgtEl>
                                        <p:attrNameLst>
                                          <p:attrName>style.visibility</p:attrName>
                                        </p:attrNameLst>
                                      </p:cBhvr>
                                      <p:to>
                                        <p:strVal val="visible"/>
                                      </p:to>
                                    </p:set>
                                    <p:anim calcmode="lin" valueType="num">
                                      <p:cBhvr additive="base">
                                        <p:cTn id="77" dur="500" fill="hold"/>
                                        <p:tgtEl>
                                          <p:spTgt spid="163856"/>
                                        </p:tgtEl>
                                        <p:attrNameLst>
                                          <p:attrName>ppt_x</p:attrName>
                                        </p:attrNameLst>
                                      </p:cBhvr>
                                      <p:tavLst>
                                        <p:tav tm="0">
                                          <p:val>
                                            <p:strVal val="1+#ppt_w/2"/>
                                          </p:val>
                                        </p:tav>
                                        <p:tav tm="100000">
                                          <p:val>
                                            <p:strVal val="#ppt_x"/>
                                          </p:val>
                                        </p:tav>
                                      </p:tavLst>
                                    </p:anim>
                                    <p:anim calcmode="lin" valueType="num">
                                      <p:cBhvr additive="base">
                                        <p:cTn id="78" dur="500" fill="hold"/>
                                        <p:tgtEl>
                                          <p:spTgt spid="163856"/>
                                        </p:tgtEl>
                                        <p:attrNameLst>
                                          <p:attrName>ppt_y</p:attrName>
                                        </p:attrNameLst>
                                      </p:cBhvr>
                                      <p:tavLst>
                                        <p:tav tm="0">
                                          <p:val>
                                            <p:strVal val="#ppt_y"/>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163863">
                                            <p:txEl>
                                              <p:pRg st="0" end="0"/>
                                            </p:txEl>
                                          </p:spTgt>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163863">
                                            <p:txEl>
                                              <p:pRg st="1" end="1"/>
                                            </p:txEl>
                                          </p:spTgt>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2" fill="hold" nodeType="clickEffect">
                                  <p:stCondLst>
                                    <p:cond delay="0"/>
                                  </p:stCondLst>
                                  <p:childTnLst>
                                    <p:set>
                                      <p:cBhvr>
                                        <p:cTn id="90" dur="1" fill="hold">
                                          <p:stCondLst>
                                            <p:cond delay="0"/>
                                          </p:stCondLst>
                                        </p:cTn>
                                        <p:tgtEl>
                                          <p:spTgt spid="163864"/>
                                        </p:tgtEl>
                                        <p:attrNameLst>
                                          <p:attrName>style.visibility</p:attrName>
                                        </p:attrNameLst>
                                      </p:cBhvr>
                                      <p:to>
                                        <p:strVal val="visible"/>
                                      </p:to>
                                    </p:set>
                                    <p:anim calcmode="lin" valueType="num">
                                      <p:cBhvr additive="base">
                                        <p:cTn id="91" dur="500" fill="hold"/>
                                        <p:tgtEl>
                                          <p:spTgt spid="163864"/>
                                        </p:tgtEl>
                                        <p:attrNameLst>
                                          <p:attrName>ppt_x</p:attrName>
                                        </p:attrNameLst>
                                      </p:cBhvr>
                                      <p:tavLst>
                                        <p:tav tm="0">
                                          <p:val>
                                            <p:strVal val="1+#ppt_w/2"/>
                                          </p:val>
                                        </p:tav>
                                        <p:tav tm="100000">
                                          <p:val>
                                            <p:strVal val="#ppt_x"/>
                                          </p:val>
                                        </p:tav>
                                      </p:tavLst>
                                    </p:anim>
                                    <p:anim calcmode="lin" valueType="num">
                                      <p:cBhvr additive="base">
                                        <p:cTn id="92" dur="500" fill="hold"/>
                                        <p:tgtEl>
                                          <p:spTgt spid="163864"/>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2" fill="hold" nodeType="clickEffect">
                                  <p:stCondLst>
                                    <p:cond delay="0"/>
                                  </p:stCondLst>
                                  <p:childTnLst>
                                    <p:set>
                                      <p:cBhvr>
                                        <p:cTn id="96" dur="1" fill="hold">
                                          <p:stCondLst>
                                            <p:cond delay="0"/>
                                          </p:stCondLst>
                                        </p:cTn>
                                        <p:tgtEl>
                                          <p:spTgt spid="163865"/>
                                        </p:tgtEl>
                                        <p:attrNameLst>
                                          <p:attrName>style.visibility</p:attrName>
                                        </p:attrNameLst>
                                      </p:cBhvr>
                                      <p:to>
                                        <p:strVal val="visible"/>
                                      </p:to>
                                    </p:set>
                                    <p:anim calcmode="lin" valueType="num">
                                      <p:cBhvr additive="base">
                                        <p:cTn id="97" dur="500" fill="hold"/>
                                        <p:tgtEl>
                                          <p:spTgt spid="163865"/>
                                        </p:tgtEl>
                                        <p:attrNameLst>
                                          <p:attrName>ppt_x</p:attrName>
                                        </p:attrNameLst>
                                      </p:cBhvr>
                                      <p:tavLst>
                                        <p:tav tm="0">
                                          <p:val>
                                            <p:strVal val="1+#ppt_w/2"/>
                                          </p:val>
                                        </p:tav>
                                        <p:tav tm="100000">
                                          <p:val>
                                            <p:strVal val="#ppt_x"/>
                                          </p:val>
                                        </p:tav>
                                      </p:tavLst>
                                    </p:anim>
                                    <p:anim calcmode="lin" valueType="num">
                                      <p:cBhvr additive="base">
                                        <p:cTn id="98" dur="500" fill="hold"/>
                                        <p:tgtEl>
                                          <p:spTgt spid="163865"/>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2" fill="hold" nodeType="clickEffect">
                                  <p:stCondLst>
                                    <p:cond delay="0"/>
                                  </p:stCondLst>
                                  <p:childTnLst>
                                    <p:set>
                                      <p:cBhvr>
                                        <p:cTn id="102" dur="1" fill="hold">
                                          <p:stCondLst>
                                            <p:cond delay="0"/>
                                          </p:stCondLst>
                                        </p:cTn>
                                        <p:tgtEl>
                                          <p:spTgt spid="163866"/>
                                        </p:tgtEl>
                                        <p:attrNameLst>
                                          <p:attrName>style.visibility</p:attrName>
                                        </p:attrNameLst>
                                      </p:cBhvr>
                                      <p:to>
                                        <p:strVal val="visible"/>
                                      </p:to>
                                    </p:set>
                                    <p:anim calcmode="lin" valueType="num">
                                      <p:cBhvr additive="base">
                                        <p:cTn id="103" dur="500" fill="hold"/>
                                        <p:tgtEl>
                                          <p:spTgt spid="163866"/>
                                        </p:tgtEl>
                                        <p:attrNameLst>
                                          <p:attrName>ppt_x</p:attrName>
                                        </p:attrNameLst>
                                      </p:cBhvr>
                                      <p:tavLst>
                                        <p:tav tm="0">
                                          <p:val>
                                            <p:strVal val="1+#ppt_w/2"/>
                                          </p:val>
                                        </p:tav>
                                        <p:tav tm="100000">
                                          <p:val>
                                            <p:strVal val="#ppt_x"/>
                                          </p:val>
                                        </p:tav>
                                      </p:tavLst>
                                    </p:anim>
                                    <p:anim calcmode="lin" valueType="num">
                                      <p:cBhvr additive="base">
                                        <p:cTn id="104" dur="500" fill="hold"/>
                                        <p:tgtEl>
                                          <p:spTgt spid="163866"/>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2" fill="hold" nodeType="clickEffect">
                                  <p:stCondLst>
                                    <p:cond delay="0"/>
                                  </p:stCondLst>
                                  <p:childTnLst>
                                    <p:set>
                                      <p:cBhvr>
                                        <p:cTn id="108" dur="1" fill="hold">
                                          <p:stCondLst>
                                            <p:cond delay="0"/>
                                          </p:stCondLst>
                                        </p:cTn>
                                        <p:tgtEl>
                                          <p:spTgt spid="163867"/>
                                        </p:tgtEl>
                                        <p:attrNameLst>
                                          <p:attrName>style.visibility</p:attrName>
                                        </p:attrNameLst>
                                      </p:cBhvr>
                                      <p:to>
                                        <p:strVal val="visible"/>
                                      </p:to>
                                    </p:set>
                                    <p:anim calcmode="lin" valueType="num">
                                      <p:cBhvr additive="base">
                                        <p:cTn id="109" dur="500" fill="hold"/>
                                        <p:tgtEl>
                                          <p:spTgt spid="163867"/>
                                        </p:tgtEl>
                                        <p:attrNameLst>
                                          <p:attrName>ppt_x</p:attrName>
                                        </p:attrNameLst>
                                      </p:cBhvr>
                                      <p:tavLst>
                                        <p:tav tm="0">
                                          <p:val>
                                            <p:strVal val="1+#ppt_w/2"/>
                                          </p:val>
                                        </p:tav>
                                        <p:tav tm="100000">
                                          <p:val>
                                            <p:strVal val="#ppt_x"/>
                                          </p:val>
                                        </p:tav>
                                      </p:tavLst>
                                    </p:anim>
                                    <p:anim calcmode="lin" valueType="num">
                                      <p:cBhvr additive="base">
                                        <p:cTn id="110" dur="500" fill="hold"/>
                                        <p:tgtEl>
                                          <p:spTgt spid="163867"/>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2" fill="hold" nodeType="clickEffect">
                                  <p:stCondLst>
                                    <p:cond delay="0"/>
                                  </p:stCondLst>
                                  <p:childTnLst>
                                    <p:set>
                                      <p:cBhvr>
                                        <p:cTn id="114" dur="1" fill="hold">
                                          <p:stCondLst>
                                            <p:cond delay="0"/>
                                          </p:stCondLst>
                                        </p:cTn>
                                        <p:tgtEl>
                                          <p:spTgt spid="163868"/>
                                        </p:tgtEl>
                                        <p:attrNameLst>
                                          <p:attrName>style.visibility</p:attrName>
                                        </p:attrNameLst>
                                      </p:cBhvr>
                                      <p:to>
                                        <p:strVal val="visible"/>
                                      </p:to>
                                    </p:set>
                                    <p:anim calcmode="lin" valueType="num">
                                      <p:cBhvr additive="base">
                                        <p:cTn id="115" dur="500" fill="hold"/>
                                        <p:tgtEl>
                                          <p:spTgt spid="163868"/>
                                        </p:tgtEl>
                                        <p:attrNameLst>
                                          <p:attrName>ppt_x</p:attrName>
                                        </p:attrNameLst>
                                      </p:cBhvr>
                                      <p:tavLst>
                                        <p:tav tm="0">
                                          <p:val>
                                            <p:strVal val="1+#ppt_w/2"/>
                                          </p:val>
                                        </p:tav>
                                        <p:tav tm="100000">
                                          <p:val>
                                            <p:strVal val="#ppt_x"/>
                                          </p:val>
                                        </p:tav>
                                      </p:tavLst>
                                    </p:anim>
                                    <p:anim calcmode="lin" valueType="num">
                                      <p:cBhvr additive="base">
                                        <p:cTn id="116" dur="500" fill="hold"/>
                                        <p:tgtEl>
                                          <p:spTgt spid="163868"/>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2" fill="hold" nodeType="clickEffect">
                                  <p:stCondLst>
                                    <p:cond delay="0"/>
                                  </p:stCondLst>
                                  <p:childTnLst>
                                    <p:set>
                                      <p:cBhvr>
                                        <p:cTn id="120" dur="1" fill="hold">
                                          <p:stCondLst>
                                            <p:cond delay="0"/>
                                          </p:stCondLst>
                                        </p:cTn>
                                        <p:tgtEl>
                                          <p:spTgt spid="163869"/>
                                        </p:tgtEl>
                                        <p:attrNameLst>
                                          <p:attrName>style.visibility</p:attrName>
                                        </p:attrNameLst>
                                      </p:cBhvr>
                                      <p:to>
                                        <p:strVal val="visible"/>
                                      </p:to>
                                    </p:set>
                                    <p:anim calcmode="lin" valueType="num">
                                      <p:cBhvr additive="base">
                                        <p:cTn id="121" dur="500" fill="hold"/>
                                        <p:tgtEl>
                                          <p:spTgt spid="163869"/>
                                        </p:tgtEl>
                                        <p:attrNameLst>
                                          <p:attrName>ppt_x</p:attrName>
                                        </p:attrNameLst>
                                      </p:cBhvr>
                                      <p:tavLst>
                                        <p:tav tm="0">
                                          <p:val>
                                            <p:strVal val="1+#ppt_w/2"/>
                                          </p:val>
                                        </p:tav>
                                        <p:tav tm="100000">
                                          <p:val>
                                            <p:strVal val="#ppt_x"/>
                                          </p:val>
                                        </p:tav>
                                      </p:tavLst>
                                    </p:anim>
                                    <p:anim calcmode="lin" valueType="num">
                                      <p:cBhvr additive="base">
                                        <p:cTn id="122" dur="500" fill="hold"/>
                                        <p:tgtEl>
                                          <p:spTgt spid="163869"/>
                                        </p:tgtEl>
                                        <p:attrNameLst>
                                          <p:attrName>ppt_y</p:attrName>
                                        </p:attrNameLst>
                                      </p:cBhvr>
                                      <p:tavLst>
                                        <p:tav tm="0">
                                          <p:val>
                                            <p:strVal val="#ppt_y"/>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2" fill="hold" nodeType="clickEffect">
                                  <p:stCondLst>
                                    <p:cond delay="0"/>
                                  </p:stCondLst>
                                  <p:childTnLst>
                                    <p:set>
                                      <p:cBhvr>
                                        <p:cTn id="126" dur="1" fill="hold">
                                          <p:stCondLst>
                                            <p:cond delay="0"/>
                                          </p:stCondLst>
                                        </p:cTn>
                                        <p:tgtEl>
                                          <p:spTgt spid="163870"/>
                                        </p:tgtEl>
                                        <p:attrNameLst>
                                          <p:attrName>style.visibility</p:attrName>
                                        </p:attrNameLst>
                                      </p:cBhvr>
                                      <p:to>
                                        <p:strVal val="visible"/>
                                      </p:to>
                                    </p:set>
                                    <p:anim calcmode="lin" valueType="num">
                                      <p:cBhvr additive="base">
                                        <p:cTn id="127" dur="500" fill="hold"/>
                                        <p:tgtEl>
                                          <p:spTgt spid="163870"/>
                                        </p:tgtEl>
                                        <p:attrNameLst>
                                          <p:attrName>ppt_x</p:attrName>
                                        </p:attrNameLst>
                                      </p:cBhvr>
                                      <p:tavLst>
                                        <p:tav tm="0">
                                          <p:val>
                                            <p:strVal val="1+#ppt_w/2"/>
                                          </p:val>
                                        </p:tav>
                                        <p:tav tm="100000">
                                          <p:val>
                                            <p:strVal val="#ppt_x"/>
                                          </p:val>
                                        </p:tav>
                                      </p:tavLst>
                                    </p:anim>
                                    <p:anim calcmode="lin" valueType="num">
                                      <p:cBhvr additive="base">
                                        <p:cTn id="128" dur="500" fill="hold"/>
                                        <p:tgtEl>
                                          <p:spTgt spid="163870"/>
                                        </p:tgtEl>
                                        <p:attrNameLst>
                                          <p:attrName>ppt_y</p:attrName>
                                        </p:attrNameLst>
                                      </p:cBhvr>
                                      <p:tavLst>
                                        <p:tav tm="0">
                                          <p:val>
                                            <p:strVal val="#ppt_y"/>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 presetClass="entr" presetSubtype="2" fill="hold" nodeType="clickEffect">
                                  <p:stCondLst>
                                    <p:cond delay="0"/>
                                  </p:stCondLst>
                                  <p:childTnLst>
                                    <p:set>
                                      <p:cBhvr>
                                        <p:cTn id="132" dur="1" fill="hold">
                                          <p:stCondLst>
                                            <p:cond delay="0"/>
                                          </p:stCondLst>
                                        </p:cTn>
                                        <p:tgtEl>
                                          <p:spTgt spid="163871"/>
                                        </p:tgtEl>
                                        <p:attrNameLst>
                                          <p:attrName>style.visibility</p:attrName>
                                        </p:attrNameLst>
                                      </p:cBhvr>
                                      <p:to>
                                        <p:strVal val="visible"/>
                                      </p:to>
                                    </p:set>
                                    <p:anim calcmode="lin" valueType="num">
                                      <p:cBhvr additive="base">
                                        <p:cTn id="133" dur="500" fill="hold"/>
                                        <p:tgtEl>
                                          <p:spTgt spid="163871"/>
                                        </p:tgtEl>
                                        <p:attrNameLst>
                                          <p:attrName>ppt_x</p:attrName>
                                        </p:attrNameLst>
                                      </p:cBhvr>
                                      <p:tavLst>
                                        <p:tav tm="0">
                                          <p:val>
                                            <p:strVal val="1+#ppt_w/2"/>
                                          </p:val>
                                        </p:tav>
                                        <p:tav tm="100000">
                                          <p:val>
                                            <p:strVal val="#ppt_x"/>
                                          </p:val>
                                        </p:tav>
                                      </p:tavLst>
                                    </p:anim>
                                    <p:anim calcmode="lin" valueType="num">
                                      <p:cBhvr additive="base">
                                        <p:cTn id="134" dur="500" fill="hold"/>
                                        <p:tgtEl>
                                          <p:spTgt spid="163871"/>
                                        </p:tgtEl>
                                        <p:attrNameLst>
                                          <p:attrName>ppt_y</p:attrName>
                                        </p:attrNameLst>
                                      </p:cBhvr>
                                      <p:tavLst>
                                        <p:tav tm="0">
                                          <p:val>
                                            <p:strVal val="#ppt_y"/>
                                          </p:val>
                                        </p:tav>
                                        <p:tav tm="100000">
                                          <p:val>
                                            <p:strVal val="#ppt_y"/>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2" fill="hold" nodeType="clickEffect">
                                  <p:stCondLst>
                                    <p:cond delay="0"/>
                                  </p:stCondLst>
                                  <p:childTnLst>
                                    <p:set>
                                      <p:cBhvr>
                                        <p:cTn id="138" dur="1" fill="hold">
                                          <p:stCondLst>
                                            <p:cond delay="0"/>
                                          </p:stCondLst>
                                        </p:cTn>
                                        <p:tgtEl>
                                          <p:spTgt spid="163872"/>
                                        </p:tgtEl>
                                        <p:attrNameLst>
                                          <p:attrName>style.visibility</p:attrName>
                                        </p:attrNameLst>
                                      </p:cBhvr>
                                      <p:to>
                                        <p:strVal val="visible"/>
                                      </p:to>
                                    </p:set>
                                    <p:anim calcmode="lin" valueType="num">
                                      <p:cBhvr additive="base">
                                        <p:cTn id="139" dur="500" fill="hold"/>
                                        <p:tgtEl>
                                          <p:spTgt spid="163872"/>
                                        </p:tgtEl>
                                        <p:attrNameLst>
                                          <p:attrName>ppt_x</p:attrName>
                                        </p:attrNameLst>
                                      </p:cBhvr>
                                      <p:tavLst>
                                        <p:tav tm="0">
                                          <p:val>
                                            <p:strVal val="1+#ppt_w/2"/>
                                          </p:val>
                                        </p:tav>
                                        <p:tav tm="100000">
                                          <p:val>
                                            <p:strVal val="#ppt_x"/>
                                          </p:val>
                                        </p:tav>
                                      </p:tavLst>
                                    </p:anim>
                                    <p:anim calcmode="lin" valueType="num">
                                      <p:cBhvr additive="base">
                                        <p:cTn id="140" dur="500" fill="hold"/>
                                        <p:tgtEl>
                                          <p:spTgt spid="163872"/>
                                        </p:tgtEl>
                                        <p:attrNameLst>
                                          <p:attrName>ppt_y</p:attrName>
                                        </p:attrNameLst>
                                      </p:cBhvr>
                                      <p:tavLst>
                                        <p:tav tm="0">
                                          <p:val>
                                            <p:strVal val="#ppt_y"/>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2" fill="hold" nodeType="clickEffect">
                                  <p:stCondLst>
                                    <p:cond delay="0"/>
                                  </p:stCondLst>
                                  <p:childTnLst>
                                    <p:set>
                                      <p:cBhvr>
                                        <p:cTn id="144" dur="1" fill="hold">
                                          <p:stCondLst>
                                            <p:cond delay="0"/>
                                          </p:stCondLst>
                                        </p:cTn>
                                        <p:tgtEl>
                                          <p:spTgt spid="163873"/>
                                        </p:tgtEl>
                                        <p:attrNameLst>
                                          <p:attrName>style.visibility</p:attrName>
                                        </p:attrNameLst>
                                      </p:cBhvr>
                                      <p:to>
                                        <p:strVal val="visible"/>
                                      </p:to>
                                    </p:set>
                                    <p:anim calcmode="lin" valueType="num">
                                      <p:cBhvr additive="base">
                                        <p:cTn id="145" dur="500" fill="hold"/>
                                        <p:tgtEl>
                                          <p:spTgt spid="163873"/>
                                        </p:tgtEl>
                                        <p:attrNameLst>
                                          <p:attrName>ppt_x</p:attrName>
                                        </p:attrNameLst>
                                      </p:cBhvr>
                                      <p:tavLst>
                                        <p:tav tm="0">
                                          <p:val>
                                            <p:strVal val="1+#ppt_w/2"/>
                                          </p:val>
                                        </p:tav>
                                        <p:tav tm="100000">
                                          <p:val>
                                            <p:strVal val="#ppt_x"/>
                                          </p:val>
                                        </p:tav>
                                      </p:tavLst>
                                    </p:anim>
                                    <p:anim calcmode="lin" valueType="num">
                                      <p:cBhvr additive="base">
                                        <p:cTn id="146" dur="500" fill="hold"/>
                                        <p:tgtEl>
                                          <p:spTgt spid="163873"/>
                                        </p:tgtEl>
                                        <p:attrNameLst>
                                          <p:attrName>ppt_y</p:attrName>
                                        </p:attrNameLst>
                                      </p:cBhvr>
                                      <p:tavLst>
                                        <p:tav tm="0">
                                          <p:val>
                                            <p:strVal val="#ppt_y"/>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 presetClass="entr" presetSubtype="2" fill="hold" nodeType="clickEffect">
                                  <p:stCondLst>
                                    <p:cond delay="0"/>
                                  </p:stCondLst>
                                  <p:childTnLst>
                                    <p:set>
                                      <p:cBhvr>
                                        <p:cTn id="150" dur="1" fill="hold">
                                          <p:stCondLst>
                                            <p:cond delay="0"/>
                                          </p:stCondLst>
                                        </p:cTn>
                                        <p:tgtEl>
                                          <p:spTgt spid="163874"/>
                                        </p:tgtEl>
                                        <p:attrNameLst>
                                          <p:attrName>style.visibility</p:attrName>
                                        </p:attrNameLst>
                                      </p:cBhvr>
                                      <p:to>
                                        <p:strVal val="visible"/>
                                      </p:to>
                                    </p:set>
                                    <p:anim calcmode="lin" valueType="num">
                                      <p:cBhvr additive="base">
                                        <p:cTn id="151" dur="500" fill="hold"/>
                                        <p:tgtEl>
                                          <p:spTgt spid="163874"/>
                                        </p:tgtEl>
                                        <p:attrNameLst>
                                          <p:attrName>ppt_x</p:attrName>
                                        </p:attrNameLst>
                                      </p:cBhvr>
                                      <p:tavLst>
                                        <p:tav tm="0">
                                          <p:val>
                                            <p:strVal val="1+#ppt_w/2"/>
                                          </p:val>
                                        </p:tav>
                                        <p:tav tm="100000">
                                          <p:val>
                                            <p:strVal val="#ppt_x"/>
                                          </p:val>
                                        </p:tav>
                                      </p:tavLst>
                                    </p:anim>
                                    <p:anim calcmode="lin" valueType="num">
                                      <p:cBhvr additive="base">
                                        <p:cTn id="152" dur="500" fill="hold"/>
                                        <p:tgtEl>
                                          <p:spTgt spid="1638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bldLvl="2" autoUpdateAnimBg="0"/>
      <p:bldP spid="163846" grpId="0" autoUpdateAnimBg="0"/>
      <p:bldP spid="163847" grpId="0" autoUpdateAnimBg="0"/>
      <p:bldP spid="163848" grpId="0" autoUpdateAnimBg="0"/>
      <p:bldP spid="163849" grpId="0" autoUpdateAnimBg="0"/>
      <p:bldP spid="163850" grpId="0" autoUpdateAnimBg="0"/>
      <p:bldP spid="163851" grpId="0" build="p" bldLvl="2" autoUpdateAnimBg="0"/>
      <p:bldP spid="163852" grpId="0" autoUpdateAnimBg="0"/>
      <p:bldP spid="163853" grpId="0" autoUpdateAnimBg="0"/>
      <p:bldP spid="163854" grpId="0" autoUpdateAnimBg="0"/>
      <p:bldP spid="163855" grpId="0" autoUpdateAnimBg="0"/>
      <p:bldP spid="163856" grpId="0" autoUpdateAnimBg="0"/>
      <p:bldP spid="163863" grpId="0" build="p" bldLvl="2" autoUpdateAnimBg="0"/>
      <p:bldP spid="163864" grpId="0" autoUpdateAnimBg="0"/>
      <p:bldP spid="163865" grpId="0" autoUpdateAnimBg="0"/>
      <p:bldP spid="163866" grpId="0" autoUpdateAnimBg="0"/>
      <p:bldP spid="163867" grpId="0" autoUpdateAnimBg="0"/>
      <p:bldP spid="163868" grpId="0" autoUpdateAnimBg="0"/>
      <p:bldP spid="163869" grpId="0" autoUpdateAnimBg="0"/>
      <p:bldP spid="163870" grpId="0" autoUpdateAnimBg="0"/>
      <p:bldP spid="163871" grpId="0" autoUpdateAnimBg="0"/>
      <p:bldP spid="163872" grpId="0" autoUpdateAnimBg="0"/>
      <p:bldP spid="163873" grpId="0" autoUpdateAnimBg="0"/>
      <p:bldP spid="16387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281DE6F-0173-985D-2173-1E11C718A720}"/>
              </a:ext>
            </a:extLst>
          </p:cNvPr>
          <p:cNvSpPr>
            <a:spLocks noGrp="1" noChangeArrowheads="1"/>
          </p:cNvSpPr>
          <p:nvPr>
            <p:ph type="title"/>
          </p:nvPr>
        </p:nvSpPr>
        <p:spPr/>
        <p:txBody>
          <a:bodyPr/>
          <a:lstStyle/>
          <a:p>
            <a:r>
              <a:rPr lang="en-US" altLang="en-US"/>
              <a:t>Unary Operators</a:t>
            </a:r>
          </a:p>
        </p:txBody>
      </p:sp>
      <p:sp>
        <p:nvSpPr>
          <p:cNvPr id="165891" name="Rectangle 3">
            <a:extLst>
              <a:ext uri="{FF2B5EF4-FFF2-40B4-BE49-F238E27FC236}">
                <a16:creationId xmlns:a16="http://schemas.microsoft.com/office/drawing/2014/main" id="{88B1882B-BCC3-FF16-2A83-C03950DBFDE8}"/>
              </a:ext>
            </a:extLst>
          </p:cNvPr>
          <p:cNvSpPr>
            <a:spLocks noGrp="1" noChangeArrowheads="1"/>
          </p:cNvSpPr>
          <p:nvPr>
            <p:ph type="body" idx="1"/>
          </p:nvPr>
        </p:nvSpPr>
        <p:spPr/>
        <p:txBody>
          <a:bodyPr/>
          <a:lstStyle/>
          <a:p>
            <a:r>
              <a:rPr lang="en-US" altLang="en-US"/>
              <a:t>Replace with new symbols.</a:t>
            </a:r>
          </a:p>
          <a:p>
            <a:pPr lvl="1">
              <a:buClr>
                <a:schemeClr val="bg1"/>
              </a:buClr>
            </a:pPr>
            <a:r>
              <a:rPr lang="en-US" altLang="en-US">
                <a:solidFill>
                  <a:schemeClr val="hlink"/>
                </a:solidFill>
              </a:rPr>
              <a:t>+ a =&gt; a @</a:t>
            </a:r>
          </a:p>
          <a:p>
            <a:pPr lvl="1">
              <a:buClr>
                <a:schemeClr val="bg1"/>
              </a:buClr>
            </a:pPr>
            <a:r>
              <a:rPr lang="en-US" altLang="en-US">
                <a:solidFill>
                  <a:schemeClr val="hlink"/>
                </a:solidFill>
              </a:rPr>
              <a:t>+ a + b =&gt; a @ b +</a:t>
            </a:r>
          </a:p>
          <a:p>
            <a:pPr lvl="1">
              <a:buClr>
                <a:schemeClr val="bg1"/>
              </a:buClr>
            </a:pPr>
            <a:r>
              <a:rPr lang="en-US" altLang="en-US">
                <a:solidFill>
                  <a:schemeClr val="hlink"/>
                </a:solidFill>
              </a:rPr>
              <a:t>- a =&gt; a ?</a:t>
            </a:r>
          </a:p>
          <a:p>
            <a:pPr lvl="1">
              <a:buClr>
                <a:schemeClr val="bg1"/>
              </a:buClr>
            </a:pPr>
            <a:r>
              <a:rPr lang="en-US" altLang="en-US">
                <a:solidFill>
                  <a:schemeClr val="hlink"/>
                </a:solidFill>
              </a:rPr>
              <a:t>- a-b =&gt; a ? b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5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58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58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58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5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B9D6146-1D49-C5CE-E243-F67A7F093F77}"/>
              </a:ext>
            </a:extLst>
          </p:cNvPr>
          <p:cNvSpPr>
            <a:spLocks noGrp="1" noChangeArrowheads="1"/>
          </p:cNvSpPr>
          <p:nvPr>
            <p:ph type="title"/>
          </p:nvPr>
        </p:nvSpPr>
        <p:spPr/>
        <p:txBody>
          <a:bodyPr/>
          <a:lstStyle/>
          <a:p>
            <a:r>
              <a:rPr lang="en-US" altLang="en-US"/>
              <a:t>Postfix Evaluation</a:t>
            </a:r>
          </a:p>
        </p:txBody>
      </p:sp>
      <p:sp>
        <p:nvSpPr>
          <p:cNvPr id="166915" name="Rectangle 3">
            <a:extLst>
              <a:ext uri="{FF2B5EF4-FFF2-40B4-BE49-F238E27FC236}">
                <a16:creationId xmlns:a16="http://schemas.microsoft.com/office/drawing/2014/main" id="{70F20C8E-A2D0-3008-1090-DEDEFF68FB8E}"/>
              </a:ext>
            </a:extLst>
          </p:cNvPr>
          <p:cNvSpPr>
            <a:spLocks noGrp="1" noChangeArrowheads="1"/>
          </p:cNvSpPr>
          <p:nvPr>
            <p:ph type="body" idx="1"/>
          </p:nvPr>
        </p:nvSpPr>
        <p:spPr/>
        <p:txBody>
          <a:bodyPr/>
          <a:lstStyle/>
          <a:p>
            <a:pPr>
              <a:lnSpc>
                <a:spcPct val="90000"/>
              </a:lnSpc>
            </a:pPr>
            <a:r>
              <a:rPr lang="en-US" altLang="en-US"/>
              <a:t>Scan postfix expression from left to right pushing operands on to a stack.</a:t>
            </a:r>
          </a:p>
          <a:p>
            <a:pPr>
              <a:lnSpc>
                <a:spcPct val="90000"/>
              </a:lnSpc>
            </a:pPr>
            <a:r>
              <a:rPr lang="en-US" altLang="en-US"/>
              <a:t>When an operator is encountered, pop as many operands as this operator needs; evaluate the operator; push the result on to the stack.</a:t>
            </a:r>
          </a:p>
          <a:p>
            <a:pPr>
              <a:lnSpc>
                <a:spcPct val="90000"/>
              </a:lnSpc>
            </a:pPr>
            <a:r>
              <a:rPr lang="en-US" altLang="en-US"/>
              <a:t>This works because, in postfix, operators come immediately after their operands.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6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6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6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6BCC5D6-EEF0-D9D0-C840-BAA75713E8A6}"/>
              </a:ext>
            </a:extLst>
          </p:cNvPr>
          <p:cNvSpPr>
            <a:spLocks noGrp="1" noChangeArrowheads="1"/>
          </p:cNvSpPr>
          <p:nvPr>
            <p:ph type="title"/>
          </p:nvPr>
        </p:nvSpPr>
        <p:spPr/>
        <p:txBody>
          <a:bodyPr/>
          <a:lstStyle/>
          <a:p>
            <a:r>
              <a:rPr lang="en-US" altLang="en-US"/>
              <a:t>Postfix Evaluation</a:t>
            </a:r>
          </a:p>
        </p:txBody>
      </p:sp>
      <p:sp>
        <p:nvSpPr>
          <p:cNvPr id="167943" name="Rectangle 7">
            <a:extLst>
              <a:ext uri="{FF2B5EF4-FFF2-40B4-BE49-F238E27FC236}">
                <a16:creationId xmlns:a16="http://schemas.microsoft.com/office/drawing/2014/main" id="{D9539528-D59A-D264-8DC9-DE8F2B70C65F}"/>
              </a:ext>
            </a:extLst>
          </p:cNvPr>
          <p:cNvSpPr>
            <a:spLocks noGrp="1" noChangeArrowheads="1"/>
          </p:cNvSpPr>
          <p:nvPr>
            <p:ph type="body" idx="1"/>
          </p:nvPr>
        </p:nvSpPr>
        <p:spPr>
          <a:xfrm>
            <a:off x="685800" y="1981200"/>
            <a:ext cx="4495800" cy="1905000"/>
          </a:xfrm>
          <a:noFill/>
        </p:spPr>
        <p:txBody>
          <a:bodyPr/>
          <a:lstStyle/>
          <a:p>
            <a:r>
              <a:rPr lang="en-US" altLang="en-US">
                <a:solidFill>
                  <a:schemeClr val="hlink"/>
                </a:solidFill>
              </a:rPr>
              <a:t>(a + b) * (c – d) / (e + f) </a:t>
            </a:r>
          </a:p>
          <a:p>
            <a:r>
              <a:rPr lang="en-US" altLang="en-US">
                <a:solidFill>
                  <a:schemeClr val="hlink"/>
                </a:solidFill>
              </a:rPr>
              <a:t>a b + c d - * e f + /</a:t>
            </a:r>
          </a:p>
          <a:p>
            <a:r>
              <a:rPr lang="en-US" altLang="en-US">
                <a:solidFill>
                  <a:schemeClr val="bg1"/>
                </a:solidFill>
              </a:rPr>
              <a:t>a</a:t>
            </a:r>
            <a:r>
              <a:rPr lang="en-US" altLang="en-US">
                <a:solidFill>
                  <a:schemeClr val="hlink"/>
                </a:solidFill>
              </a:rPr>
              <a:t> b + c d - * e f + /</a:t>
            </a:r>
          </a:p>
        </p:txBody>
      </p:sp>
      <p:grpSp>
        <p:nvGrpSpPr>
          <p:cNvPr id="45060" name="Group 9">
            <a:extLst>
              <a:ext uri="{FF2B5EF4-FFF2-40B4-BE49-F238E27FC236}">
                <a16:creationId xmlns:a16="http://schemas.microsoft.com/office/drawing/2014/main" id="{811C0328-23A1-44AE-2EDF-56361A7533B6}"/>
              </a:ext>
            </a:extLst>
          </p:cNvPr>
          <p:cNvGrpSpPr>
            <a:grpSpLocks/>
          </p:cNvGrpSpPr>
          <p:nvPr/>
        </p:nvGrpSpPr>
        <p:grpSpPr bwMode="auto">
          <a:xfrm>
            <a:off x="5715000" y="1981200"/>
            <a:ext cx="2209800" cy="4618038"/>
            <a:chOff x="3600" y="1248"/>
            <a:chExt cx="1392" cy="2909"/>
          </a:xfrm>
        </p:grpSpPr>
        <p:sp>
          <p:nvSpPr>
            <p:cNvPr id="45065" name="Line 4">
              <a:extLst>
                <a:ext uri="{FF2B5EF4-FFF2-40B4-BE49-F238E27FC236}">
                  <a16:creationId xmlns:a16="http://schemas.microsoft.com/office/drawing/2014/main" id="{E33D259E-C6E3-4F6C-2774-84A8FA301C6E}"/>
                </a:ext>
              </a:extLst>
            </p:cNvPr>
            <p:cNvSpPr>
              <a:spLocks noChangeShapeType="1"/>
            </p:cNvSpPr>
            <p:nvPr/>
          </p:nvSpPr>
          <p:spPr bwMode="auto">
            <a:xfrm>
              <a:off x="3600"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 name="Line 5">
              <a:extLst>
                <a:ext uri="{FF2B5EF4-FFF2-40B4-BE49-F238E27FC236}">
                  <a16:creationId xmlns:a16="http://schemas.microsoft.com/office/drawing/2014/main" id="{1B2ADD43-48A6-6164-225A-6864E68F4D54}"/>
                </a:ext>
              </a:extLst>
            </p:cNvPr>
            <p:cNvSpPr>
              <a:spLocks noChangeShapeType="1"/>
            </p:cNvSpPr>
            <p:nvPr/>
          </p:nvSpPr>
          <p:spPr bwMode="auto">
            <a:xfrm>
              <a:off x="4992"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 name="Line 6">
              <a:extLst>
                <a:ext uri="{FF2B5EF4-FFF2-40B4-BE49-F238E27FC236}">
                  <a16:creationId xmlns:a16="http://schemas.microsoft.com/office/drawing/2014/main" id="{1165B452-B577-163D-A043-22A80F9C9C8C}"/>
                </a:ext>
              </a:extLst>
            </p:cNvPr>
            <p:cNvSpPr>
              <a:spLocks noChangeShapeType="1"/>
            </p:cNvSpPr>
            <p:nvPr/>
          </p:nvSpPr>
          <p:spPr bwMode="auto">
            <a:xfrm>
              <a:off x="3600" y="3744"/>
              <a:ext cx="1392" cy="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Text Box 8">
              <a:extLst>
                <a:ext uri="{FF2B5EF4-FFF2-40B4-BE49-F238E27FC236}">
                  <a16:creationId xmlns:a16="http://schemas.microsoft.com/office/drawing/2014/main" id="{80898519-F462-F452-294E-8FBAA356920C}"/>
                </a:ext>
              </a:extLst>
            </p:cNvPr>
            <p:cNvSpPr txBox="1">
              <a:spLocks noChangeArrowheads="1"/>
            </p:cNvSpPr>
            <p:nvPr/>
          </p:nvSpPr>
          <p:spPr bwMode="auto">
            <a:xfrm>
              <a:off x="3984" y="3792"/>
              <a:ext cx="7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stack</a:t>
              </a:r>
            </a:p>
          </p:txBody>
        </p:sp>
      </p:grpSp>
      <p:sp>
        <p:nvSpPr>
          <p:cNvPr id="167946" name="Text Box 10">
            <a:extLst>
              <a:ext uri="{FF2B5EF4-FFF2-40B4-BE49-F238E27FC236}">
                <a16:creationId xmlns:a16="http://schemas.microsoft.com/office/drawing/2014/main" id="{F633D2DF-70AC-6BFE-EFF9-7FE6C1F47AB3}"/>
              </a:ext>
            </a:extLst>
          </p:cNvPr>
          <p:cNvSpPr txBox="1">
            <a:spLocks noChangeArrowheads="1"/>
          </p:cNvSpPr>
          <p:nvPr/>
        </p:nvSpPr>
        <p:spPr bwMode="auto">
          <a:xfrm>
            <a:off x="6629400" y="52578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a</a:t>
            </a:r>
          </a:p>
        </p:txBody>
      </p:sp>
      <p:sp>
        <p:nvSpPr>
          <p:cNvPr id="167947" name="Rectangle 11">
            <a:extLst>
              <a:ext uri="{FF2B5EF4-FFF2-40B4-BE49-F238E27FC236}">
                <a16:creationId xmlns:a16="http://schemas.microsoft.com/office/drawing/2014/main" id="{54AFAB54-AD2E-DEA8-CD95-ECE9FAC537DF}"/>
              </a:ext>
            </a:extLst>
          </p:cNvPr>
          <p:cNvSpPr>
            <a:spLocks noChangeArrowheads="1"/>
          </p:cNvSpPr>
          <p:nvPr/>
        </p:nvSpPr>
        <p:spPr bwMode="auto">
          <a:xfrm>
            <a:off x="685800" y="38100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 c d - * e f + /</a:t>
            </a:r>
          </a:p>
        </p:txBody>
      </p:sp>
      <p:sp>
        <p:nvSpPr>
          <p:cNvPr id="167948" name="Text Box 12">
            <a:extLst>
              <a:ext uri="{FF2B5EF4-FFF2-40B4-BE49-F238E27FC236}">
                <a16:creationId xmlns:a16="http://schemas.microsoft.com/office/drawing/2014/main" id="{F58A2775-8150-A3D1-69AE-F18A1EB6E67A}"/>
              </a:ext>
            </a:extLst>
          </p:cNvPr>
          <p:cNvSpPr txBox="1">
            <a:spLocks noChangeArrowheads="1"/>
          </p:cNvSpPr>
          <p:nvPr/>
        </p:nvSpPr>
        <p:spPr bwMode="auto">
          <a:xfrm>
            <a:off x="6629400" y="4800600"/>
            <a:ext cx="38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b</a:t>
            </a:r>
          </a:p>
        </p:txBody>
      </p:sp>
      <p:sp>
        <p:nvSpPr>
          <p:cNvPr id="167949" name="Rectangle 13">
            <a:extLst>
              <a:ext uri="{FF2B5EF4-FFF2-40B4-BE49-F238E27FC236}">
                <a16:creationId xmlns:a16="http://schemas.microsoft.com/office/drawing/2014/main" id="{B9A50EE1-FE35-70A2-8AA5-89998BFA1524}"/>
              </a:ext>
            </a:extLst>
          </p:cNvPr>
          <p:cNvSpPr>
            <a:spLocks noChangeArrowheads="1"/>
          </p:cNvSpPr>
          <p:nvPr/>
        </p:nvSpPr>
        <p:spPr bwMode="auto">
          <a:xfrm>
            <a:off x="685800" y="4419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a:t>
            </a:r>
            <a:r>
              <a:rPr lang="en-US" altLang="en-US">
                <a:solidFill>
                  <a:schemeClr val="hlink"/>
                </a:solidFill>
              </a:rPr>
              <a:t> c d - * e f +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79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79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79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79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7947">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6794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679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3" grpId="0" build="p" bldLvl="2" autoUpdateAnimBg="0"/>
      <p:bldP spid="167946" grpId="0" autoUpdateAnimBg="0"/>
      <p:bldP spid="167947" grpId="0" build="p" bldLvl="2" autoUpdateAnimBg="0"/>
      <p:bldP spid="167948" grpId="0" autoUpdateAnimBg="0"/>
      <p:bldP spid="167949"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C742622-BB55-8EF2-189F-03670B3A12FF}"/>
              </a:ext>
            </a:extLst>
          </p:cNvPr>
          <p:cNvSpPr>
            <a:spLocks noGrp="1" noChangeArrowheads="1"/>
          </p:cNvSpPr>
          <p:nvPr>
            <p:ph type="title"/>
          </p:nvPr>
        </p:nvSpPr>
        <p:spPr/>
        <p:txBody>
          <a:bodyPr/>
          <a:lstStyle/>
          <a:p>
            <a:r>
              <a:rPr lang="en-US" altLang="en-US"/>
              <a:t>Postfix Evaluation</a:t>
            </a:r>
          </a:p>
        </p:txBody>
      </p:sp>
      <p:sp>
        <p:nvSpPr>
          <p:cNvPr id="46083" name="Rectangle 3">
            <a:extLst>
              <a:ext uri="{FF2B5EF4-FFF2-40B4-BE49-F238E27FC236}">
                <a16:creationId xmlns:a16="http://schemas.microsoft.com/office/drawing/2014/main" id="{CEE7161A-9E8A-0B8C-439C-DA643DFE0160}"/>
              </a:ext>
            </a:extLst>
          </p:cNvPr>
          <p:cNvSpPr>
            <a:spLocks noGrp="1" noChangeArrowheads="1"/>
          </p:cNvSpPr>
          <p:nvPr>
            <p:ph type="body" idx="1"/>
          </p:nvPr>
        </p:nvSpPr>
        <p:spPr>
          <a:xfrm>
            <a:off x="685800" y="1981200"/>
            <a:ext cx="4495800" cy="1905000"/>
          </a:xfrm>
          <a:noFill/>
        </p:spPr>
        <p:txBody>
          <a:bodyPr/>
          <a:lstStyle/>
          <a:p>
            <a:r>
              <a:rPr lang="en-US" altLang="en-US">
                <a:solidFill>
                  <a:schemeClr val="hlink"/>
                </a:solidFill>
              </a:rPr>
              <a:t>(a + b) * (c – d) / (e + f) </a:t>
            </a:r>
          </a:p>
          <a:p>
            <a:r>
              <a:rPr lang="en-US" altLang="en-US">
                <a:solidFill>
                  <a:schemeClr val="hlink"/>
                </a:solidFill>
              </a:rPr>
              <a:t>a b + c d - * e f + /</a:t>
            </a:r>
          </a:p>
          <a:p>
            <a:r>
              <a:rPr lang="en-US" altLang="en-US">
                <a:solidFill>
                  <a:schemeClr val="bg1"/>
                </a:solidFill>
              </a:rPr>
              <a:t>a</a:t>
            </a:r>
            <a:r>
              <a:rPr lang="en-US" altLang="en-US">
                <a:solidFill>
                  <a:schemeClr val="hlink"/>
                </a:solidFill>
              </a:rPr>
              <a:t> b + c d - * e f + /</a:t>
            </a:r>
          </a:p>
        </p:txBody>
      </p:sp>
      <p:grpSp>
        <p:nvGrpSpPr>
          <p:cNvPr id="46084" name="Group 4">
            <a:extLst>
              <a:ext uri="{FF2B5EF4-FFF2-40B4-BE49-F238E27FC236}">
                <a16:creationId xmlns:a16="http://schemas.microsoft.com/office/drawing/2014/main" id="{A1DF5EB2-7560-706D-9288-2DCA056D7996}"/>
              </a:ext>
            </a:extLst>
          </p:cNvPr>
          <p:cNvGrpSpPr>
            <a:grpSpLocks/>
          </p:cNvGrpSpPr>
          <p:nvPr/>
        </p:nvGrpSpPr>
        <p:grpSpPr bwMode="auto">
          <a:xfrm>
            <a:off x="5715000" y="1981200"/>
            <a:ext cx="2209800" cy="4618038"/>
            <a:chOff x="3600" y="1248"/>
            <a:chExt cx="1392" cy="2909"/>
          </a:xfrm>
        </p:grpSpPr>
        <p:sp>
          <p:nvSpPr>
            <p:cNvPr id="46093" name="Line 5">
              <a:extLst>
                <a:ext uri="{FF2B5EF4-FFF2-40B4-BE49-F238E27FC236}">
                  <a16:creationId xmlns:a16="http://schemas.microsoft.com/office/drawing/2014/main" id="{78E538B9-7B0A-71E6-138D-E3E20C30414A}"/>
                </a:ext>
              </a:extLst>
            </p:cNvPr>
            <p:cNvSpPr>
              <a:spLocks noChangeShapeType="1"/>
            </p:cNvSpPr>
            <p:nvPr/>
          </p:nvSpPr>
          <p:spPr bwMode="auto">
            <a:xfrm>
              <a:off x="3600"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4" name="Line 6">
              <a:extLst>
                <a:ext uri="{FF2B5EF4-FFF2-40B4-BE49-F238E27FC236}">
                  <a16:creationId xmlns:a16="http://schemas.microsoft.com/office/drawing/2014/main" id="{E5ED6128-EC63-C907-3FB0-FEE6AA5A5341}"/>
                </a:ext>
              </a:extLst>
            </p:cNvPr>
            <p:cNvSpPr>
              <a:spLocks noChangeShapeType="1"/>
            </p:cNvSpPr>
            <p:nvPr/>
          </p:nvSpPr>
          <p:spPr bwMode="auto">
            <a:xfrm>
              <a:off x="4992"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5" name="Line 7">
              <a:extLst>
                <a:ext uri="{FF2B5EF4-FFF2-40B4-BE49-F238E27FC236}">
                  <a16:creationId xmlns:a16="http://schemas.microsoft.com/office/drawing/2014/main" id="{EF089F43-2EA9-EE21-1B98-47DB62947C51}"/>
                </a:ext>
              </a:extLst>
            </p:cNvPr>
            <p:cNvSpPr>
              <a:spLocks noChangeShapeType="1"/>
            </p:cNvSpPr>
            <p:nvPr/>
          </p:nvSpPr>
          <p:spPr bwMode="auto">
            <a:xfrm>
              <a:off x="3600" y="3744"/>
              <a:ext cx="1392" cy="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6" name="Text Box 8">
              <a:extLst>
                <a:ext uri="{FF2B5EF4-FFF2-40B4-BE49-F238E27FC236}">
                  <a16:creationId xmlns:a16="http://schemas.microsoft.com/office/drawing/2014/main" id="{5C9A5767-F0F5-24C1-2137-2BE35E2FA8C3}"/>
                </a:ext>
              </a:extLst>
            </p:cNvPr>
            <p:cNvSpPr txBox="1">
              <a:spLocks noChangeArrowheads="1"/>
            </p:cNvSpPr>
            <p:nvPr/>
          </p:nvSpPr>
          <p:spPr bwMode="auto">
            <a:xfrm>
              <a:off x="3984" y="3792"/>
              <a:ext cx="7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stack</a:t>
              </a:r>
            </a:p>
          </p:txBody>
        </p:sp>
      </p:grpSp>
      <p:sp>
        <p:nvSpPr>
          <p:cNvPr id="46085" name="Text Box 9">
            <a:extLst>
              <a:ext uri="{FF2B5EF4-FFF2-40B4-BE49-F238E27FC236}">
                <a16:creationId xmlns:a16="http://schemas.microsoft.com/office/drawing/2014/main" id="{43A3E44A-BBBE-EECF-C6B2-3CCD14A5E2BB}"/>
              </a:ext>
            </a:extLst>
          </p:cNvPr>
          <p:cNvSpPr txBox="1">
            <a:spLocks noChangeArrowheads="1"/>
          </p:cNvSpPr>
          <p:nvPr/>
        </p:nvSpPr>
        <p:spPr bwMode="auto">
          <a:xfrm>
            <a:off x="6172200" y="52578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(a + b)</a:t>
            </a:r>
          </a:p>
        </p:txBody>
      </p:sp>
      <p:sp>
        <p:nvSpPr>
          <p:cNvPr id="46086" name="Rectangle 10">
            <a:extLst>
              <a:ext uri="{FF2B5EF4-FFF2-40B4-BE49-F238E27FC236}">
                <a16:creationId xmlns:a16="http://schemas.microsoft.com/office/drawing/2014/main" id="{1B7F6C8F-C2FD-3EF4-04E9-1797A01F3E96}"/>
              </a:ext>
            </a:extLst>
          </p:cNvPr>
          <p:cNvSpPr>
            <a:spLocks noChangeArrowheads="1"/>
          </p:cNvSpPr>
          <p:nvPr/>
        </p:nvSpPr>
        <p:spPr bwMode="auto">
          <a:xfrm>
            <a:off x="685800" y="38100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 c d - * e f + /</a:t>
            </a:r>
          </a:p>
        </p:txBody>
      </p:sp>
      <p:sp>
        <p:nvSpPr>
          <p:cNvPr id="46087" name="Rectangle 12">
            <a:extLst>
              <a:ext uri="{FF2B5EF4-FFF2-40B4-BE49-F238E27FC236}">
                <a16:creationId xmlns:a16="http://schemas.microsoft.com/office/drawing/2014/main" id="{5554E673-F8E2-D179-B305-4D353F3258BE}"/>
              </a:ext>
            </a:extLst>
          </p:cNvPr>
          <p:cNvSpPr>
            <a:spLocks noChangeArrowheads="1"/>
          </p:cNvSpPr>
          <p:nvPr/>
        </p:nvSpPr>
        <p:spPr bwMode="auto">
          <a:xfrm>
            <a:off x="685800" y="4419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a:t>
            </a:r>
            <a:r>
              <a:rPr lang="en-US" altLang="en-US">
                <a:solidFill>
                  <a:schemeClr val="hlink"/>
                </a:solidFill>
              </a:rPr>
              <a:t> c d - * e f + /</a:t>
            </a:r>
          </a:p>
        </p:txBody>
      </p:sp>
      <p:sp>
        <p:nvSpPr>
          <p:cNvPr id="168973" name="Rectangle 13">
            <a:extLst>
              <a:ext uri="{FF2B5EF4-FFF2-40B4-BE49-F238E27FC236}">
                <a16:creationId xmlns:a16="http://schemas.microsoft.com/office/drawing/2014/main" id="{006DCD47-4AF4-D3EA-3FF2-E741F7FE9346}"/>
              </a:ext>
            </a:extLst>
          </p:cNvPr>
          <p:cNvSpPr>
            <a:spLocks noChangeArrowheads="1"/>
          </p:cNvSpPr>
          <p:nvPr/>
        </p:nvSpPr>
        <p:spPr bwMode="auto">
          <a:xfrm>
            <a:off x="685800" y="49530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a:t>
            </a:r>
            <a:r>
              <a:rPr lang="en-US" altLang="en-US">
                <a:solidFill>
                  <a:schemeClr val="hlink"/>
                </a:solidFill>
              </a:rPr>
              <a:t> </a:t>
            </a:r>
            <a:r>
              <a:rPr lang="en-US" altLang="en-US">
                <a:solidFill>
                  <a:schemeClr val="bg1"/>
                </a:solidFill>
              </a:rPr>
              <a:t>c </a:t>
            </a:r>
            <a:r>
              <a:rPr lang="en-US" altLang="en-US">
                <a:solidFill>
                  <a:schemeClr val="hlink"/>
                </a:solidFill>
              </a:rPr>
              <a:t>d - * e f + /</a:t>
            </a:r>
          </a:p>
        </p:txBody>
      </p:sp>
      <p:sp>
        <p:nvSpPr>
          <p:cNvPr id="168974" name="Text Box 14">
            <a:extLst>
              <a:ext uri="{FF2B5EF4-FFF2-40B4-BE49-F238E27FC236}">
                <a16:creationId xmlns:a16="http://schemas.microsoft.com/office/drawing/2014/main" id="{6C419CD4-A276-7158-EB3F-773118B5323A}"/>
              </a:ext>
            </a:extLst>
          </p:cNvPr>
          <p:cNvSpPr txBox="1">
            <a:spLocks noChangeArrowheads="1"/>
          </p:cNvSpPr>
          <p:nvPr/>
        </p:nvSpPr>
        <p:spPr bwMode="auto">
          <a:xfrm>
            <a:off x="6172200" y="47244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c</a:t>
            </a:r>
          </a:p>
        </p:txBody>
      </p:sp>
      <p:sp>
        <p:nvSpPr>
          <p:cNvPr id="168975" name="Rectangle 15">
            <a:extLst>
              <a:ext uri="{FF2B5EF4-FFF2-40B4-BE49-F238E27FC236}">
                <a16:creationId xmlns:a16="http://schemas.microsoft.com/office/drawing/2014/main" id="{9F886960-AF89-3661-7206-6716058268A9}"/>
              </a:ext>
            </a:extLst>
          </p:cNvPr>
          <p:cNvSpPr>
            <a:spLocks noChangeArrowheads="1"/>
          </p:cNvSpPr>
          <p:nvPr/>
        </p:nvSpPr>
        <p:spPr bwMode="auto">
          <a:xfrm>
            <a:off x="685800" y="54864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a:t>
            </a:r>
            <a:r>
              <a:rPr lang="en-US" altLang="en-US">
                <a:solidFill>
                  <a:schemeClr val="hlink"/>
                </a:solidFill>
              </a:rPr>
              <a:t> </a:t>
            </a:r>
            <a:r>
              <a:rPr lang="en-US" altLang="en-US">
                <a:solidFill>
                  <a:schemeClr val="bg1"/>
                </a:solidFill>
              </a:rPr>
              <a:t>c d</a:t>
            </a:r>
            <a:r>
              <a:rPr lang="en-US" altLang="en-US">
                <a:solidFill>
                  <a:schemeClr val="hlink"/>
                </a:solidFill>
              </a:rPr>
              <a:t> - * e f + /</a:t>
            </a:r>
          </a:p>
        </p:txBody>
      </p:sp>
      <p:sp>
        <p:nvSpPr>
          <p:cNvPr id="168976" name="Text Box 16">
            <a:extLst>
              <a:ext uri="{FF2B5EF4-FFF2-40B4-BE49-F238E27FC236}">
                <a16:creationId xmlns:a16="http://schemas.microsoft.com/office/drawing/2014/main" id="{83CA232B-2C96-B2B1-90BB-31BB31BC9442}"/>
              </a:ext>
            </a:extLst>
          </p:cNvPr>
          <p:cNvSpPr txBox="1">
            <a:spLocks noChangeArrowheads="1"/>
          </p:cNvSpPr>
          <p:nvPr/>
        </p:nvSpPr>
        <p:spPr bwMode="auto">
          <a:xfrm>
            <a:off x="6172200" y="42672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d</a:t>
            </a:r>
          </a:p>
        </p:txBody>
      </p:sp>
      <p:sp>
        <p:nvSpPr>
          <p:cNvPr id="168977" name="Rectangle 17">
            <a:extLst>
              <a:ext uri="{FF2B5EF4-FFF2-40B4-BE49-F238E27FC236}">
                <a16:creationId xmlns:a16="http://schemas.microsoft.com/office/drawing/2014/main" id="{2DBDCF07-8E2B-7252-3ED3-9DF92C443292}"/>
              </a:ext>
            </a:extLst>
          </p:cNvPr>
          <p:cNvSpPr>
            <a:spLocks noChangeArrowheads="1"/>
          </p:cNvSpPr>
          <p:nvPr/>
        </p:nvSpPr>
        <p:spPr bwMode="auto">
          <a:xfrm>
            <a:off x="685800" y="5943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a:t>
            </a:r>
            <a:r>
              <a:rPr lang="en-US" altLang="en-US">
                <a:solidFill>
                  <a:schemeClr val="hlink"/>
                </a:solidFill>
              </a:rPr>
              <a:t> </a:t>
            </a:r>
            <a:r>
              <a:rPr lang="en-US" altLang="en-US">
                <a:solidFill>
                  <a:schemeClr val="bg1"/>
                </a:solidFill>
              </a:rPr>
              <a:t>c d</a:t>
            </a:r>
            <a:r>
              <a:rPr lang="en-US" altLang="en-US">
                <a:solidFill>
                  <a:schemeClr val="hlink"/>
                </a:solidFill>
              </a:rPr>
              <a:t> </a:t>
            </a:r>
            <a:r>
              <a:rPr lang="en-US" altLang="en-US">
                <a:solidFill>
                  <a:schemeClr val="bg1"/>
                </a:solidFill>
              </a:rPr>
              <a:t>-</a:t>
            </a:r>
            <a:r>
              <a:rPr lang="en-US" altLang="en-US">
                <a:solidFill>
                  <a:schemeClr val="hlink"/>
                </a:solidFill>
              </a:rPr>
              <a:t> * e f +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89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89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897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897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89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3" grpId="0" autoUpdateAnimBg="0"/>
      <p:bldP spid="168974" grpId="0" autoUpdateAnimBg="0"/>
      <p:bldP spid="168975" grpId="0" autoUpdateAnimBg="0"/>
      <p:bldP spid="168976" grpId="0" autoUpdateAnimBg="0"/>
      <p:bldP spid="16897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0492B8A-64DB-676F-91AB-842CEEBA202C}"/>
              </a:ext>
            </a:extLst>
          </p:cNvPr>
          <p:cNvSpPr>
            <a:spLocks noGrp="1" noChangeArrowheads="1"/>
          </p:cNvSpPr>
          <p:nvPr>
            <p:ph type="title"/>
          </p:nvPr>
        </p:nvSpPr>
        <p:spPr/>
        <p:txBody>
          <a:bodyPr/>
          <a:lstStyle/>
          <a:p>
            <a:r>
              <a:rPr lang="en-US" altLang="en-US"/>
              <a:t>Postfix Evaluation</a:t>
            </a:r>
          </a:p>
        </p:txBody>
      </p:sp>
      <p:sp>
        <p:nvSpPr>
          <p:cNvPr id="47107" name="Rectangle 3">
            <a:extLst>
              <a:ext uri="{FF2B5EF4-FFF2-40B4-BE49-F238E27FC236}">
                <a16:creationId xmlns:a16="http://schemas.microsoft.com/office/drawing/2014/main" id="{BB14DCC9-BC52-A770-7CA8-C6653DA61ED0}"/>
              </a:ext>
            </a:extLst>
          </p:cNvPr>
          <p:cNvSpPr>
            <a:spLocks noGrp="1" noChangeArrowheads="1"/>
          </p:cNvSpPr>
          <p:nvPr>
            <p:ph type="body" idx="1"/>
          </p:nvPr>
        </p:nvSpPr>
        <p:spPr>
          <a:xfrm>
            <a:off x="685800" y="1981200"/>
            <a:ext cx="4495800" cy="1295400"/>
          </a:xfrm>
          <a:noFill/>
        </p:spPr>
        <p:txBody>
          <a:bodyPr/>
          <a:lstStyle/>
          <a:p>
            <a:r>
              <a:rPr lang="en-US" altLang="en-US">
                <a:solidFill>
                  <a:schemeClr val="hlink"/>
                </a:solidFill>
              </a:rPr>
              <a:t>(a + b) * (c – d) / (e + f) </a:t>
            </a:r>
          </a:p>
          <a:p>
            <a:r>
              <a:rPr lang="en-US" altLang="en-US">
                <a:solidFill>
                  <a:schemeClr val="bg1"/>
                </a:solidFill>
              </a:rPr>
              <a:t>a</a:t>
            </a:r>
            <a:r>
              <a:rPr lang="en-US" altLang="en-US">
                <a:solidFill>
                  <a:schemeClr val="hlink"/>
                </a:solidFill>
              </a:rPr>
              <a:t> </a:t>
            </a:r>
            <a:r>
              <a:rPr lang="en-US" altLang="en-US">
                <a:solidFill>
                  <a:schemeClr val="bg1"/>
                </a:solidFill>
              </a:rPr>
              <a:t>b + c d -</a:t>
            </a:r>
            <a:r>
              <a:rPr lang="en-US" altLang="en-US">
                <a:solidFill>
                  <a:schemeClr val="hlink"/>
                </a:solidFill>
              </a:rPr>
              <a:t> * e f + /</a:t>
            </a:r>
          </a:p>
        </p:txBody>
      </p:sp>
      <p:grpSp>
        <p:nvGrpSpPr>
          <p:cNvPr id="47108" name="Group 4">
            <a:extLst>
              <a:ext uri="{FF2B5EF4-FFF2-40B4-BE49-F238E27FC236}">
                <a16:creationId xmlns:a16="http://schemas.microsoft.com/office/drawing/2014/main" id="{6FCBF8BF-3AA5-BE9F-3592-415272745CF5}"/>
              </a:ext>
            </a:extLst>
          </p:cNvPr>
          <p:cNvGrpSpPr>
            <a:grpSpLocks/>
          </p:cNvGrpSpPr>
          <p:nvPr/>
        </p:nvGrpSpPr>
        <p:grpSpPr bwMode="auto">
          <a:xfrm>
            <a:off x="5715000" y="1981200"/>
            <a:ext cx="2209800" cy="4618038"/>
            <a:chOff x="3600" y="1248"/>
            <a:chExt cx="1392" cy="2909"/>
          </a:xfrm>
        </p:grpSpPr>
        <p:sp>
          <p:nvSpPr>
            <p:cNvPr id="47112" name="Line 5">
              <a:extLst>
                <a:ext uri="{FF2B5EF4-FFF2-40B4-BE49-F238E27FC236}">
                  <a16:creationId xmlns:a16="http://schemas.microsoft.com/office/drawing/2014/main" id="{2045E9B9-F073-962B-5E75-8EC4E673C38B}"/>
                </a:ext>
              </a:extLst>
            </p:cNvPr>
            <p:cNvSpPr>
              <a:spLocks noChangeShapeType="1"/>
            </p:cNvSpPr>
            <p:nvPr/>
          </p:nvSpPr>
          <p:spPr bwMode="auto">
            <a:xfrm>
              <a:off x="3600"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3" name="Line 6">
              <a:extLst>
                <a:ext uri="{FF2B5EF4-FFF2-40B4-BE49-F238E27FC236}">
                  <a16:creationId xmlns:a16="http://schemas.microsoft.com/office/drawing/2014/main" id="{03E2C1FD-7B62-ABDB-911D-EEE697E1C74C}"/>
                </a:ext>
              </a:extLst>
            </p:cNvPr>
            <p:cNvSpPr>
              <a:spLocks noChangeShapeType="1"/>
            </p:cNvSpPr>
            <p:nvPr/>
          </p:nvSpPr>
          <p:spPr bwMode="auto">
            <a:xfrm>
              <a:off x="4992" y="1248"/>
              <a:ext cx="0" cy="2496"/>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Line 7">
              <a:extLst>
                <a:ext uri="{FF2B5EF4-FFF2-40B4-BE49-F238E27FC236}">
                  <a16:creationId xmlns:a16="http://schemas.microsoft.com/office/drawing/2014/main" id="{2F752DBF-D70F-C287-B16B-17672E0A552A}"/>
                </a:ext>
              </a:extLst>
            </p:cNvPr>
            <p:cNvSpPr>
              <a:spLocks noChangeShapeType="1"/>
            </p:cNvSpPr>
            <p:nvPr/>
          </p:nvSpPr>
          <p:spPr bwMode="auto">
            <a:xfrm>
              <a:off x="3600" y="3744"/>
              <a:ext cx="1392" cy="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Text Box 8">
              <a:extLst>
                <a:ext uri="{FF2B5EF4-FFF2-40B4-BE49-F238E27FC236}">
                  <a16:creationId xmlns:a16="http://schemas.microsoft.com/office/drawing/2014/main" id="{36EC2DB4-56EA-F843-256C-A9EACB9440C9}"/>
                </a:ext>
              </a:extLst>
            </p:cNvPr>
            <p:cNvSpPr txBox="1">
              <a:spLocks noChangeArrowheads="1"/>
            </p:cNvSpPr>
            <p:nvPr/>
          </p:nvSpPr>
          <p:spPr bwMode="auto">
            <a:xfrm>
              <a:off x="3984" y="3792"/>
              <a:ext cx="7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stack</a:t>
              </a:r>
            </a:p>
          </p:txBody>
        </p:sp>
      </p:grpSp>
      <p:sp>
        <p:nvSpPr>
          <p:cNvPr id="47109" name="Text Box 9">
            <a:extLst>
              <a:ext uri="{FF2B5EF4-FFF2-40B4-BE49-F238E27FC236}">
                <a16:creationId xmlns:a16="http://schemas.microsoft.com/office/drawing/2014/main" id="{CECC2BE2-0568-5C7D-8926-E1CED5CA64BE}"/>
              </a:ext>
            </a:extLst>
          </p:cNvPr>
          <p:cNvSpPr txBox="1">
            <a:spLocks noChangeArrowheads="1"/>
          </p:cNvSpPr>
          <p:nvPr/>
        </p:nvSpPr>
        <p:spPr bwMode="auto">
          <a:xfrm>
            <a:off x="6172200" y="52578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(a + b)</a:t>
            </a:r>
          </a:p>
        </p:txBody>
      </p:sp>
      <p:sp>
        <p:nvSpPr>
          <p:cNvPr id="169994" name="Rectangle 10">
            <a:extLst>
              <a:ext uri="{FF2B5EF4-FFF2-40B4-BE49-F238E27FC236}">
                <a16:creationId xmlns:a16="http://schemas.microsoft.com/office/drawing/2014/main" id="{1477FFE5-3DB8-F465-5A14-9D9879250A36}"/>
              </a:ext>
            </a:extLst>
          </p:cNvPr>
          <p:cNvSpPr>
            <a:spLocks noChangeArrowheads="1"/>
          </p:cNvSpPr>
          <p:nvPr/>
        </p:nvSpPr>
        <p:spPr bwMode="auto">
          <a:xfrm>
            <a:off x="685800" y="31242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a:t>
            </a:r>
            <a:r>
              <a:rPr lang="en-US" altLang="en-US">
                <a:solidFill>
                  <a:schemeClr val="hlink"/>
                </a:solidFill>
              </a:rPr>
              <a:t> e f + /</a:t>
            </a:r>
          </a:p>
        </p:txBody>
      </p:sp>
      <p:sp>
        <p:nvSpPr>
          <p:cNvPr id="47111" name="Text Box 13">
            <a:extLst>
              <a:ext uri="{FF2B5EF4-FFF2-40B4-BE49-F238E27FC236}">
                <a16:creationId xmlns:a16="http://schemas.microsoft.com/office/drawing/2014/main" id="{5CA96BEB-2906-0AB6-7123-677325BEE448}"/>
              </a:ext>
            </a:extLst>
          </p:cNvPr>
          <p:cNvSpPr txBox="1">
            <a:spLocks noChangeArrowheads="1"/>
          </p:cNvSpPr>
          <p:nvPr/>
        </p:nvSpPr>
        <p:spPr bwMode="auto">
          <a:xfrm>
            <a:off x="6172200" y="47244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(c – 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9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77E5A3B-83A0-4A6A-4343-9816A333BD78}"/>
              </a:ext>
            </a:extLst>
          </p:cNvPr>
          <p:cNvSpPr>
            <a:spLocks noGrp="1" noChangeArrowheads="1"/>
          </p:cNvSpPr>
          <p:nvPr>
            <p:ph type="title"/>
          </p:nvPr>
        </p:nvSpPr>
        <p:spPr/>
        <p:txBody>
          <a:bodyPr/>
          <a:lstStyle/>
          <a:p>
            <a:r>
              <a:rPr lang="en-US" altLang="en-US"/>
              <a:t>Postfix Evaluation</a:t>
            </a:r>
          </a:p>
        </p:txBody>
      </p:sp>
      <p:sp>
        <p:nvSpPr>
          <p:cNvPr id="48131" name="Rectangle 3">
            <a:extLst>
              <a:ext uri="{FF2B5EF4-FFF2-40B4-BE49-F238E27FC236}">
                <a16:creationId xmlns:a16="http://schemas.microsoft.com/office/drawing/2014/main" id="{272545B4-6350-0C4F-98C7-348EBE9C9E02}"/>
              </a:ext>
            </a:extLst>
          </p:cNvPr>
          <p:cNvSpPr>
            <a:spLocks noGrp="1" noChangeArrowheads="1"/>
          </p:cNvSpPr>
          <p:nvPr>
            <p:ph type="body" idx="1"/>
          </p:nvPr>
        </p:nvSpPr>
        <p:spPr>
          <a:xfrm>
            <a:off x="685800" y="1981200"/>
            <a:ext cx="4495800" cy="1295400"/>
          </a:xfrm>
          <a:noFill/>
        </p:spPr>
        <p:txBody>
          <a:bodyPr/>
          <a:lstStyle/>
          <a:p>
            <a:r>
              <a:rPr lang="en-US" altLang="en-US">
                <a:solidFill>
                  <a:schemeClr val="hlink"/>
                </a:solidFill>
              </a:rPr>
              <a:t>(a + b) * (c – d) / (e + f) </a:t>
            </a:r>
          </a:p>
          <a:p>
            <a:r>
              <a:rPr lang="en-US" altLang="en-US">
                <a:solidFill>
                  <a:schemeClr val="bg1"/>
                </a:solidFill>
              </a:rPr>
              <a:t>a</a:t>
            </a:r>
            <a:r>
              <a:rPr lang="en-US" altLang="en-US">
                <a:solidFill>
                  <a:schemeClr val="hlink"/>
                </a:solidFill>
              </a:rPr>
              <a:t> </a:t>
            </a:r>
            <a:r>
              <a:rPr lang="en-US" altLang="en-US">
                <a:solidFill>
                  <a:schemeClr val="bg1"/>
                </a:solidFill>
              </a:rPr>
              <a:t>b + c d -</a:t>
            </a:r>
            <a:r>
              <a:rPr lang="en-US" altLang="en-US">
                <a:solidFill>
                  <a:schemeClr val="hlink"/>
                </a:solidFill>
              </a:rPr>
              <a:t> * e f + /</a:t>
            </a:r>
          </a:p>
        </p:txBody>
      </p:sp>
      <p:sp>
        <p:nvSpPr>
          <p:cNvPr id="48132" name="Line 5">
            <a:extLst>
              <a:ext uri="{FF2B5EF4-FFF2-40B4-BE49-F238E27FC236}">
                <a16:creationId xmlns:a16="http://schemas.microsoft.com/office/drawing/2014/main" id="{885809A7-3C8E-AE4C-E0D1-2AB09E042E4D}"/>
              </a:ext>
            </a:extLst>
          </p:cNvPr>
          <p:cNvSpPr>
            <a:spLocks noChangeShapeType="1"/>
          </p:cNvSpPr>
          <p:nvPr/>
        </p:nvSpPr>
        <p:spPr bwMode="auto">
          <a:xfrm>
            <a:off x="5715000" y="1981200"/>
            <a:ext cx="0" cy="396240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3" name="Line 6">
            <a:extLst>
              <a:ext uri="{FF2B5EF4-FFF2-40B4-BE49-F238E27FC236}">
                <a16:creationId xmlns:a16="http://schemas.microsoft.com/office/drawing/2014/main" id="{B862A4B0-32F8-BA7A-AC82-7D6D763C9FAA}"/>
              </a:ext>
            </a:extLst>
          </p:cNvPr>
          <p:cNvSpPr>
            <a:spLocks noChangeShapeType="1"/>
          </p:cNvSpPr>
          <p:nvPr/>
        </p:nvSpPr>
        <p:spPr bwMode="auto">
          <a:xfrm>
            <a:off x="8458200" y="1981200"/>
            <a:ext cx="0" cy="396240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4" name="Line 7">
            <a:extLst>
              <a:ext uri="{FF2B5EF4-FFF2-40B4-BE49-F238E27FC236}">
                <a16:creationId xmlns:a16="http://schemas.microsoft.com/office/drawing/2014/main" id="{A5CA94FC-D16B-B1CF-4E6F-24779810B59A}"/>
              </a:ext>
            </a:extLst>
          </p:cNvPr>
          <p:cNvSpPr>
            <a:spLocks noChangeShapeType="1"/>
          </p:cNvSpPr>
          <p:nvPr/>
        </p:nvSpPr>
        <p:spPr bwMode="auto">
          <a:xfrm>
            <a:off x="5715000" y="5943600"/>
            <a:ext cx="2743200" cy="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5" name="Text Box 8">
            <a:extLst>
              <a:ext uri="{FF2B5EF4-FFF2-40B4-BE49-F238E27FC236}">
                <a16:creationId xmlns:a16="http://schemas.microsoft.com/office/drawing/2014/main" id="{EC7BB88F-EE76-0321-F6DE-14AD212BA3BB}"/>
              </a:ext>
            </a:extLst>
          </p:cNvPr>
          <p:cNvSpPr txBox="1">
            <a:spLocks noChangeArrowheads="1"/>
          </p:cNvSpPr>
          <p:nvPr/>
        </p:nvSpPr>
        <p:spPr bwMode="auto">
          <a:xfrm>
            <a:off x="6324600" y="6019800"/>
            <a:ext cx="1143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stack</a:t>
            </a:r>
          </a:p>
        </p:txBody>
      </p:sp>
      <p:sp>
        <p:nvSpPr>
          <p:cNvPr id="48136" name="Text Box 9">
            <a:extLst>
              <a:ext uri="{FF2B5EF4-FFF2-40B4-BE49-F238E27FC236}">
                <a16:creationId xmlns:a16="http://schemas.microsoft.com/office/drawing/2014/main" id="{1C03BF5C-79CA-9953-902D-D08D28F9163F}"/>
              </a:ext>
            </a:extLst>
          </p:cNvPr>
          <p:cNvSpPr txBox="1">
            <a:spLocks noChangeArrowheads="1"/>
          </p:cNvSpPr>
          <p:nvPr/>
        </p:nvSpPr>
        <p:spPr bwMode="auto">
          <a:xfrm>
            <a:off x="5715000" y="5257800"/>
            <a:ext cx="2743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(a + b)*(c – d)</a:t>
            </a:r>
          </a:p>
        </p:txBody>
      </p:sp>
      <p:sp>
        <p:nvSpPr>
          <p:cNvPr id="48137" name="Rectangle 10">
            <a:extLst>
              <a:ext uri="{FF2B5EF4-FFF2-40B4-BE49-F238E27FC236}">
                <a16:creationId xmlns:a16="http://schemas.microsoft.com/office/drawing/2014/main" id="{6D9B48AB-3704-1942-A767-CF5FA1B6A5F8}"/>
              </a:ext>
            </a:extLst>
          </p:cNvPr>
          <p:cNvSpPr>
            <a:spLocks noChangeArrowheads="1"/>
          </p:cNvSpPr>
          <p:nvPr/>
        </p:nvSpPr>
        <p:spPr bwMode="auto">
          <a:xfrm>
            <a:off x="685800" y="31242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a:t>
            </a:r>
            <a:r>
              <a:rPr lang="en-US" altLang="en-US">
                <a:solidFill>
                  <a:schemeClr val="hlink"/>
                </a:solidFill>
              </a:rPr>
              <a:t> e f + /</a:t>
            </a:r>
          </a:p>
        </p:txBody>
      </p:sp>
      <p:sp>
        <p:nvSpPr>
          <p:cNvPr id="171019" name="Text Box 11">
            <a:extLst>
              <a:ext uri="{FF2B5EF4-FFF2-40B4-BE49-F238E27FC236}">
                <a16:creationId xmlns:a16="http://schemas.microsoft.com/office/drawing/2014/main" id="{C4C3C945-8A28-24D9-2959-312158085C4B}"/>
              </a:ext>
            </a:extLst>
          </p:cNvPr>
          <p:cNvSpPr txBox="1">
            <a:spLocks noChangeArrowheads="1"/>
          </p:cNvSpPr>
          <p:nvPr/>
        </p:nvSpPr>
        <p:spPr bwMode="auto">
          <a:xfrm>
            <a:off x="5791200" y="47244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e</a:t>
            </a:r>
          </a:p>
        </p:txBody>
      </p:sp>
      <p:sp>
        <p:nvSpPr>
          <p:cNvPr id="171020" name="Rectangle 12">
            <a:extLst>
              <a:ext uri="{FF2B5EF4-FFF2-40B4-BE49-F238E27FC236}">
                <a16:creationId xmlns:a16="http://schemas.microsoft.com/office/drawing/2014/main" id="{A9DA5704-7EF5-6257-A625-56115CB909CE}"/>
              </a:ext>
            </a:extLst>
          </p:cNvPr>
          <p:cNvSpPr>
            <a:spLocks noChangeArrowheads="1"/>
          </p:cNvSpPr>
          <p:nvPr/>
        </p:nvSpPr>
        <p:spPr bwMode="auto">
          <a:xfrm>
            <a:off x="685800" y="3657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f + /</a:t>
            </a:r>
          </a:p>
        </p:txBody>
      </p:sp>
      <p:sp>
        <p:nvSpPr>
          <p:cNvPr id="171021" name="Rectangle 13">
            <a:extLst>
              <a:ext uri="{FF2B5EF4-FFF2-40B4-BE49-F238E27FC236}">
                <a16:creationId xmlns:a16="http://schemas.microsoft.com/office/drawing/2014/main" id="{17E7FFF1-1212-9939-5524-FBDB063DDC26}"/>
              </a:ext>
            </a:extLst>
          </p:cNvPr>
          <p:cNvSpPr>
            <a:spLocks noChangeArrowheads="1"/>
          </p:cNvSpPr>
          <p:nvPr/>
        </p:nvSpPr>
        <p:spPr bwMode="auto">
          <a:xfrm>
            <a:off x="685800" y="41910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a:t>
            </a:r>
            <a:r>
              <a:rPr lang="en-US" altLang="en-US">
                <a:solidFill>
                  <a:schemeClr val="bg1"/>
                </a:solidFill>
              </a:rPr>
              <a:t>f</a:t>
            </a:r>
            <a:r>
              <a:rPr lang="en-US" altLang="en-US">
                <a:solidFill>
                  <a:schemeClr val="hlink"/>
                </a:solidFill>
              </a:rPr>
              <a:t> + /</a:t>
            </a:r>
          </a:p>
        </p:txBody>
      </p:sp>
      <p:sp>
        <p:nvSpPr>
          <p:cNvPr id="171022" name="Text Box 14">
            <a:extLst>
              <a:ext uri="{FF2B5EF4-FFF2-40B4-BE49-F238E27FC236}">
                <a16:creationId xmlns:a16="http://schemas.microsoft.com/office/drawing/2014/main" id="{CE40BE69-1C26-3C04-AF48-C2A10B69E934}"/>
              </a:ext>
            </a:extLst>
          </p:cNvPr>
          <p:cNvSpPr txBox="1">
            <a:spLocks noChangeArrowheads="1"/>
          </p:cNvSpPr>
          <p:nvPr/>
        </p:nvSpPr>
        <p:spPr bwMode="auto">
          <a:xfrm>
            <a:off x="5791200" y="42672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f</a:t>
            </a:r>
          </a:p>
        </p:txBody>
      </p:sp>
      <p:sp>
        <p:nvSpPr>
          <p:cNvPr id="171023" name="Rectangle 15">
            <a:extLst>
              <a:ext uri="{FF2B5EF4-FFF2-40B4-BE49-F238E27FC236}">
                <a16:creationId xmlns:a16="http://schemas.microsoft.com/office/drawing/2014/main" id="{348957B0-1BFF-59C1-A69F-19E3B453E474}"/>
              </a:ext>
            </a:extLst>
          </p:cNvPr>
          <p:cNvSpPr>
            <a:spLocks noChangeArrowheads="1"/>
          </p:cNvSpPr>
          <p:nvPr/>
        </p:nvSpPr>
        <p:spPr bwMode="auto">
          <a:xfrm>
            <a:off x="685800" y="4800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a:t>
            </a:r>
            <a:r>
              <a:rPr lang="en-US" altLang="en-US">
                <a:solidFill>
                  <a:schemeClr val="bg1"/>
                </a:solidFill>
              </a:rPr>
              <a:t>f</a:t>
            </a:r>
            <a:r>
              <a:rPr lang="en-US" altLang="en-US">
                <a:solidFill>
                  <a:schemeClr val="hlink"/>
                </a:solidFill>
              </a:rPr>
              <a:t> </a:t>
            </a:r>
            <a:r>
              <a:rPr lang="en-US" altLang="en-US">
                <a:solidFill>
                  <a:schemeClr val="bg1"/>
                </a:solidFill>
              </a:rPr>
              <a:t>+</a:t>
            </a:r>
            <a:r>
              <a:rPr lang="en-US" altLang="en-US">
                <a:solidFill>
                  <a:schemeClr val="hlink"/>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10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710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710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102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71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9" grpId="0" autoUpdateAnimBg="0"/>
      <p:bldP spid="171020" grpId="0" autoUpdateAnimBg="0"/>
      <p:bldP spid="171021" grpId="0" autoUpdateAnimBg="0"/>
      <p:bldP spid="171022" grpId="0" autoUpdateAnimBg="0"/>
      <p:bldP spid="17102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1026">
            <a:extLst>
              <a:ext uri="{FF2B5EF4-FFF2-40B4-BE49-F238E27FC236}">
                <a16:creationId xmlns:a16="http://schemas.microsoft.com/office/drawing/2014/main" id="{EC412306-D2AF-DA34-257E-861E278C5041}"/>
              </a:ext>
            </a:extLst>
          </p:cNvPr>
          <p:cNvSpPr>
            <a:spLocks noGrp="1" noChangeArrowheads="1"/>
          </p:cNvSpPr>
          <p:nvPr>
            <p:ph type="title"/>
          </p:nvPr>
        </p:nvSpPr>
        <p:spPr/>
        <p:txBody>
          <a:bodyPr/>
          <a:lstStyle/>
          <a:p>
            <a:r>
              <a:rPr lang="en-US" altLang="en-US"/>
              <a:t>Postfix Evaluation</a:t>
            </a:r>
          </a:p>
        </p:txBody>
      </p:sp>
      <p:sp>
        <p:nvSpPr>
          <p:cNvPr id="49155" name="Rectangle 1027">
            <a:extLst>
              <a:ext uri="{FF2B5EF4-FFF2-40B4-BE49-F238E27FC236}">
                <a16:creationId xmlns:a16="http://schemas.microsoft.com/office/drawing/2014/main" id="{ADF6D4D1-CB9C-9E7D-262D-7998F86FA4BA}"/>
              </a:ext>
            </a:extLst>
          </p:cNvPr>
          <p:cNvSpPr>
            <a:spLocks noGrp="1" noChangeArrowheads="1"/>
          </p:cNvSpPr>
          <p:nvPr>
            <p:ph type="body" idx="1"/>
          </p:nvPr>
        </p:nvSpPr>
        <p:spPr>
          <a:xfrm>
            <a:off x="685800" y="1981200"/>
            <a:ext cx="4495800" cy="1295400"/>
          </a:xfrm>
          <a:noFill/>
        </p:spPr>
        <p:txBody>
          <a:bodyPr/>
          <a:lstStyle/>
          <a:p>
            <a:r>
              <a:rPr lang="en-US" altLang="en-US">
                <a:solidFill>
                  <a:schemeClr val="hlink"/>
                </a:solidFill>
              </a:rPr>
              <a:t>(a + b) * (c – d) / (e + f) </a:t>
            </a:r>
          </a:p>
          <a:p>
            <a:r>
              <a:rPr lang="en-US" altLang="en-US">
                <a:solidFill>
                  <a:schemeClr val="bg1"/>
                </a:solidFill>
              </a:rPr>
              <a:t>a</a:t>
            </a:r>
            <a:r>
              <a:rPr lang="en-US" altLang="en-US">
                <a:solidFill>
                  <a:schemeClr val="hlink"/>
                </a:solidFill>
              </a:rPr>
              <a:t> </a:t>
            </a:r>
            <a:r>
              <a:rPr lang="en-US" altLang="en-US">
                <a:solidFill>
                  <a:schemeClr val="bg1"/>
                </a:solidFill>
              </a:rPr>
              <a:t>b + c d -</a:t>
            </a:r>
            <a:r>
              <a:rPr lang="en-US" altLang="en-US">
                <a:solidFill>
                  <a:schemeClr val="hlink"/>
                </a:solidFill>
              </a:rPr>
              <a:t> * e f + /</a:t>
            </a:r>
          </a:p>
        </p:txBody>
      </p:sp>
      <p:sp>
        <p:nvSpPr>
          <p:cNvPr id="49156" name="Line 1028">
            <a:extLst>
              <a:ext uri="{FF2B5EF4-FFF2-40B4-BE49-F238E27FC236}">
                <a16:creationId xmlns:a16="http://schemas.microsoft.com/office/drawing/2014/main" id="{8B82D577-C381-C58E-BEDC-8E530F86FCA7}"/>
              </a:ext>
            </a:extLst>
          </p:cNvPr>
          <p:cNvSpPr>
            <a:spLocks noChangeShapeType="1"/>
          </p:cNvSpPr>
          <p:nvPr/>
        </p:nvSpPr>
        <p:spPr bwMode="auto">
          <a:xfrm>
            <a:off x="5715000" y="1981200"/>
            <a:ext cx="0" cy="396240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7" name="Line 1029">
            <a:extLst>
              <a:ext uri="{FF2B5EF4-FFF2-40B4-BE49-F238E27FC236}">
                <a16:creationId xmlns:a16="http://schemas.microsoft.com/office/drawing/2014/main" id="{0CC33D04-2EDB-EE2B-07DF-AC775C6DCA17}"/>
              </a:ext>
            </a:extLst>
          </p:cNvPr>
          <p:cNvSpPr>
            <a:spLocks noChangeShapeType="1"/>
          </p:cNvSpPr>
          <p:nvPr/>
        </p:nvSpPr>
        <p:spPr bwMode="auto">
          <a:xfrm>
            <a:off x="8458200" y="1981200"/>
            <a:ext cx="0" cy="396240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8" name="Line 1030">
            <a:extLst>
              <a:ext uri="{FF2B5EF4-FFF2-40B4-BE49-F238E27FC236}">
                <a16:creationId xmlns:a16="http://schemas.microsoft.com/office/drawing/2014/main" id="{71F75081-F57E-AC6C-F90C-AA083935E093}"/>
              </a:ext>
            </a:extLst>
          </p:cNvPr>
          <p:cNvSpPr>
            <a:spLocks noChangeShapeType="1"/>
          </p:cNvSpPr>
          <p:nvPr/>
        </p:nvSpPr>
        <p:spPr bwMode="auto">
          <a:xfrm>
            <a:off x="5715000" y="5943600"/>
            <a:ext cx="2743200" cy="0"/>
          </a:xfrm>
          <a:prstGeom prst="line">
            <a:avLst/>
          </a:prstGeom>
          <a:noFill/>
          <a:ln w="5715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9" name="Text Box 1031">
            <a:extLst>
              <a:ext uri="{FF2B5EF4-FFF2-40B4-BE49-F238E27FC236}">
                <a16:creationId xmlns:a16="http://schemas.microsoft.com/office/drawing/2014/main" id="{860319C6-2F8E-06CD-EFDE-21E87CAEE7AE}"/>
              </a:ext>
            </a:extLst>
          </p:cNvPr>
          <p:cNvSpPr txBox="1">
            <a:spLocks noChangeArrowheads="1"/>
          </p:cNvSpPr>
          <p:nvPr/>
        </p:nvSpPr>
        <p:spPr bwMode="auto">
          <a:xfrm>
            <a:off x="6324600" y="6019800"/>
            <a:ext cx="1143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hlink"/>
                </a:solidFill>
              </a:rPr>
              <a:t>stack</a:t>
            </a:r>
          </a:p>
        </p:txBody>
      </p:sp>
      <p:sp>
        <p:nvSpPr>
          <p:cNvPr id="49160" name="Text Box 1032">
            <a:extLst>
              <a:ext uri="{FF2B5EF4-FFF2-40B4-BE49-F238E27FC236}">
                <a16:creationId xmlns:a16="http://schemas.microsoft.com/office/drawing/2014/main" id="{34C99279-ACD7-0AD9-AA75-7107ACC1B758}"/>
              </a:ext>
            </a:extLst>
          </p:cNvPr>
          <p:cNvSpPr txBox="1">
            <a:spLocks noChangeArrowheads="1"/>
          </p:cNvSpPr>
          <p:nvPr/>
        </p:nvSpPr>
        <p:spPr bwMode="auto">
          <a:xfrm>
            <a:off x="5715000" y="5257800"/>
            <a:ext cx="2743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(a + b)*(c – d)</a:t>
            </a:r>
          </a:p>
        </p:txBody>
      </p:sp>
      <p:sp>
        <p:nvSpPr>
          <p:cNvPr id="49161" name="Rectangle 1033">
            <a:extLst>
              <a:ext uri="{FF2B5EF4-FFF2-40B4-BE49-F238E27FC236}">
                <a16:creationId xmlns:a16="http://schemas.microsoft.com/office/drawing/2014/main" id="{8F66F24A-5BC0-7FEC-A535-7925D1B533C5}"/>
              </a:ext>
            </a:extLst>
          </p:cNvPr>
          <p:cNvSpPr>
            <a:spLocks noChangeArrowheads="1"/>
          </p:cNvSpPr>
          <p:nvPr/>
        </p:nvSpPr>
        <p:spPr bwMode="auto">
          <a:xfrm>
            <a:off x="685800" y="31242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a:t>
            </a:r>
            <a:r>
              <a:rPr lang="en-US" altLang="en-US">
                <a:solidFill>
                  <a:schemeClr val="hlink"/>
                </a:solidFill>
              </a:rPr>
              <a:t> e f + /</a:t>
            </a:r>
          </a:p>
        </p:txBody>
      </p:sp>
      <p:sp>
        <p:nvSpPr>
          <p:cNvPr id="49162" name="Text Box 1034">
            <a:extLst>
              <a:ext uri="{FF2B5EF4-FFF2-40B4-BE49-F238E27FC236}">
                <a16:creationId xmlns:a16="http://schemas.microsoft.com/office/drawing/2014/main" id="{63FCE402-D1C4-1160-7758-46FDF92FBF7F}"/>
              </a:ext>
            </a:extLst>
          </p:cNvPr>
          <p:cNvSpPr txBox="1">
            <a:spLocks noChangeArrowheads="1"/>
          </p:cNvSpPr>
          <p:nvPr/>
        </p:nvSpPr>
        <p:spPr bwMode="auto">
          <a:xfrm>
            <a:off x="5791200" y="4724400"/>
            <a:ext cx="152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bg1"/>
                </a:solidFill>
              </a:rPr>
              <a:t>(e + f)</a:t>
            </a:r>
          </a:p>
        </p:txBody>
      </p:sp>
      <p:sp>
        <p:nvSpPr>
          <p:cNvPr id="49163" name="Rectangle 1035">
            <a:extLst>
              <a:ext uri="{FF2B5EF4-FFF2-40B4-BE49-F238E27FC236}">
                <a16:creationId xmlns:a16="http://schemas.microsoft.com/office/drawing/2014/main" id="{2ED6E087-A7F9-0EA1-1FBF-635B9655DD54}"/>
              </a:ext>
            </a:extLst>
          </p:cNvPr>
          <p:cNvSpPr>
            <a:spLocks noChangeArrowheads="1"/>
          </p:cNvSpPr>
          <p:nvPr/>
        </p:nvSpPr>
        <p:spPr bwMode="auto">
          <a:xfrm>
            <a:off x="685800" y="3657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f + /</a:t>
            </a:r>
          </a:p>
        </p:txBody>
      </p:sp>
      <p:sp>
        <p:nvSpPr>
          <p:cNvPr id="49164" name="Rectangle 1036">
            <a:extLst>
              <a:ext uri="{FF2B5EF4-FFF2-40B4-BE49-F238E27FC236}">
                <a16:creationId xmlns:a16="http://schemas.microsoft.com/office/drawing/2014/main" id="{FD415087-2638-C8BA-E0AF-84238BF2C4FC}"/>
              </a:ext>
            </a:extLst>
          </p:cNvPr>
          <p:cNvSpPr>
            <a:spLocks noChangeArrowheads="1"/>
          </p:cNvSpPr>
          <p:nvPr/>
        </p:nvSpPr>
        <p:spPr bwMode="auto">
          <a:xfrm>
            <a:off x="685800" y="41910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a:t>
            </a:r>
            <a:r>
              <a:rPr lang="en-US" altLang="en-US">
                <a:solidFill>
                  <a:schemeClr val="bg1"/>
                </a:solidFill>
              </a:rPr>
              <a:t>f</a:t>
            </a:r>
            <a:r>
              <a:rPr lang="en-US" altLang="en-US">
                <a:solidFill>
                  <a:schemeClr val="hlink"/>
                </a:solidFill>
              </a:rPr>
              <a:t> + /</a:t>
            </a:r>
          </a:p>
        </p:txBody>
      </p:sp>
      <p:sp>
        <p:nvSpPr>
          <p:cNvPr id="49165" name="Rectangle 1038">
            <a:extLst>
              <a:ext uri="{FF2B5EF4-FFF2-40B4-BE49-F238E27FC236}">
                <a16:creationId xmlns:a16="http://schemas.microsoft.com/office/drawing/2014/main" id="{4D6683AC-BB96-0665-CD19-A6D069657A16}"/>
              </a:ext>
            </a:extLst>
          </p:cNvPr>
          <p:cNvSpPr>
            <a:spLocks noChangeArrowheads="1"/>
          </p:cNvSpPr>
          <p:nvPr/>
        </p:nvSpPr>
        <p:spPr bwMode="auto">
          <a:xfrm>
            <a:off x="685800" y="48006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a:t>
            </a:r>
            <a:r>
              <a:rPr lang="en-US" altLang="en-US">
                <a:solidFill>
                  <a:schemeClr val="bg1"/>
                </a:solidFill>
              </a:rPr>
              <a:t>f</a:t>
            </a:r>
            <a:r>
              <a:rPr lang="en-US" altLang="en-US">
                <a:solidFill>
                  <a:schemeClr val="hlink"/>
                </a:solidFill>
              </a:rPr>
              <a:t> </a:t>
            </a:r>
            <a:r>
              <a:rPr lang="en-US" altLang="en-US">
                <a:solidFill>
                  <a:schemeClr val="bg1"/>
                </a:solidFill>
              </a:rPr>
              <a:t>+</a:t>
            </a:r>
            <a:r>
              <a:rPr lang="en-US" altLang="en-US">
                <a:solidFill>
                  <a:schemeClr val="hlink"/>
                </a:solidFill>
              </a:rPr>
              <a:t> /</a:t>
            </a:r>
          </a:p>
        </p:txBody>
      </p:sp>
      <p:sp>
        <p:nvSpPr>
          <p:cNvPr id="172047" name="Rectangle 1039">
            <a:extLst>
              <a:ext uri="{FF2B5EF4-FFF2-40B4-BE49-F238E27FC236}">
                <a16:creationId xmlns:a16="http://schemas.microsoft.com/office/drawing/2014/main" id="{4B312589-569F-49E5-8A24-4C83EC5621CF}"/>
              </a:ext>
            </a:extLst>
          </p:cNvPr>
          <p:cNvSpPr>
            <a:spLocks noChangeArrowheads="1"/>
          </p:cNvSpPr>
          <p:nvPr/>
        </p:nvSpPr>
        <p:spPr bwMode="auto">
          <a:xfrm>
            <a:off x="685800" y="5257800"/>
            <a:ext cx="449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solidFill>
                  <a:schemeClr val="bg1"/>
                </a:solidFill>
              </a:rPr>
              <a:t>a b</a:t>
            </a:r>
            <a:r>
              <a:rPr lang="en-US" altLang="en-US">
                <a:solidFill>
                  <a:schemeClr val="hlink"/>
                </a:solidFill>
              </a:rPr>
              <a:t> </a:t>
            </a:r>
            <a:r>
              <a:rPr lang="en-US" altLang="en-US">
                <a:solidFill>
                  <a:schemeClr val="bg1"/>
                </a:solidFill>
              </a:rPr>
              <a:t>+ c d - * e</a:t>
            </a:r>
            <a:r>
              <a:rPr lang="en-US" altLang="en-US">
                <a:solidFill>
                  <a:schemeClr val="hlink"/>
                </a:solidFill>
              </a:rPr>
              <a:t> </a:t>
            </a:r>
            <a:r>
              <a:rPr lang="en-US" altLang="en-US">
                <a:solidFill>
                  <a:schemeClr val="bg1"/>
                </a:solidFill>
              </a:rPr>
              <a:t>f</a:t>
            </a:r>
            <a:r>
              <a:rPr lang="en-US" altLang="en-US">
                <a:solidFill>
                  <a:schemeClr val="hlink"/>
                </a:solidFill>
              </a:rPr>
              <a:t> </a:t>
            </a:r>
            <a:r>
              <a:rPr lang="en-US" altLang="en-US">
                <a:solidFill>
                  <a:schemeClr val="bg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20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4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B456C49-3026-5031-BE20-66A49048CCED}"/>
              </a:ext>
            </a:extLst>
          </p:cNvPr>
          <p:cNvSpPr>
            <a:spLocks noGrp="1" noChangeArrowheads="1"/>
          </p:cNvSpPr>
          <p:nvPr>
            <p:ph type="title"/>
          </p:nvPr>
        </p:nvSpPr>
        <p:spPr/>
        <p:txBody>
          <a:bodyPr/>
          <a:lstStyle/>
          <a:p>
            <a:r>
              <a:rPr lang="en-US" altLang="en-US"/>
              <a:t>Prefix Form</a:t>
            </a:r>
          </a:p>
        </p:txBody>
      </p:sp>
      <p:sp>
        <p:nvSpPr>
          <p:cNvPr id="164867" name="Rectangle 3">
            <a:extLst>
              <a:ext uri="{FF2B5EF4-FFF2-40B4-BE49-F238E27FC236}">
                <a16:creationId xmlns:a16="http://schemas.microsoft.com/office/drawing/2014/main" id="{BEC8E486-F681-7722-437F-B66017DE6792}"/>
              </a:ext>
            </a:extLst>
          </p:cNvPr>
          <p:cNvSpPr>
            <a:spLocks noGrp="1" noChangeArrowheads="1"/>
          </p:cNvSpPr>
          <p:nvPr>
            <p:ph type="body" idx="1"/>
          </p:nvPr>
        </p:nvSpPr>
        <p:spPr>
          <a:xfrm>
            <a:off x="685800" y="1447800"/>
            <a:ext cx="7772400" cy="4800600"/>
          </a:xfrm>
        </p:spPr>
        <p:txBody>
          <a:bodyPr/>
          <a:lstStyle/>
          <a:p>
            <a:pPr>
              <a:lnSpc>
                <a:spcPct val="90000"/>
              </a:lnSpc>
            </a:pPr>
            <a:r>
              <a:rPr lang="en-US" altLang="en-US"/>
              <a:t>The prefix form of a variable or constant is the same as its infix form.</a:t>
            </a:r>
          </a:p>
          <a:p>
            <a:pPr lvl="1">
              <a:lnSpc>
                <a:spcPct val="90000"/>
              </a:lnSpc>
              <a:buClr>
                <a:schemeClr val="bg1"/>
              </a:buClr>
            </a:pPr>
            <a:r>
              <a:rPr lang="en-US" altLang="en-US">
                <a:solidFill>
                  <a:schemeClr val="hlink"/>
                </a:solidFill>
              </a:rPr>
              <a:t>a</a:t>
            </a:r>
            <a:r>
              <a:rPr lang="en-US" altLang="en-US"/>
              <a:t>, </a:t>
            </a:r>
            <a:r>
              <a:rPr lang="en-US" altLang="en-US">
                <a:solidFill>
                  <a:schemeClr val="hlink"/>
                </a:solidFill>
              </a:rPr>
              <a:t>b</a:t>
            </a:r>
            <a:r>
              <a:rPr lang="en-US" altLang="en-US"/>
              <a:t>, </a:t>
            </a:r>
            <a:r>
              <a:rPr lang="en-US" altLang="en-US">
                <a:solidFill>
                  <a:schemeClr val="hlink"/>
                </a:solidFill>
              </a:rPr>
              <a:t>3.25</a:t>
            </a:r>
          </a:p>
          <a:p>
            <a:pPr>
              <a:lnSpc>
                <a:spcPct val="90000"/>
              </a:lnSpc>
            </a:pPr>
            <a:r>
              <a:rPr lang="en-US" altLang="en-US"/>
              <a:t>The relative order of operands is the same in infix and prefix forms.</a:t>
            </a:r>
          </a:p>
          <a:p>
            <a:pPr>
              <a:lnSpc>
                <a:spcPct val="90000"/>
              </a:lnSpc>
            </a:pPr>
            <a:r>
              <a:rPr lang="en-US" altLang="en-US"/>
              <a:t>Operators come immediately </a:t>
            </a:r>
            <a:r>
              <a:rPr lang="en-US" altLang="en-US">
                <a:solidFill>
                  <a:schemeClr val="hlink"/>
                </a:solidFill>
              </a:rPr>
              <a:t>before</a:t>
            </a:r>
            <a:r>
              <a:rPr lang="en-US" altLang="en-US"/>
              <a:t> the prefix form of their operands.</a:t>
            </a:r>
          </a:p>
          <a:p>
            <a:pPr lvl="1">
              <a:lnSpc>
                <a:spcPct val="90000"/>
              </a:lnSpc>
              <a:buClr>
                <a:schemeClr val="bg1"/>
              </a:buClr>
            </a:pPr>
            <a:r>
              <a:rPr lang="en-US" altLang="en-US"/>
              <a:t>Infix </a:t>
            </a:r>
            <a:r>
              <a:rPr lang="en-US" altLang="en-US">
                <a:solidFill>
                  <a:schemeClr val="hlink"/>
                </a:solidFill>
              </a:rPr>
              <a:t>= a + b</a:t>
            </a:r>
          </a:p>
          <a:p>
            <a:pPr lvl="1">
              <a:lnSpc>
                <a:spcPct val="90000"/>
              </a:lnSpc>
              <a:buClr>
                <a:schemeClr val="bg1"/>
              </a:buClr>
            </a:pPr>
            <a:r>
              <a:rPr lang="en-US" altLang="en-US"/>
              <a:t>Postfix </a:t>
            </a:r>
            <a:r>
              <a:rPr lang="en-US" altLang="en-US">
                <a:solidFill>
                  <a:schemeClr val="hlink"/>
                </a:solidFill>
              </a:rPr>
              <a:t>= ab+</a:t>
            </a:r>
          </a:p>
          <a:p>
            <a:pPr lvl="1">
              <a:lnSpc>
                <a:spcPct val="90000"/>
              </a:lnSpc>
              <a:buClr>
                <a:schemeClr val="bg1"/>
              </a:buClr>
            </a:pPr>
            <a:r>
              <a:rPr lang="en-US" altLang="en-US"/>
              <a:t>Prefix</a:t>
            </a:r>
            <a:r>
              <a:rPr lang="en-US" altLang="en-US">
                <a:solidFill>
                  <a:schemeClr val="hlink"/>
                </a:solidFill>
              </a:rPr>
              <a:t> = +ab</a:t>
            </a:r>
          </a:p>
          <a:p>
            <a:pPr>
              <a:lnSpc>
                <a:spcPct val="90000"/>
              </a:lnSpc>
              <a:buFontTx/>
              <a:buNone/>
            </a:pPr>
            <a:endParaRPr lang="en-US" altLang="en-US">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48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48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48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48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486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6486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64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WordArt 2"/>
          <p:cNvSpPr>
            <a:spLocks noChangeArrowheads="1" noChangeShapeType="1" noTextEdit="1"/>
          </p:cNvSpPr>
          <p:nvPr/>
        </p:nvSpPr>
        <p:spPr bwMode="auto">
          <a:xfrm>
            <a:off x="3581400" y="1066800"/>
            <a:ext cx="26670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In-Order</a:t>
            </a:r>
          </a:p>
        </p:txBody>
      </p:sp>
      <p:sp>
        <p:nvSpPr>
          <p:cNvPr id="35844" name="WordArt 3"/>
          <p:cNvSpPr>
            <a:spLocks noChangeArrowheads="1" noChangeShapeType="1" noTextEdit="1"/>
          </p:cNvSpPr>
          <p:nvPr/>
        </p:nvSpPr>
        <p:spPr bwMode="auto">
          <a:xfrm>
            <a:off x="6477000" y="990600"/>
            <a:ext cx="1828800" cy="9906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5" name="WordArt 4"/>
          <p:cNvSpPr>
            <a:spLocks noChangeArrowheads="1" noChangeShapeType="1" noTextEdit="1"/>
          </p:cNvSpPr>
          <p:nvPr/>
        </p:nvSpPr>
        <p:spPr bwMode="auto">
          <a:xfrm>
            <a:off x="457200" y="22860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Pre-Order</a:t>
            </a:r>
          </a:p>
        </p:txBody>
      </p:sp>
      <p:sp>
        <p:nvSpPr>
          <p:cNvPr id="35846" name="WordArt 5"/>
          <p:cNvSpPr>
            <a:spLocks noChangeArrowheads="1" noChangeShapeType="1" noTextEdit="1"/>
          </p:cNvSpPr>
          <p:nvPr/>
        </p:nvSpPr>
        <p:spPr bwMode="auto">
          <a:xfrm>
            <a:off x="3352800" y="2133600"/>
            <a:ext cx="16764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7" name="WordArt 6"/>
          <p:cNvSpPr>
            <a:spLocks noChangeArrowheads="1" noChangeShapeType="1" noTextEdit="1"/>
          </p:cNvSpPr>
          <p:nvPr/>
        </p:nvSpPr>
        <p:spPr bwMode="auto">
          <a:xfrm>
            <a:off x="3733800" y="37338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Post-Order</a:t>
            </a:r>
          </a:p>
        </p:txBody>
      </p:sp>
      <p:sp>
        <p:nvSpPr>
          <p:cNvPr id="35848" name="WordArt 7"/>
          <p:cNvSpPr>
            <a:spLocks noChangeArrowheads="1" noChangeShapeType="1" noTextEdit="1"/>
          </p:cNvSpPr>
          <p:nvPr/>
        </p:nvSpPr>
        <p:spPr bwMode="auto">
          <a:xfrm>
            <a:off x="6553200" y="3429000"/>
            <a:ext cx="1905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p:txBody>
      </p:sp>
      <p:sp>
        <p:nvSpPr>
          <p:cNvPr id="35849" name="WordArt 8"/>
          <p:cNvSpPr>
            <a:spLocks noChangeArrowheads="1" noChangeShapeType="1" noTextEdit="1"/>
          </p:cNvSpPr>
          <p:nvPr/>
        </p:nvSpPr>
        <p:spPr bwMode="auto">
          <a:xfrm>
            <a:off x="1828800" y="5410200"/>
            <a:ext cx="34290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Reverse-Order</a:t>
            </a:r>
          </a:p>
        </p:txBody>
      </p:sp>
      <p:sp>
        <p:nvSpPr>
          <p:cNvPr id="35850" name="WordArt 9"/>
          <p:cNvSpPr>
            <a:spLocks noChangeArrowheads="1" noChangeShapeType="1" noTextEdit="1"/>
          </p:cNvSpPr>
          <p:nvPr/>
        </p:nvSpPr>
        <p:spPr bwMode="auto">
          <a:xfrm>
            <a:off x="5486400" y="5105400"/>
            <a:ext cx="19812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a:t>
            </a:r>
          </a:p>
        </p:txBody>
      </p:sp>
      <p:sp>
        <p:nvSpPr>
          <p:cNvPr id="35851" name="WordArt 10"/>
          <p:cNvSpPr>
            <a:spLocks noChangeArrowheads="1" noChangeShapeType="1" noTextEdit="1"/>
          </p:cNvSpPr>
          <p:nvPr/>
        </p:nvSpPr>
        <p:spPr bwMode="auto">
          <a:xfrm>
            <a:off x="1066800" y="152400"/>
            <a:ext cx="68580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Binary Tree Traversals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D074FA7-7CE5-C83A-A095-80F8745D69E7}"/>
              </a:ext>
            </a:extLst>
          </p:cNvPr>
          <p:cNvSpPr>
            <a:spLocks noGrp="1" noChangeArrowheads="1"/>
          </p:cNvSpPr>
          <p:nvPr>
            <p:ph type="title"/>
          </p:nvPr>
        </p:nvSpPr>
        <p:spPr/>
        <p:txBody>
          <a:bodyPr/>
          <a:lstStyle/>
          <a:p>
            <a:r>
              <a:rPr lang="en-US" altLang="en-US" dirty="0"/>
              <a:t>Expression Tree</a:t>
            </a:r>
          </a:p>
        </p:txBody>
      </p:sp>
      <p:sp>
        <p:nvSpPr>
          <p:cNvPr id="173059" name="Rectangle 3">
            <a:extLst>
              <a:ext uri="{FF2B5EF4-FFF2-40B4-BE49-F238E27FC236}">
                <a16:creationId xmlns:a16="http://schemas.microsoft.com/office/drawing/2014/main" id="{52C296A8-7F8E-8D82-9049-5C029E27BB81}"/>
              </a:ext>
            </a:extLst>
          </p:cNvPr>
          <p:cNvSpPr>
            <a:spLocks noGrp="1" noChangeArrowheads="1"/>
          </p:cNvSpPr>
          <p:nvPr>
            <p:ph type="body" idx="1"/>
          </p:nvPr>
        </p:nvSpPr>
        <p:spPr>
          <a:xfrm>
            <a:off x="685800" y="1981200"/>
            <a:ext cx="3200400" cy="685800"/>
          </a:xfrm>
        </p:spPr>
        <p:txBody>
          <a:bodyPr/>
          <a:lstStyle/>
          <a:p>
            <a:r>
              <a:rPr lang="en-US" altLang="en-US"/>
              <a:t>a + b</a:t>
            </a:r>
          </a:p>
        </p:txBody>
      </p:sp>
      <p:grpSp>
        <p:nvGrpSpPr>
          <p:cNvPr id="51214" name="Group 6">
            <a:extLst>
              <a:ext uri="{FF2B5EF4-FFF2-40B4-BE49-F238E27FC236}">
                <a16:creationId xmlns:a16="http://schemas.microsoft.com/office/drawing/2014/main" id="{25557B88-A58F-E14C-386F-AFE8F4284CB4}"/>
              </a:ext>
            </a:extLst>
          </p:cNvPr>
          <p:cNvGrpSpPr>
            <a:grpSpLocks/>
          </p:cNvGrpSpPr>
          <p:nvPr/>
        </p:nvGrpSpPr>
        <p:grpSpPr bwMode="auto">
          <a:xfrm>
            <a:off x="6543388" y="1737519"/>
            <a:ext cx="387350" cy="579438"/>
            <a:chOff x="4172" y="1076"/>
            <a:chExt cx="244" cy="365"/>
          </a:xfrm>
        </p:grpSpPr>
        <p:sp>
          <p:nvSpPr>
            <p:cNvPr id="51223" name="Oval 4">
              <a:extLst>
                <a:ext uri="{FF2B5EF4-FFF2-40B4-BE49-F238E27FC236}">
                  <a16:creationId xmlns:a16="http://schemas.microsoft.com/office/drawing/2014/main" id="{FD523F65-6789-C1BF-5BA4-D4ABEF76195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1224" name="Text Box 5">
              <a:extLst>
                <a:ext uri="{FF2B5EF4-FFF2-40B4-BE49-F238E27FC236}">
                  <a16:creationId xmlns:a16="http://schemas.microsoft.com/office/drawing/2014/main" id="{FA3A908B-21BE-CB20-FB28-34A7B903C6F6}"/>
                </a:ext>
              </a:extLst>
            </p:cNvPr>
            <p:cNvSpPr txBox="1">
              <a:spLocks noChangeArrowheads="1"/>
            </p:cNvSpPr>
            <p:nvPr/>
          </p:nvSpPr>
          <p:spPr bwMode="auto">
            <a:xfrm>
              <a:off x="4172" y="107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dirty="0">
                  <a:solidFill>
                    <a:schemeClr val="tx1"/>
                  </a:solidFill>
                </a:rPr>
                <a:t>+</a:t>
              </a:r>
            </a:p>
          </p:txBody>
        </p:sp>
      </p:grpSp>
      <p:grpSp>
        <p:nvGrpSpPr>
          <p:cNvPr id="51215" name="Group 7">
            <a:extLst>
              <a:ext uri="{FF2B5EF4-FFF2-40B4-BE49-F238E27FC236}">
                <a16:creationId xmlns:a16="http://schemas.microsoft.com/office/drawing/2014/main" id="{0B294838-E199-0F34-B61A-65360D937B16}"/>
              </a:ext>
            </a:extLst>
          </p:cNvPr>
          <p:cNvGrpSpPr>
            <a:grpSpLocks/>
          </p:cNvGrpSpPr>
          <p:nvPr/>
        </p:nvGrpSpPr>
        <p:grpSpPr bwMode="auto">
          <a:xfrm>
            <a:off x="6092538" y="2391569"/>
            <a:ext cx="393700" cy="579438"/>
            <a:chOff x="4176" y="1056"/>
            <a:chExt cx="248" cy="365"/>
          </a:xfrm>
        </p:grpSpPr>
        <p:sp>
          <p:nvSpPr>
            <p:cNvPr id="51221" name="Oval 8">
              <a:extLst>
                <a:ext uri="{FF2B5EF4-FFF2-40B4-BE49-F238E27FC236}">
                  <a16:creationId xmlns:a16="http://schemas.microsoft.com/office/drawing/2014/main" id="{D067FAC9-C1F1-25B7-A14C-66E7462A62FF}"/>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1222" name="Text Box 9">
              <a:extLst>
                <a:ext uri="{FF2B5EF4-FFF2-40B4-BE49-F238E27FC236}">
                  <a16:creationId xmlns:a16="http://schemas.microsoft.com/office/drawing/2014/main" id="{428FFE61-D870-34DC-6FA7-89E4F5F0F903}"/>
                </a:ext>
              </a:extLst>
            </p:cNvPr>
            <p:cNvSpPr txBox="1">
              <a:spLocks noChangeArrowheads="1"/>
            </p:cNvSpPr>
            <p:nvPr/>
          </p:nvSpPr>
          <p:spPr bwMode="auto">
            <a:xfrm>
              <a:off x="4184" y="105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dirty="0">
                  <a:solidFill>
                    <a:schemeClr val="tx1"/>
                  </a:solidFill>
                </a:rPr>
                <a:t>a</a:t>
              </a:r>
            </a:p>
          </p:txBody>
        </p:sp>
      </p:grpSp>
      <p:grpSp>
        <p:nvGrpSpPr>
          <p:cNvPr id="51216" name="Group 10">
            <a:extLst>
              <a:ext uri="{FF2B5EF4-FFF2-40B4-BE49-F238E27FC236}">
                <a16:creationId xmlns:a16="http://schemas.microsoft.com/office/drawing/2014/main" id="{40F4BC7C-6B01-3B11-FF29-539B4F2BD46F}"/>
              </a:ext>
            </a:extLst>
          </p:cNvPr>
          <p:cNvGrpSpPr>
            <a:grpSpLocks/>
          </p:cNvGrpSpPr>
          <p:nvPr/>
        </p:nvGrpSpPr>
        <p:grpSpPr bwMode="auto">
          <a:xfrm>
            <a:off x="7083138" y="2442369"/>
            <a:ext cx="381000" cy="579438"/>
            <a:chOff x="4176" y="1088"/>
            <a:chExt cx="240" cy="365"/>
          </a:xfrm>
        </p:grpSpPr>
        <p:sp>
          <p:nvSpPr>
            <p:cNvPr id="51219" name="Oval 11">
              <a:extLst>
                <a:ext uri="{FF2B5EF4-FFF2-40B4-BE49-F238E27FC236}">
                  <a16:creationId xmlns:a16="http://schemas.microsoft.com/office/drawing/2014/main" id="{488A8401-421E-03B4-AF08-98F41F8EA1F9}"/>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1220" name="Text Box 12">
              <a:extLst>
                <a:ext uri="{FF2B5EF4-FFF2-40B4-BE49-F238E27FC236}">
                  <a16:creationId xmlns:a16="http://schemas.microsoft.com/office/drawing/2014/main" id="{0516AAC8-5378-F958-6932-68E4585E873C}"/>
                </a:ext>
              </a:extLst>
            </p:cNvPr>
            <p:cNvSpPr txBox="1">
              <a:spLocks noChangeArrowheads="1"/>
            </p:cNvSpPr>
            <p:nvPr/>
          </p:nvSpPr>
          <p:spPr bwMode="auto">
            <a:xfrm>
              <a:off x="4176" y="1088"/>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dirty="0">
                  <a:solidFill>
                    <a:schemeClr val="tx1"/>
                  </a:solidFill>
                </a:rPr>
                <a:t>b</a:t>
              </a:r>
            </a:p>
          </p:txBody>
        </p:sp>
      </p:grpSp>
      <p:sp>
        <p:nvSpPr>
          <p:cNvPr id="51217" name="Line 13">
            <a:extLst>
              <a:ext uri="{FF2B5EF4-FFF2-40B4-BE49-F238E27FC236}">
                <a16:creationId xmlns:a16="http://schemas.microsoft.com/office/drawing/2014/main" id="{769DA8C2-B6AB-DE22-0843-8E16A9D0765E}"/>
              </a:ext>
            </a:extLst>
          </p:cNvPr>
          <p:cNvSpPr>
            <a:spLocks noChangeShapeType="1"/>
          </p:cNvSpPr>
          <p:nvPr/>
        </p:nvSpPr>
        <p:spPr bwMode="auto">
          <a:xfrm flipH="1">
            <a:off x="6390411" y="2190677"/>
            <a:ext cx="228600" cy="3810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8" name="Line 14">
            <a:extLst>
              <a:ext uri="{FF2B5EF4-FFF2-40B4-BE49-F238E27FC236}">
                <a16:creationId xmlns:a16="http://schemas.microsoft.com/office/drawing/2014/main" id="{ABE94974-2BAA-49D2-D0F7-15F37A60E5BF}"/>
              </a:ext>
            </a:extLst>
          </p:cNvPr>
          <p:cNvSpPr>
            <a:spLocks noChangeShapeType="1"/>
          </p:cNvSpPr>
          <p:nvPr/>
        </p:nvSpPr>
        <p:spPr bwMode="auto">
          <a:xfrm>
            <a:off x="6875322" y="2204528"/>
            <a:ext cx="284016" cy="3810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72" name="Rectangle 16">
            <a:extLst>
              <a:ext uri="{FF2B5EF4-FFF2-40B4-BE49-F238E27FC236}">
                <a16:creationId xmlns:a16="http://schemas.microsoft.com/office/drawing/2014/main" id="{0EBCDC9C-C4C7-B489-CD6E-A7341B2C0698}"/>
              </a:ext>
            </a:extLst>
          </p:cNvPr>
          <p:cNvSpPr>
            <a:spLocks noChangeArrowheads="1"/>
          </p:cNvSpPr>
          <p:nvPr/>
        </p:nvSpPr>
        <p:spPr bwMode="auto">
          <a:xfrm>
            <a:off x="609600" y="3810000"/>
            <a:ext cx="2438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t>- a</a:t>
            </a:r>
          </a:p>
        </p:txBody>
      </p:sp>
      <p:grpSp>
        <p:nvGrpSpPr>
          <p:cNvPr id="2" name="Group 1">
            <a:extLst>
              <a:ext uri="{FF2B5EF4-FFF2-40B4-BE49-F238E27FC236}">
                <a16:creationId xmlns:a16="http://schemas.microsoft.com/office/drawing/2014/main" id="{CEA86433-3106-11E8-83CA-BAB2CB7F6F9A}"/>
              </a:ext>
            </a:extLst>
          </p:cNvPr>
          <p:cNvGrpSpPr/>
          <p:nvPr/>
        </p:nvGrpSpPr>
        <p:grpSpPr>
          <a:xfrm>
            <a:off x="6778338" y="3581400"/>
            <a:ext cx="416212" cy="1554957"/>
            <a:chOff x="6778338" y="3581400"/>
            <a:chExt cx="416212" cy="1554957"/>
          </a:xfrm>
        </p:grpSpPr>
        <p:grpSp>
          <p:nvGrpSpPr>
            <p:cNvPr id="51207" name="Group 18">
              <a:extLst>
                <a:ext uri="{FF2B5EF4-FFF2-40B4-BE49-F238E27FC236}">
                  <a16:creationId xmlns:a16="http://schemas.microsoft.com/office/drawing/2014/main" id="{BF91F4D9-006A-CB82-C3A3-BBB7BBDDEC99}"/>
                </a:ext>
              </a:extLst>
            </p:cNvPr>
            <p:cNvGrpSpPr>
              <a:grpSpLocks/>
            </p:cNvGrpSpPr>
            <p:nvPr/>
          </p:nvGrpSpPr>
          <p:grpSpPr bwMode="auto">
            <a:xfrm>
              <a:off x="6781800" y="3581400"/>
              <a:ext cx="412750" cy="579438"/>
              <a:chOff x="4176" y="1056"/>
              <a:chExt cx="260" cy="365"/>
            </a:xfrm>
          </p:grpSpPr>
          <p:sp>
            <p:nvSpPr>
              <p:cNvPr id="51212" name="Oval 19">
                <a:extLst>
                  <a:ext uri="{FF2B5EF4-FFF2-40B4-BE49-F238E27FC236}">
                    <a16:creationId xmlns:a16="http://schemas.microsoft.com/office/drawing/2014/main" id="{06FF50E2-F17D-3B05-76E0-A0FCC8B6FFD0}"/>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1213" name="Text Box 20">
                <a:extLst>
                  <a:ext uri="{FF2B5EF4-FFF2-40B4-BE49-F238E27FC236}">
                    <a16:creationId xmlns:a16="http://schemas.microsoft.com/office/drawing/2014/main" id="{4FE112FB-8CE5-D47F-4B2C-302051F447F7}"/>
                  </a:ext>
                </a:extLst>
              </p:cNvPr>
              <p:cNvSpPr txBox="1">
                <a:spLocks noChangeArrowheads="1"/>
              </p:cNvSpPr>
              <p:nvPr/>
            </p:nvSpPr>
            <p:spPr bwMode="auto">
              <a:xfrm>
                <a:off x="4196" y="105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dirty="0">
                    <a:solidFill>
                      <a:schemeClr val="tx1"/>
                    </a:solidFill>
                  </a:rPr>
                  <a:t>-</a:t>
                </a:r>
              </a:p>
            </p:txBody>
          </p:sp>
        </p:grpSp>
        <p:grpSp>
          <p:nvGrpSpPr>
            <p:cNvPr id="51208" name="Group 24">
              <a:extLst>
                <a:ext uri="{FF2B5EF4-FFF2-40B4-BE49-F238E27FC236}">
                  <a16:creationId xmlns:a16="http://schemas.microsoft.com/office/drawing/2014/main" id="{7541D425-8B13-C3AD-0B53-84A692DD7C42}"/>
                </a:ext>
              </a:extLst>
            </p:cNvPr>
            <p:cNvGrpSpPr>
              <a:grpSpLocks/>
            </p:cNvGrpSpPr>
            <p:nvPr/>
          </p:nvGrpSpPr>
          <p:grpSpPr bwMode="auto">
            <a:xfrm>
              <a:off x="6778338" y="4556919"/>
              <a:ext cx="393700" cy="579438"/>
              <a:chOff x="4176" y="1060"/>
              <a:chExt cx="248" cy="365"/>
            </a:xfrm>
          </p:grpSpPr>
          <p:sp>
            <p:nvSpPr>
              <p:cNvPr id="51210" name="Oval 25">
                <a:extLst>
                  <a:ext uri="{FF2B5EF4-FFF2-40B4-BE49-F238E27FC236}">
                    <a16:creationId xmlns:a16="http://schemas.microsoft.com/office/drawing/2014/main" id="{3947F7D7-7DBB-8445-6973-6E042B88941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1211" name="Text Box 26">
                <a:extLst>
                  <a:ext uri="{FF2B5EF4-FFF2-40B4-BE49-F238E27FC236}">
                    <a16:creationId xmlns:a16="http://schemas.microsoft.com/office/drawing/2014/main" id="{A2ED42C7-9602-309B-95EB-89FE5B370818}"/>
                  </a:ext>
                </a:extLst>
              </p:cNvPr>
              <p:cNvSpPr txBox="1">
                <a:spLocks noChangeArrowheads="1"/>
              </p:cNvSpPr>
              <p:nvPr/>
            </p:nvSpPr>
            <p:spPr bwMode="auto">
              <a:xfrm>
                <a:off x="4184" y="1060"/>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dirty="0">
                    <a:solidFill>
                      <a:schemeClr val="tx1"/>
                    </a:solidFill>
                  </a:rPr>
                  <a:t>a</a:t>
                </a:r>
              </a:p>
            </p:txBody>
          </p:sp>
        </p:grpSp>
        <p:sp>
          <p:nvSpPr>
            <p:cNvPr id="51209" name="Line 28">
              <a:extLst>
                <a:ext uri="{FF2B5EF4-FFF2-40B4-BE49-F238E27FC236}">
                  <a16:creationId xmlns:a16="http://schemas.microsoft.com/office/drawing/2014/main" id="{C9536CB4-76AE-92F5-B387-B7C9BD6E02AA}"/>
                </a:ext>
              </a:extLst>
            </p:cNvPr>
            <p:cNvSpPr>
              <a:spLocks noChangeShapeType="1"/>
            </p:cNvSpPr>
            <p:nvPr/>
          </p:nvSpPr>
          <p:spPr bwMode="auto">
            <a:xfrm>
              <a:off x="6975765" y="4114800"/>
              <a:ext cx="0" cy="57943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163294F-0AC9-A649-8460-F22CE4C54EF6}"/>
              </a:ext>
            </a:extLst>
          </p:cNvPr>
          <p:cNvSpPr>
            <a:spLocks noGrp="1" noChangeArrowheads="1"/>
          </p:cNvSpPr>
          <p:nvPr>
            <p:ph type="title"/>
          </p:nvPr>
        </p:nvSpPr>
        <p:spPr/>
        <p:txBody>
          <a:bodyPr/>
          <a:lstStyle/>
          <a:p>
            <a:r>
              <a:rPr lang="en-US" altLang="en-US"/>
              <a:t>Expression Tree</a:t>
            </a:r>
            <a:endParaRPr lang="en-US" altLang="en-US" dirty="0"/>
          </a:p>
        </p:txBody>
      </p:sp>
      <p:sp>
        <p:nvSpPr>
          <p:cNvPr id="174083" name="Rectangle 3">
            <a:extLst>
              <a:ext uri="{FF2B5EF4-FFF2-40B4-BE49-F238E27FC236}">
                <a16:creationId xmlns:a16="http://schemas.microsoft.com/office/drawing/2014/main" id="{0E4E93F4-C841-5F5B-DB5D-11DB3BD7653E}"/>
              </a:ext>
            </a:extLst>
          </p:cNvPr>
          <p:cNvSpPr>
            <a:spLocks noGrp="1" noChangeArrowheads="1"/>
          </p:cNvSpPr>
          <p:nvPr>
            <p:ph type="body" idx="1"/>
          </p:nvPr>
        </p:nvSpPr>
        <p:spPr>
          <a:xfrm>
            <a:off x="685800" y="1447800"/>
            <a:ext cx="6172200" cy="685800"/>
          </a:xfrm>
        </p:spPr>
        <p:txBody>
          <a:bodyPr/>
          <a:lstStyle/>
          <a:p>
            <a:r>
              <a:rPr lang="en-US" altLang="en-US" sz="3600"/>
              <a:t>(a + b) * (c – d) / (e + f)</a:t>
            </a:r>
          </a:p>
        </p:txBody>
      </p:sp>
      <p:grpSp>
        <p:nvGrpSpPr>
          <p:cNvPr id="174142" name="Group 62">
            <a:extLst>
              <a:ext uri="{FF2B5EF4-FFF2-40B4-BE49-F238E27FC236}">
                <a16:creationId xmlns:a16="http://schemas.microsoft.com/office/drawing/2014/main" id="{F11F361B-EF7D-5A67-ED7B-BE3FF18DEEC3}"/>
              </a:ext>
            </a:extLst>
          </p:cNvPr>
          <p:cNvGrpSpPr>
            <a:grpSpLocks/>
          </p:cNvGrpSpPr>
          <p:nvPr/>
        </p:nvGrpSpPr>
        <p:grpSpPr bwMode="auto">
          <a:xfrm>
            <a:off x="762000" y="2057400"/>
            <a:ext cx="5715000" cy="3475038"/>
            <a:chOff x="480" y="1296"/>
            <a:chExt cx="3600" cy="2189"/>
          </a:xfrm>
        </p:grpSpPr>
        <p:sp>
          <p:nvSpPr>
            <p:cNvPr id="53253" name="Text Box 56">
              <a:extLst>
                <a:ext uri="{FF2B5EF4-FFF2-40B4-BE49-F238E27FC236}">
                  <a16:creationId xmlns:a16="http://schemas.microsoft.com/office/drawing/2014/main" id="{FD4108FB-6737-C3AE-BEDA-C8D1D5C29723}"/>
                </a:ext>
              </a:extLst>
            </p:cNvPr>
            <p:cNvSpPr txBox="1">
              <a:spLocks noChangeArrowheads="1"/>
            </p:cNvSpPr>
            <p:nvPr/>
          </p:nvSpPr>
          <p:spPr bwMode="auto">
            <a:xfrm>
              <a:off x="2544" y="134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sp>
          <p:nvSpPr>
            <p:cNvPr id="53254" name="Oval 6">
              <a:extLst>
                <a:ext uri="{FF2B5EF4-FFF2-40B4-BE49-F238E27FC236}">
                  <a16:creationId xmlns:a16="http://schemas.microsoft.com/office/drawing/2014/main" id="{467255F0-2B3D-68D8-69AF-EBE08BE57C0F}"/>
                </a:ext>
              </a:extLst>
            </p:cNvPr>
            <p:cNvSpPr>
              <a:spLocks noChangeArrowheads="1"/>
            </p:cNvSpPr>
            <p:nvPr/>
          </p:nvSpPr>
          <p:spPr bwMode="auto">
            <a:xfrm>
              <a:off x="768" y="2688"/>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55" name="Text Box 7">
              <a:extLst>
                <a:ext uri="{FF2B5EF4-FFF2-40B4-BE49-F238E27FC236}">
                  <a16:creationId xmlns:a16="http://schemas.microsoft.com/office/drawing/2014/main" id="{1CD6FF58-36DF-F1CE-203E-01B3CBA4884B}"/>
                </a:ext>
              </a:extLst>
            </p:cNvPr>
            <p:cNvSpPr txBox="1">
              <a:spLocks noChangeArrowheads="1"/>
            </p:cNvSpPr>
            <p:nvPr/>
          </p:nvSpPr>
          <p:spPr bwMode="auto">
            <a:xfrm>
              <a:off x="768" y="2640"/>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sp>
          <p:nvSpPr>
            <p:cNvPr id="53256" name="Oval 9">
              <a:extLst>
                <a:ext uri="{FF2B5EF4-FFF2-40B4-BE49-F238E27FC236}">
                  <a16:creationId xmlns:a16="http://schemas.microsoft.com/office/drawing/2014/main" id="{CE7F5A8F-2FE5-F405-ED9D-B665976A2A00}"/>
                </a:ext>
              </a:extLst>
            </p:cNvPr>
            <p:cNvSpPr>
              <a:spLocks noChangeArrowheads="1"/>
            </p:cNvSpPr>
            <p:nvPr/>
          </p:nvSpPr>
          <p:spPr bwMode="auto">
            <a:xfrm>
              <a:off x="480" y="3120"/>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57" name="Text Box 10">
              <a:extLst>
                <a:ext uri="{FF2B5EF4-FFF2-40B4-BE49-F238E27FC236}">
                  <a16:creationId xmlns:a16="http://schemas.microsoft.com/office/drawing/2014/main" id="{FCF350E9-DA8B-3430-BF40-D6F2AF8F84C9}"/>
                </a:ext>
              </a:extLst>
            </p:cNvPr>
            <p:cNvSpPr txBox="1">
              <a:spLocks noChangeArrowheads="1"/>
            </p:cNvSpPr>
            <p:nvPr/>
          </p:nvSpPr>
          <p:spPr bwMode="auto">
            <a:xfrm>
              <a:off x="480" y="302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a:t>
              </a:r>
            </a:p>
          </p:txBody>
        </p:sp>
        <p:sp>
          <p:nvSpPr>
            <p:cNvPr id="53258" name="Oval 12">
              <a:extLst>
                <a:ext uri="{FF2B5EF4-FFF2-40B4-BE49-F238E27FC236}">
                  <a16:creationId xmlns:a16="http://schemas.microsoft.com/office/drawing/2014/main" id="{12E2B773-2EA3-738C-52CA-79920488D3C4}"/>
                </a:ext>
              </a:extLst>
            </p:cNvPr>
            <p:cNvSpPr>
              <a:spLocks noChangeArrowheads="1"/>
            </p:cNvSpPr>
            <p:nvPr/>
          </p:nvSpPr>
          <p:spPr bwMode="auto">
            <a:xfrm>
              <a:off x="1104" y="3120"/>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59" name="Text Box 13">
              <a:extLst>
                <a:ext uri="{FF2B5EF4-FFF2-40B4-BE49-F238E27FC236}">
                  <a16:creationId xmlns:a16="http://schemas.microsoft.com/office/drawing/2014/main" id="{D539A435-9B5E-F8F3-7D65-F89E1CB56630}"/>
                </a:ext>
              </a:extLst>
            </p:cNvPr>
            <p:cNvSpPr txBox="1">
              <a:spLocks noChangeArrowheads="1"/>
            </p:cNvSpPr>
            <p:nvPr/>
          </p:nvSpPr>
          <p:spPr bwMode="auto">
            <a:xfrm>
              <a:off x="1104" y="3072"/>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b</a:t>
              </a:r>
            </a:p>
          </p:txBody>
        </p:sp>
        <p:sp>
          <p:nvSpPr>
            <p:cNvPr id="53260" name="Line 14">
              <a:extLst>
                <a:ext uri="{FF2B5EF4-FFF2-40B4-BE49-F238E27FC236}">
                  <a16:creationId xmlns:a16="http://schemas.microsoft.com/office/drawing/2014/main" id="{8D071AA5-D069-81FE-A5B8-475F66FF7137}"/>
                </a:ext>
              </a:extLst>
            </p:cNvPr>
            <p:cNvSpPr>
              <a:spLocks noChangeShapeType="1"/>
            </p:cNvSpPr>
            <p:nvPr/>
          </p:nvSpPr>
          <p:spPr bwMode="auto">
            <a:xfrm flipH="1">
              <a:off x="672" y="2880"/>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61" name="Line 15">
              <a:extLst>
                <a:ext uri="{FF2B5EF4-FFF2-40B4-BE49-F238E27FC236}">
                  <a16:creationId xmlns:a16="http://schemas.microsoft.com/office/drawing/2014/main" id="{79B50786-FFB1-8A11-76C2-2AD823F0C513}"/>
                </a:ext>
              </a:extLst>
            </p:cNvPr>
            <p:cNvSpPr>
              <a:spLocks noChangeShapeType="1"/>
            </p:cNvSpPr>
            <p:nvPr/>
          </p:nvSpPr>
          <p:spPr bwMode="auto">
            <a:xfrm>
              <a:off x="1008" y="283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62" name="Oval 27">
              <a:extLst>
                <a:ext uri="{FF2B5EF4-FFF2-40B4-BE49-F238E27FC236}">
                  <a16:creationId xmlns:a16="http://schemas.microsoft.com/office/drawing/2014/main" id="{332589CE-C424-9BD0-EAF1-4AC941E1EB80}"/>
                </a:ext>
              </a:extLst>
            </p:cNvPr>
            <p:cNvSpPr>
              <a:spLocks noChangeArrowheads="1"/>
            </p:cNvSpPr>
            <p:nvPr/>
          </p:nvSpPr>
          <p:spPr bwMode="auto">
            <a:xfrm>
              <a:off x="2064" y="2736"/>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63" name="Text Box 28">
              <a:extLst>
                <a:ext uri="{FF2B5EF4-FFF2-40B4-BE49-F238E27FC236}">
                  <a16:creationId xmlns:a16="http://schemas.microsoft.com/office/drawing/2014/main" id="{265E1E46-181F-1F8B-4A2E-252D289BB331}"/>
                </a:ext>
              </a:extLst>
            </p:cNvPr>
            <p:cNvSpPr txBox="1">
              <a:spLocks noChangeArrowheads="1"/>
            </p:cNvSpPr>
            <p:nvPr/>
          </p:nvSpPr>
          <p:spPr bwMode="auto">
            <a:xfrm>
              <a:off x="2064" y="2640"/>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sp>
          <p:nvSpPr>
            <p:cNvPr id="53264" name="Oval 30">
              <a:extLst>
                <a:ext uri="{FF2B5EF4-FFF2-40B4-BE49-F238E27FC236}">
                  <a16:creationId xmlns:a16="http://schemas.microsoft.com/office/drawing/2014/main" id="{90DDB482-7E95-5CAA-26B3-8EB98412D0C7}"/>
                </a:ext>
              </a:extLst>
            </p:cNvPr>
            <p:cNvSpPr>
              <a:spLocks noChangeArrowheads="1"/>
            </p:cNvSpPr>
            <p:nvPr/>
          </p:nvSpPr>
          <p:spPr bwMode="auto">
            <a:xfrm>
              <a:off x="1776" y="3168"/>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65" name="Text Box 31">
              <a:extLst>
                <a:ext uri="{FF2B5EF4-FFF2-40B4-BE49-F238E27FC236}">
                  <a16:creationId xmlns:a16="http://schemas.microsoft.com/office/drawing/2014/main" id="{8D89B7B5-D03B-B759-A6AF-C8A4312FC519}"/>
                </a:ext>
              </a:extLst>
            </p:cNvPr>
            <p:cNvSpPr txBox="1">
              <a:spLocks noChangeArrowheads="1"/>
            </p:cNvSpPr>
            <p:nvPr/>
          </p:nvSpPr>
          <p:spPr bwMode="auto">
            <a:xfrm>
              <a:off x="1776" y="3072"/>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c</a:t>
              </a:r>
            </a:p>
          </p:txBody>
        </p:sp>
        <p:sp>
          <p:nvSpPr>
            <p:cNvPr id="53266" name="Oval 33">
              <a:extLst>
                <a:ext uri="{FF2B5EF4-FFF2-40B4-BE49-F238E27FC236}">
                  <a16:creationId xmlns:a16="http://schemas.microsoft.com/office/drawing/2014/main" id="{C9E70A26-06E4-771E-BA8C-782A7997A45B}"/>
                </a:ext>
              </a:extLst>
            </p:cNvPr>
            <p:cNvSpPr>
              <a:spLocks noChangeArrowheads="1"/>
            </p:cNvSpPr>
            <p:nvPr/>
          </p:nvSpPr>
          <p:spPr bwMode="auto">
            <a:xfrm>
              <a:off x="2400" y="3168"/>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67" name="Text Box 34">
              <a:extLst>
                <a:ext uri="{FF2B5EF4-FFF2-40B4-BE49-F238E27FC236}">
                  <a16:creationId xmlns:a16="http://schemas.microsoft.com/office/drawing/2014/main" id="{88D10076-CFE0-66D0-8F3F-E2E03EDDB14B}"/>
                </a:ext>
              </a:extLst>
            </p:cNvPr>
            <p:cNvSpPr txBox="1">
              <a:spLocks noChangeArrowheads="1"/>
            </p:cNvSpPr>
            <p:nvPr/>
          </p:nvSpPr>
          <p:spPr bwMode="auto">
            <a:xfrm>
              <a:off x="2400" y="3120"/>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d</a:t>
              </a:r>
            </a:p>
          </p:txBody>
        </p:sp>
        <p:sp>
          <p:nvSpPr>
            <p:cNvPr id="53268" name="Line 35">
              <a:extLst>
                <a:ext uri="{FF2B5EF4-FFF2-40B4-BE49-F238E27FC236}">
                  <a16:creationId xmlns:a16="http://schemas.microsoft.com/office/drawing/2014/main" id="{915F3B3D-FC5D-0A82-2701-9EFB477F85BA}"/>
                </a:ext>
              </a:extLst>
            </p:cNvPr>
            <p:cNvSpPr>
              <a:spLocks noChangeShapeType="1"/>
            </p:cNvSpPr>
            <p:nvPr/>
          </p:nvSpPr>
          <p:spPr bwMode="auto">
            <a:xfrm flipH="1">
              <a:off x="1968" y="2928"/>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69" name="Line 36">
              <a:extLst>
                <a:ext uri="{FF2B5EF4-FFF2-40B4-BE49-F238E27FC236}">
                  <a16:creationId xmlns:a16="http://schemas.microsoft.com/office/drawing/2014/main" id="{8F6BAF06-0406-55A1-A7E2-E8146FD3651E}"/>
                </a:ext>
              </a:extLst>
            </p:cNvPr>
            <p:cNvSpPr>
              <a:spLocks noChangeShapeType="1"/>
            </p:cNvSpPr>
            <p:nvPr/>
          </p:nvSpPr>
          <p:spPr bwMode="auto">
            <a:xfrm>
              <a:off x="2304" y="2880"/>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0" name="Oval 39">
              <a:extLst>
                <a:ext uri="{FF2B5EF4-FFF2-40B4-BE49-F238E27FC236}">
                  <a16:creationId xmlns:a16="http://schemas.microsoft.com/office/drawing/2014/main" id="{E4BCC961-A243-C28C-60CD-D1DC3B25CBB9}"/>
                </a:ext>
              </a:extLst>
            </p:cNvPr>
            <p:cNvSpPr>
              <a:spLocks noChangeArrowheads="1"/>
            </p:cNvSpPr>
            <p:nvPr/>
          </p:nvSpPr>
          <p:spPr bwMode="auto">
            <a:xfrm>
              <a:off x="3504" y="2064"/>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71" name="Text Box 40">
              <a:extLst>
                <a:ext uri="{FF2B5EF4-FFF2-40B4-BE49-F238E27FC236}">
                  <a16:creationId xmlns:a16="http://schemas.microsoft.com/office/drawing/2014/main" id="{61B22CCD-4FBE-D5AE-97B1-9E0BEBE31667}"/>
                </a:ext>
              </a:extLst>
            </p:cNvPr>
            <p:cNvSpPr txBox="1">
              <a:spLocks noChangeArrowheads="1"/>
            </p:cNvSpPr>
            <p:nvPr/>
          </p:nvSpPr>
          <p:spPr bwMode="auto">
            <a:xfrm>
              <a:off x="3504" y="201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sp>
          <p:nvSpPr>
            <p:cNvPr id="53272" name="Oval 42">
              <a:extLst>
                <a:ext uri="{FF2B5EF4-FFF2-40B4-BE49-F238E27FC236}">
                  <a16:creationId xmlns:a16="http://schemas.microsoft.com/office/drawing/2014/main" id="{A55CA152-7BE9-CB92-2E55-F023FB3FB92A}"/>
                </a:ext>
              </a:extLst>
            </p:cNvPr>
            <p:cNvSpPr>
              <a:spLocks noChangeArrowheads="1"/>
            </p:cNvSpPr>
            <p:nvPr/>
          </p:nvSpPr>
          <p:spPr bwMode="auto">
            <a:xfrm>
              <a:off x="3216" y="2496"/>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73" name="Text Box 43">
              <a:extLst>
                <a:ext uri="{FF2B5EF4-FFF2-40B4-BE49-F238E27FC236}">
                  <a16:creationId xmlns:a16="http://schemas.microsoft.com/office/drawing/2014/main" id="{BF5D237A-C82D-5780-2432-3DFBC63B685C}"/>
                </a:ext>
              </a:extLst>
            </p:cNvPr>
            <p:cNvSpPr txBox="1">
              <a:spLocks noChangeArrowheads="1"/>
            </p:cNvSpPr>
            <p:nvPr/>
          </p:nvSpPr>
          <p:spPr bwMode="auto">
            <a:xfrm>
              <a:off x="3216" y="2400"/>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e</a:t>
              </a:r>
            </a:p>
          </p:txBody>
        </p:sp>
        <p:sp>
          <p:nvSpPr>
            <p:cNvPr id="53274" name="Oval 45">
              <a:extLst>
                <a:ext uri="{FF2B5EF4-FFF2-40B4-BE49-F238E27FC236}">
                  <a16:creationId xmlns:a16="http://schemas.microsoft.com/office/drawing/2014/main" id="{8017815E-FF18-B954-3A99-F6426995C648}"/>
                </a:ext>
              </a:extLst>
            </p:cNvPr>
            <p:cNvSpPr>
              <a:spLocks noChangeArrowheads="1"/>
            </p:cNvSpPr>
            <p:nvPr/>
          </p:nvSpPr>
          <p:spPr bwMode="auto">
            <a:xfrm>
              <a:off x="3840" y="2496"/>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75" name="Text Box 46">
              <a:extLst>
                <a:ext uri="{FF2B5EF4-FFF2-40B4-BE49-F238E27FC236}">
                  <a16:creationId xmlns:a16="http://schemas.microsoft.com/office/drawing/2014/main" id="{5BD5C6F4-1B6F-1B37-38B8-A3CB303559B3}"/>
                </a:ext>
              </a:extLst>
            </p:cNvPr>
            <p:cNvSpPr txBox="1">
              <a:spLocks noChangeArrowheads="1"/>
            </p:cNvSpPr>
            <p:nvPr/>
          </p:nvSpPr>
          <p:spPr bwMode="auto">
            <a:xfrm>
              <a:off x="3840" y="2448"/>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f</a:t>
              </a:r>
            </a:p>
          </p:txBody>
        </p:sp>
        <p:sp>
          <p:nvSpPr>
            <p:cNvPr id="53276" name="Line 47">
              <a:extLst>
                <a:ext uri="{FF2B5EF4-FFF2-40B4-BE49-F238E27FC236}">
                  <a16:creationId xmlns:a16="http://schemas.microsoft.com/office/drawing/2014/main" id="{B04E6576-BAB5-7262-1172-CA2D3C3EC062}"/>
                </a:ext>
              </a:extLst>
            </p:cNvPr>
            <p:cNvSpPr>
              <a:spLocks noChangeShapeType="1"/>
            </p:cNvSpPr>
            <p:nvPr/>
          </p:nvSpPr>
          <p:spPr bwMode="auto">
            <a:xfrm flipH="1">
              <a:off x="3408" y="2256"/>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7" name="Line 48">
              <a:extLst>
                <a:ext uri="{FF2B5EF4-FFF2-40B4-BE49-F238E27FC236}">
                  <a16:creationId xmlns:a16="http://schemas.microsoft.com/office/drawing/2014/main" id="{F0A78FF4-8CB0-782A-B0E7-F6A83520B24C}"/>
                </a:ext>
              </a:extLst>
            </p:cNvPr>
            <p:cNvSpPr>
              <a:spLocks noChangeShapeType="1"/>
            </p:cNvSpPr>
            <p:nvPr/>
          </p:nvSpPr>
          <p:spPr bwMode="auto">
            <a:xfrm>
              <a:off x="3744" y="2208"/>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8" name="Oval 50">
              <a:extLst>
                <a:ext uri="{FF2B5EF4-FFF2-40B4-BE49-F238E27FC236}">
                  <a16:creationId xmlns:a16="http://schemas.microsoft.com/office/drawing/2014/main" id="{4193EF59-19F9-3EF9-4B28-638299AC0515}"/>
                </a:ext>
              </a:extLst>
            </p:cNvPr>
            <p:cNvSpPr>
              <a:spLocks noChangeArrowheads="1"/>
            </p:cNvSpPr>
            <p:nvPr/>
          </p:nvSpPr>
          <p:spPr bwMode="auto">
            <a:xfrm>
              <a:off x="1488" y="2064"/>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79" name="Text Box 51">
              <a:extLst>
                <a:ext uri="{FF2B5EF4-FFF2-40B4-BE49-F238E27FC236}">
                  <a16:creationId xmlns:a16="http://schemas.microsoft.com/office/drawing/2014/main" id="{BB2134AC-27F9-8AED-9B03-7D792CA2ACA9}"/>
                </a:ext>
              </a:extLst>
            </p:cNvPr>
            <p:cNvSpPr txBox="1">
              <a:spLocks noChangeArrowheads="1"/>
            </p:cNvSpPr>
            <p:nvPr/>
          </p:nvSpPr>
          <p:spPr bwMode="auto">
            <a:xfrm>
              <a:off x="1488" y="201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sp>
          <p:nvSpPr>
            <p:cNvPr id="53280" name="Line 52">
              <a:extLst>
                <a:ext uri="{FF2B5EF4-FFF2-40B4-BE49-F238E27FC236}">
                  <a16:creationId xmlns:a16="http://schemas.microsoft.com/office/drawing/2014/main" id="{DA20D1FC-9AC8-A780-0FD9-087D95DAC91C}"/>
                </a:ext>
              </a:extLst>
            </p:cNvPr>
            <p:cNvSpPr>
              <a:spLocks noChangeShapeType="1"/>
            </p:cNvSpPr>
            <p:nvPr/>
          </p:nvSpPr>
          <p:spPr bwMode="auto">
            <a:xfrm flipH="1">
              <a:off x="960" y="2208"/>
              <a:ext cx="528"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81" name="Line 53">
              <a:extLst>
                <a:ext uri="{FF2B5EF4-FFF2-40B4-BE49-F238E27FC236}">
                  <a16:creationId xmlns:a16="http://schemas.microsoft.com/office/drawing/2014/main" id="{6008D722-D5F8-6246-DDDA-E2B258B086E2}"/>
                </a:ext>
              </a:extLst>
            </p:cNvPr>
            <p:cNvSpPr>
              <a:spLocks noChangeShapeType="1"/>
            </p:cNvSpPr>
            <p:nvPr/>
          </p:nvSpPr>
          <p:spPr bwMode="auto">
            <a:xfrm>
              <a:off x="1728" y="2208"/>
              <a:ext cx="384" cy="57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82" name="Oval 55">
              <a:extLst>
                <a:ext uri="{FF2B5EF4-FFF2-40B4-BE49-F238E27FC236}">
                  <a16:creationId xmlns:a16="http://schemas.microsoft.com/office/drawing/2014/main" id="{76378208-A61B-C851-0881-6F3188CF0262}"/>
                </a:ext>
              </a:extLst>
            </p:cNvPr>
            <p:cNvSpPr>
              <a:spLocks noChangeArrowheads="1"/>
            </p:cNvSpPr>
            <p:nvPr/>
          </p:nvSpPr>
          <p:spPr bwMode="auto">
            <a:xfrm>
              <a:off x="2544" y="139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3283" name="Line 57">
              <a:extLst>
                <a:ext uri="{FF2B5EF4-FFF2-40B4-BE49-F238E27FC236}">
                  <a16:creationId xmlns:a16="http://schemas.microsoft.com/office/drawing/2014/main" id="{808C5685-32D3-9576-A525-275F0B61CB8F}"/>
                </a:ext>
              </a:extLst>
            </p:cNvPr>
            <p:cNvSpPr>
              <a:spLocks noChangeShapeType="1"/>
            </p:cNvSpPr>
            <p:nvPr/>
          </p:nvSpPr>
          <p:spPr bwMode="auto">
            <a:xfrm flipH="1">
              <a:off x="1680" y="153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84" name="Line 58">
              <a:extLst>
                <a:ext uri="{FF2B5EF4-FFF2-40B4-BE49-F238E27FC236}">
                  <a16:creationId xmlns:a16="http://schemas.microsoft.com/office/drawing/2014/main" id="{AD959E14-09FA-EA31-121C-B95EC95A32E8}"/>
                </a:ext>
              </a:extLst>
            </p:cNvPr>
            <p:cNvSpPr>
              <a:spLocks noChangeShapeType="1"/>
            </p:cNvSpPr>
            <p:nvPr/>
          </p:nvSpPr>
          <p:spPr bwMode="auto">
            <a:xfrm>
              <a:off x="2736" y="158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85" name="Text Box 61">
              <a:extLst>
                <a:ext uri="{FF2B5EF4-FFF2-40B4-BE49-F238E27FC236}">
                  <a16:creationId xmlns:a16="http://schemas.microsoft.com/office/drawing/2014/main" id="{0ED1E3F1-27D7-DD8E-F54B-5B6D4CF94ED8}"/>
                </a:ext>
              </a:extLst>
            </p:cNvPr>
            <p:cNvSpPr txBox="1">
              <a:spLocks noChangeArrowheads="1"/>
            </p:cNvSpPr>
            <p:nvPr/>
          </p:nvSpPr>
          <p:spPr bwMode="auto">
            <a:xfrm>
              <a:off x="2592" y="1296"/>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40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74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D15AF0C-A76D-AD96-7BFF-525A07DAB7DA}"/>
              </a:ext>
            </a:extLst>
          </p:cNvPr>
          <p:cNvSpPr>
            <a:spLocks noGrp="1" noChangeArrowheads="1"/>
          </p:cNvSpPr>
          <p:nvPr>
            <p:ph type="title"/>
          </p:nvPr>
        </p:nvSpPr>
        <p:spPr/>
        <p:txBody>
          <a:bodyPr/>
          <a:lstStyle/>
          <a:p>
            <a:r>
              <a:rPr lang="en-US" altLang="en-US"/>
              <a:t>Merits Of Binary Tree Form</a:t>
            </a:r>
          </a:p>
        </p:txBody>
      </p:sp>
      <p:sp>
        <p:nvSpPr>
          <p:cNvPr id="175107" name="Rectangle 3">
            <a:extLst>
              <a:ext uri="{FF2B5EF4-FFF2-40B4-BE49-F238E27FC236}">
                <a16:creationId xmlns:a16="http://schemas.microsoft.com/office/drawing/2014/main" id="{8DDF11F7-B201-F3E9-892D-217451236155}"/>
              </a:ext>
            </a:extLst>
          </p:cNvPr>
          <p:cNvSpPr>
            <a:spLocks noGrp="1" noChangeArrowheads="1"/>
          </p:cNvSpPr>
          <p:nvPr>
            <p:ph type="body" idx="1"/>
          </p:nvPr>
        </p:nvSpPr>
        <p:spPr>
          <a:xfrm>
            <a:off x="457200" y="1295400"/>
            <a:ext cx="8229600" cy="2286000"/>
          </a:xfrm>
        </p:spPr>
        <p:txBody>
          <a:bodyPr/>
          <a:lstStyle/>
          <a:p>
            <a:r>
              <a:rPr lang="en-US" altLang="en-US"/>
              <a:t>Left and right operands are easy to visualize.</a:t>
            </a:r>
          </a:p>
          <a:p>
            <a:r>
              <a:rPr lang="en-US" altLang="en-US"/>
              <a:t>Code optimization algorithms work with the binary tree form of an expression.</a:t>
            </a:r>
          </a:p>
          <a:p>
            <a:r>
              <a:rPr lang="en-US" altLang="en-US"/>
              <a:t>Simple recursive evaluation of expression.</a:t>
            </a:r>
          </a:p>
        </p:txBody>
      </p:sp>
      <p:grpSp>
        <p:nvGrpSpPr>
          <p:cNvPr id="54276" name="Group 4">
            <a:extLst>
              <a:ext uri="{FF2B5EF4-FFF2-40B4-BE49-F238E27FC236}">
                <a16:creationId xmlns:a16="http://schemas.microsoft.com/office/drawing/2014/main" id="{8B152172-ABBB-0474-A3A8-5EFC04604B59}"/>
              </a:ext>
            </a:extLst>
          </p:cNvPr>
          <p:cNvGrpSpPr>
            <a:grpSpLocks/>
          </p:cNvGrpSpPr>
          <p:nvPr/>
        </p:nvGrpSpPr>
        <p:grpSpPr bwMode="auto">
          <a:xfrm>
            <a:off x="838200" y="3459163"/>
            <a:ext cx="5715000" cy="3398837"/>
            <a:chOff x="480" y="1344"/>
            <a:chExt cx="3600" cy="2141"/>
          </a:xfrm>
        </p:grpSpPr>
        <p:grpSp>
          <p:nvGrpSpPr>
            <p:cNvPr id="54277" name="Group 5">
              <a:extLst>
                <a:ext uri="{FF2B5EF4-FFF2-40B4-BE49-F238E27FC236}">
                  <a16:creationId xmlns:a16="http://schemas.microsoft.com/office/drawing/2014/main" id="{15EF655F-D9F4-3DEF-4D40-01DFA5999857}"/>
                </a:ext>
              </a:extLst>
            </p:cNvPr>
            <p:cNvGrpSpPr>
              <a:grpSpLocks/>
            </p:cNvGrpSpPr>
            <p:nvPr/>
          </p:nvGrpSpPr>
          <p:grpSpPr bwMode="auto">
            <a:xfrm>
              <a:off x="768" y="2640"/>
              <a:ext cx="240" cy="365"/>
              <a:chOff x="4176" y="1104"/>
              <a:chExt cx="240" cy="365"/>
            </a:xfrm>
          </p:grpSpPr>
          <p:sp>
            <p:nvSpPr>
              <p:cNvPr id="54319" name="Oval 6">
                <a:extLst>
                  <a:ext uri="{FF2B5EF4-FFF2-40B4-BE49-F238E27FC236}">
                    <a16:creationId xmlns:a16="http://schemas.microsoft.com/office/drawing/2014/main" id="{532CFA27-347E-D40B-7F4A-FF76CB8A1745}"/>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20" name="Text Box 7">
                <a:extLst>
                  <a:ext uri="{FF2B5EF4-FFF2-40B4-BE49-F238E27FC236}">
                    <a16:creationId xmlns:a16="http://schemas.microsoft.com/office/drawing/2014/main" id="{3D9DC483-B908-29D0-BA8F-24D8645CF71F}"/>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grpSp>
          <p:nvGrpSpPr>
            <p:cNvPr id="54278" name="Group 8">
              <a:extLst>
                <a:ext uri="{FF2B5EF4-FFF2-40B4-BE49-F238E27FC236}">
                  <a16:creationId xmlns:a16="http://schemas.microsoft.com/office/drawing/2014/main" id="{9AF02258-040E-710E-0A5D-A3384DCBAF2B}"/>
                </a:ext>
              </a:extLst>
            </p:cNvPr>
            <p:cNvGrpSpPr>
              <a:grpSpLocks/>
            </p:cNvGrpSpPr>
            <p:nvPr/>
          </p:nvGrpSpPr>
          <p:grpSpPr bwMode="auto">
            <a:xfrm>
              <a:off x="480" y="3072"/>
              <a:ext cx="240" cy="365"/>
              <a:chOff x="4176" y="1104"/>
              <a:chExt cx="240" cy="365"/>
            </a:xfrm>
          </p:grpSpPr>
          <p:sp>
            <p:nvSpPr>
              <p:cNvPr id="54317" name="Oval 9">
                <a:extLst>
                  <a:ext uri="{FF2B5EF4-FFF2-40B4-BE49-F238E27FC236}">
                    <a16:creationId xmlns:a16="http://schemas.microsoft.com/office/drawing/2014/main" id="{C728C4F7-77C9-5F74-E47E-92C6AFAA3857}"/>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18" name="Text Box 10">
                <a:extLst>
                  <a:ext uri="{FF2B5EF4-FFF2-40B4-BE49-F238E27FC236}">
                    <a16:creationId xmlns:a16="http://schemas.microsoft.com/office/drawing/2014/main" id="{5F1EC61A-01BA-8761-9ED8-68E47F7F9B77}"/>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a:t>
                </a:r>
              </a:p>
            </p:txBody>
          </p:sp>
        </p:grpSp>
        <p:grpSp>
          <p:nvGrpSpPr>
            <p:cNvPr id="54279" name="Group 11">
              <a:extLst>
                <a:ext uri="{FF2B5EF4-FFF2-40B4-BE49-F238E27FC236}">
                  <a16:creationId xmlns:a16="http://schemas.microsoft.com/office/drawing/2014/main" id="{4821CE03-5910-9163-7096-86F5CA6855E9}"/>
                </a:ext>
              </a:extLst>
            </p:cNvPr>
            <p:cNvGrpSpPr>
              <a:grpSpLocks/>
            </p:cNvGrpSpPr>
            <p:nvPr/>
          </p:nvGrpSpPr>
          <p:grpSpPr bwMode="auto">
            <a:xfrm>
              <a:off x="1104" y="3072"/>
              <a:ext cx="240" cy="365"/>
              <a:chOff x="4176" y="1104"/>
              <a:chExt cx="240" cy="365"/>
            </a:xfrm>
          </p:grpSpPr>
          <p:sp>
            <p:nvSpPr>
              <p:cNvPr id="54315" name="Oval 12">
                <a:extLst>
                  <a:ext uri="{FF2B5EF4-FFF2-40B4-BE49-F238E27FC236}">
                    <a16:creationId xmlns:a16="http://schemas.microsoft.com/office/drawing/2014/main" id="{A5AFFFEB-65DC-8E51-2D9A-FCC1CDB2384F}"/>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16" name="Text Box 13">
                <a:extLst>
                  <a:ext uri="{FF2B5EF4-FFF2-40B4-BE49-F238E27FC236}">
                    <a16:creationId xmlns:a16="http://schemas.microsoft.com/office/drawing/2014/main" id="{F771A05E-8DD0-4BD8-7B0C-72ADD5FCCEE2}"/>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b</a:t>
                </a:r>
              </a:p>
            </p:txBody>
          </p:sp>
        </p:grpSp>
        <p:sp>
          <p:nvSpPr>
            <p:cNvPr id="54280" name="Line 14">
              <a:extLst>
                <a:ext uri="{FF2B5EF4-FFF2-40B4-BE49-F238E27FC236}">
                  <a16:creationId xmlns:a16="http://schemas.microsoft.com/office/drawing/2014/main" id="{A7BB2EC5-274C-F5DD-4B89-B7244FB6F727}"/>
                </a:ext>
              </a:extLst>
            </p:cNvPr>
            <p:cNvSpPr>
              <a:spLocks noChangeShapeType="1"/>
            </p:cNvSpPr>
            <p:nvPr/>
          </p:nvSpPr>
          <p:spPr bwMode="auto">
            <a:xfrm flipH="1">
              <a:off x="672" y="2880"/>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1" name="Line 15">
              <a:extLst>
                <a:ext uri="{FF2B5EF4-FFF2-40B4-BE49-F238E27FC236}">
                  <a16:creationId xmlns:a16="http://schemas.microsoft.com/office/drawing/2014/main" id="{AB5503B0-73CA-3934-E40A-511FAB93D0AA}"/>
                </a:ext>
              </a:extLst>
            </p:cNvPr>
            <p:cNvSpPr>
              <a:spLocks noChangeShapeType="1"/>
            </p:cNvSpPr>
            <p:nvPr/>
          </p:nvSpPr>
          <p:spPr bwMode="auto">
            <a:xfrm>
              <a:off x="1008" y="283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4282" name="Group 16">
              <a:extLst>
                <a:ext uri="{FF2B5EF4-FFF2-40B4-BE49-F238E27FC236}">
                  <a16:creationId xmlns:a16="http://schemas.microsoft.com/office/drawing/2014/main" id="{16384C0B-22AA-3F1D-E301-42A19E4DB466}"/>
                </a:ext>
              </a:extLst>
            </p:cNvPr>
            <p:cNvGrpSpPr>
              <a:grpSpLocks/>
            </p:cNvGrpSpPr>
            <p:nvPr/>
          </p:nvGrpSpPr>
          <p:grpSpPr bwMode="auto">
            <a:xfrm>
              <a:off x="2064" y="2688"/>
              <a:ext cx="240" cy="365"/>
              <a:chOff x="4176" y="1104"/>
              <a:chExt cx="240" cy="365"/>
            </a:xfrm>
          </p:grpSpPr>
          <p:sp>
            <p:nvSpPr>
              <p:cNvPr id="54313" name="Oval 17">
                <a:extLst>
                  <a:ext uri="{FF2B5EF4-FFF2-40B4-BE49-F238E27FC236}">
                    <a16:creationId xmlns:a16="http://schemas.microsoft.com/office/drawing/2014/main" id="{5BCF52E7-9247-A4E1-95E3-5513D7CC4769}"/>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14" name="Text Box 18">
                <a:extLst>
                  <a:ext uri="{FF2B5EF4-FFF2-40B4-BE49-F238E27FC236}">
                    <a16:creationId xmlns:a16="http://schemas.microsoft.com/office/drawing/2014/main" id="{B76F7DBC-7B7F-7CD8-F7B1-2709A0D75626}"/>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grpSp>
          <p:nvGrpSpPr>
            <p:cNvPr id="54283" name="Group 19">
              <a:extLst>
                <a:ext uri="{FF2B5EF4-FFF2-40B4-BE49-F238E27FC236}">
                  <a16:creationId xmlns:a16="http://schemas.microsoft.com/office/drawing/2014/main" id="{CAAC745C-6C10-FE62-EDAE-16554E2352F2}"/>
                </a:ext>
              </a:extLst>
            </p:cNvPr>
            <p:cNvGrpSpPr>
              <a:grpSpLocks/>
            </p:cNvGrpSpPr>
            <p:nvPr/>
          </p:nvGrpSpPr>
          <p:grpSpPr bwMode="auto">
            <a:xfrm>
              <a:off x="1776" y="3120"/>
              <a:ext cx="240" cy="365"/>
              <a:chOff x="4176" y="1104"/>
              <a:chExt cx="240" cy="365"/>
            </a:xfrm>
          </p:grpSpPr>
          <p:sp>
            <p:nvSpPr>
              <p:cNvPr id="54311" name="Oval 20">
                <a:extLst>
                  <a:ext uri="{FF2B5EF4-FFF2-40B4-BE49-F238E27FC236}">
                    <a16:creationId xmlns:a16="http://schemas.microsoft.com/office/drawing/2014/main" id="{724376FC-9837-E0A1-505B-B480038FB7CB}"/>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12" name="Text Box 21">
                <a:extLst>
                  <a:ext uri="{FF2B5EF4-FFF2-40B4-BE49-F238E27FC236}">
                    <a16:creationId xmlns:a16="http://schemas.microsoft.com/office/drawing/2014/main" id="{887E2605-8A55-10B0-F037-A2D43D88E883}"/>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c</a:t>
                </a:r>
              </a:p>
            </p:txBody>
          </p:sp>
        </p:grpSp>
        <p:grpSp>
          <p:nvGrpSpPr>
            <p:cNvPr id="54284" name="Group 22">
              <a:extLst>
                <a:ext uri="{FF2B5EF4-FFF2-40B4-BE49-F238E27FC236}">
                  <a16:creationId xmlns:a16="http://schemas.microsoft.com/office/drawing/2014/main" id="{BFF7F86B-4F04-A0E5-20FA-4F6ED0C7B7AC}"/>
                </a:ext>
              </a:extLst>
            </p:cNvPr>
            <p:cNvGrpSpPr>
              <a:grpSpLocks/>
            </p:cNvGrpSpPr>
            <p:nvPr/>
          </p:nvGrpSpPr>
          <p:grpSpPr bwMode="auto">
            <a:xfrm>
              <a:off x="2400" y="3120"/>
              <a:ext cx="240" cy="365"/>
              <a:chOff x="4176" y="1104"/>
              <a:chExt cx="240" cy="365"/>
            </a:xfrm>
          </p:grpSpPr>
          <p:sp>
            <p:nvSpPr>
              <p:cNvPr id="54309" name="Oval 23">
                <a:extLst>
                  <a:ext uri="{FF2B5EF4-FFF2-40B4-BE49-F238E27FC236}">
                    <a16:creationId xmlns:a16="http://schemas.microsoft.com/office/drawing/2014/main" id="{BC371641-76B1-7D8F-11AF-5570D173194E}"/>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10" name="Text Box 24">
                <a:extLst>
                  <a:ext uri="{FF2B5EF4-FFF2-40B4-BE49-F238E27FC236}">
                    <a16:creationId xmlns:a16="http://schemas.microsoft.com/office/drawing/2014/main" id="{D6A64A1B-3149-2502-DBBB-7A890AB34ECB}"/>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d</a:t>
                </a:r>
              </a:p>
            </p:txBody>
          </p:sp>
        </p:grpSp>
        <p:sp>
          <p:nvSpPr>
            <p:cNvPr id="54285" name="Line 25">
              <a:extLst>
                <a:ext uri="{FF2B5EF4-FFF2-40B4-BE49-F238E27FC236}">
                  <a16:creationId xmlns:a16="http://schemas.microsoft.com/office/drawing/2014/main" id="{4ACB46C5-6DD5-742C-DDAD-4B11C0CCDAC6}"/>
                </a:ext>
              </a:extLst>
            </p:cNvPr>
            <p:cNvSpPr>
              <a:spLocks noChangeShapeType="1"/>
            </p:cNvSpPr>
            <p:nvPr/>
          </p:nvSpPr>
          <p:spPr bwMode="auto">
            <a:xfrm flipH="1">
              <a:off x="1968" y="2928"/>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6" name="Line 26">
              <a:extLst>
                <a:ext uri="{FF2B5EF4-FFF2-40B4-BE49-F238E27FC236}">
                  <a16:creationId xmlns:a16="http://schemas.microsoft.com/office/drawing/2014/main" id="{8F57D34C-DBAD-51B4-B68E-101F1116443A}"/>
                </a:ext>
              </a:extLst>
            </p:cNvPr>
            <p:cNvSpPr>
              <a:spLocks noChangeShapeType="1"/>
            </p:cNvSpPr>
            <p:nvPr/>
          </p:nvSpPr>
          <p:spPr bwMode="auto">
            <a:xfrm>
              <a:off x="2304" y="2880"/>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4287" name="Group 27">
              <a:extLst>
                <a:ext uri="{FF2B5EF4-FFF2-40B4-BE49-F238E27FC236}">
                  <a16:creationId xmlns:a16="http://schemas.microsoft.com/office/drawing/2014/main" id="{90FC730B-BA23-F295-8B7E-125407D27AE0}"/>
                </a:ext>
              </a:extLst>
            </p:cNvPr>
            <p:cNvGrpSpPr>
              <a:grpSpLocks/>
            </p:cNvGrpSpPr>
            <p:nvPr/>
          </p:nvGrpSpPr>
          <p:grpSpPr bwMode="auto">
            <a:xfrm>
              <a:off x="3216" y="2016"/>
              <a:ext cx="864" cy="797"/>
              <a:chOff x="3888" y="1104"/>
              <a:chExt cx="864" cy="797"/>
            </a:xfrm>
          </p:grpSpPr>
          <p:grpSp>
            <p:nvGrpSpPr>
              <p:cNvPr id="54298" name="Group 28">
                <a:extLst>
                  <a:ext uri="{FF2B5EF4-FFF2-40B4-BE49-F238E27FC236}">
                    <a16:creationId xmlns:a16="http://schemas.microsoft.com/office/drawing/2014/main" id="{A2F6DEB4-8F76-7192-55BC-121FE9B4B7D2}"/>
                  </a:ext>
                </a:extLst>
              </p:cNvPr>
              <p:cNvGrpSpPr>
                <a:grpSpLocks/>
              </p:cNvGrpSpPr>
              <p:nvPr/>
            </p:nvGrpSpPr>
            <p:grpSpPr bwMode="auto">
              <a:xfrm>
                <a:off x="4176" y="1104"/>
                <a:ext cx="240" cy="365"/>
                <a:chOff x="4176" y="1104"/>
                <a:chExt cx="240" cy="365"/>
              </a:xfrm>
            </p:grpSpPr>
            <p:sp>
              <p:nvSpPr>
                <p:cNvPr id="54307" name="Oval 29">
                  <a:extLst>
                    <a:ext uri="{FF2B5EF4-FFF2-40B4-BE49-F238E27FC236}">
                      <a16:creationId xmlns:a16="http://schemas.microsoft.com/office/drawing/2014/main" id="{7390B196-D68D-267B-CA05-A8656EB74687}"/>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08" name="Text Box 30">
                  <a:extLst>
                    <a:ext uri="{FF2B5EF4-FFF2-40B4-BE49-F238E27FC236}">
                      <a16:creationId xmlns:a16="http://schemas.microsoft.com/office/drawing/2014/main" id="{EB74D4AA-F7BE-C73B-EDA2-BA9C9D09BFA3}"/>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grpSp>
            <p:nvGrpSpPr>
              <p:cNvPr id="54299" name="Group 31">
                <a:extLst>
                  <a:ext uri="{FF2B5EF4-FFF2-40B4-BE49-F238E27FC236}">
                    <a16:creationId xmlns:a16="http://schemas.microsoft.com/office/drawing/2014/main" id="{06E54DBB-2030-71AD-F54E-32534105E9F7}"/>
                  </a:ext>
                </a:extLst>
              </p:cNvPr>
              <p:cNvGrpSpPr>
                <a:grpSpLocks/>
              </p:cNvGrpSpPr>
              <p:nvPr/>
            </p:nvGrpSpPr>
            <p:grpSpPr bwMode="auto">
              <a:xfrm>
                <a:off x="3888" y="1536"/>
                <a:ext cx="240" cy="365"/>
                <a:chOff x="4176" y="1104"/>
                <a:chExt cx="240" cy="365"/>
              </a:xfrm>
            </p:grpSpPr>
            <p:sp>
              <p:nvSpPr>
                <p:cNvPr id="54305" name="Oval 32">
                  <a:extLst>
                    <a:ext uri="{FF2B5EF4-FFF2-40B4-BE49-F238E27FC236}">
                      <a16:creationId xmlns:a16="http://schemas.microsoft.com/office/drawing/2014/main" id="{8A1C94E1-EE85-0488-51BF-734CFA196265}"/>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06" name="Text Box 33">
                  <a:extLst>
                    <a:ext uri="{FF2B5EF4-FFF2-40B4-BE49-F238E27FC236}">
                      <a16:creationId xmlns:a16="http://schemas.microsoft.com/office/drawing/2014/main" id="{85F3EF11-5C64-79F2-C964-AD907FB13D67}"/>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e</a:t>
                  </a:r>
                </a:p>
              </p:txBody>
            </p:sp>
          </p:grpSp>
          <p:grpSp>
            <p:nvGrpSpPr>
              <p:cNvPr id="54300" name="Group 34">
                <a:extLst>
                  <a:ext uri="{FF2B5EF4-FFF2-40B4-BE49-F238E27FC236}">
                    <a16:creationId xmlns:a16="http://schemas.microsoft.com/office/drawing/2014/main" id="{7B259820-1C47-65A8-8055-1946B5C46B8F}"/>
                  </a:ext>
                </a:extLst>
              </p:cNvPr>
              <p:cNvGrpSpPr>
                <a:grpSpLocks/>
              </p:cNvGrpSpPr>
              <p:nvPr/>
            </p:nvGrpSpPr>
            <p:grpSpPr bwMode="auto">
              <a:xfrm>
                <a:off x="4512" y="1536"/>
                <a:ext cx="240" cy="365"/>
                <a:chOff x="4176" y="1104"/>
                <a:chExt cx="240" cy="365"/>
              </a:xfrm>
            </p:grpSpPr>
            <p:sp>
              <p:nvSpPr>
                <p:cNvPr id="54303" name="Oval 35">
                  <a:extLst>
                    <a:ext uri="{FF2B5EF4-FFF2-40B4-BE49-F238E27FC236}">
                      <a16:creationId xmlns:a16="http://schemas.microsoft.com/office/drawing/2014/main" id="{97DC1A5A-1C36-A1BC-4A9F-E50392B49FD5}"/>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304" name="Text Box 36">
                  <a:extLst>
                    <a:ext uri="{FF2B5EF4-FFF2-40B4-BE49-F238E27FC236}">
                      <a16:creationId xmlns:a16="http://schemas.microsoft.com/office/drawing/2014/main" id="{55AFFCF7-06A5-348C-1FC9-C83B5D8C164A}"/>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f</a:t>
                  </a:r>
                </a:p>
              </p:txBody>
            </p:sp>
          </p:grpSp>
          <p:sp>
            <p:nvSpPr>
              <p:cNvPr id="54301" name="Line 37">
                <a:extLst>
                  <a:ext uri="{FF2B5EF4-FFF2-40B4-BE49-F238E27FC236}">
                    <a16:creationId xmlns:a16="http://schemas.microsoft.com/office/drawing/2014/main" id="{50CDC075-5153-F90F-814E-84B93BEC50BD}"/>
                  </a:ext>
                </a:extLst>
              </p:cNvPr>
              <p:cNvSpPr>
                <a:spLocks noChangeShapeType="1"/>
              </p:cNvSpPr>
              <p:nvPr/>
            </p:nvSpPr>
            <p:spPr bwMode="auto">
              <a:xfrm flipH="1">
                <a:off x="4080" y="1344"/>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302" name="Line 38">
                <a:extLst>
                  <a:ext uri="{FF2B5EF4-FFF2-40B4-BE49-F238E27FC236}">
                    <a16:creationId xmlns:a16="http://schemas.microsoft.com/office/drawing/2014/main" id="{EA49C699-BD7D-5AC1-F625-F9EFFF29B88E}"/>
                  </a:ext>
                </a:extLst>
              </p:cNvPr>
              <p:cNvSpPr>
                <a:spLocks noChangeShapeType="1"/>
              </p:cNvSpPr>
              <p:nvPr/>
            </p:nvSpPr>
            <p:spPr bwMode="auto">
              <a:xfrm>
                <a:off x="4416" y="1296"/>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4288" name="Group 39">
              <a:extLst>
                <a:ext uri="{FF2B5EF4-FFF2-40B4-BE49-F238E27FC236}">
                  <a16:creationId xmlns:a16="http://schemas.microsoft.com/office/drawing/2014/main" id="{BEF52513-75CB-10E6-5A5C-CB6506EEF5D2}"/>
                </a:ext>
              </a:extLst>
            </p:cNvPr>
            <p:cNvGrpSpPr>
              <a:grpSpLocks/>
            </p:cNvGrpSpPr>
            <p:nvPr/>
          </p:nvGrpSpPr>
          <p:grpSpPr bwMode="auto">
            <a:xfrm>
              <a:off x="1488" y="2016"/>
              <a:ext cx="240" cy="365"/>
              <a:chOff x="4176" y="1104"/>
              <a:chExt cx="240" cy="365"/>
            </a:xfrm>
          </p:grpSpPr>
          <p:sp>
            <p:nvSpPr>
              <p:cNvPr id="54296" name="Oval 40">
                <a:extLst>
                  <a:ext uri="{FF2B5EF4-FFF2-40B4-BE49-F238E27FC236}">
                    <a16:creationId xmlns:a16="http://schemas.microsoft.com/office/drawing/2014/main" id="{F91DC563-5678-653B-B056-A90611E5290B}"/>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297" name="Text Box 41">
                <a:extLst>
                  <a:ext uri="{FF2B5EF4-FFF2-40B4-BE49-F238E27FC236}">
                    <a16:creationId xmlns:a16="http://schemas.microsoft.com/office/drawing/2014/main" id="{A6438099-15CB-5247-09AD-BC1EFD246A4C}"/>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sp>
          <p:nvSpPr>
            <p:cNvPr id="54289" name="Line 42">
              <a:extLst>
                <a:ext uri="{FF2B5EF4-FFF2-40B4-BE49-F238E27FC236}">
                  <a16:creationId xmlns:a16="http://schemas.microsoft.com/office/drawing/2014/main" id="{E978662E-7297-D156-00D2-CD4F017AED35}"/>
                </a:ext>
              </a:extLst>
            </p:cNvPr>
            <p:cNvSpPr>
              <a:spLocks noChangeShapeType="1"/>
            </p:cNvSpPr>
            <p:nvPr/>
          </p:nvSpPr>
          <p:spPr bwMode="auto">
            <a:xfrm flipH="1">
              <a:off x="960" y="2208"/>
              <a:ext cx="528"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90" name="Line 43">
              <a:extLst>
                <a:ext uri="{FF2B5EF4-FFF2-40B4-BE49-F238E27FC236}">
                  <a16:creationId xmlns:a16="http://schemas.microsoft.com/office/drawing/2014/main" id="{9CF967A8-3DE9-320F-5DE4-7249779E8915}"/>
                </a:ext>
              </a:extLst>
            </p:cNvPr>
            <p:cNvSpPr>
              <a:spLocks noChangeShapeType="1"/>
            </p:cNvSpPr>
            <p:nvPr/>
          </p:nvSpPr>
          <p:spPr bwMode="auto">
            <a:xfrm>
              <a:off x="1728" y="2208"/>
              <a:ext cx="384" cy="57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4291" name="Group 44">
              <a:extLst>
                <a:ext uri="{FF2B5EF4-FFF2-40B4-BE49-F238E27FC236}">
                  <a16:creationId xmlns:a16="http://schemas.microsoft.com/office/drawing/2014/main" id="{00976CDA-7AE8-4B68-F4D3-C520624C3BC2}"/>
                </a:ext>
              </a:extLst>
            </p:cNvPr>
            <p:cNvGrpSpPr>
              <a:grpSpLocks/>
            </p:cNvGrpSpPr>
            <p:nvPr/>
          </p:nvGrpSpPr>
          <p:grpSpPr bwMode="auto">
            <a:xfrm>
              <a:off x="2544" y="1344"/>
              <a:ext cx="240" cy="365"/>
              <a:chOff x="4176" y="1104"/>
              <a:chExt cx="240" cy="365"/>
            </a:xfrm>
          </p:grpSpPr>
          <p:sp>
            <p:nvSpPr>
              <p:cNvPr id="54294" name="Oval 45">
                <a:extLst>
                  <a:ext uri="{FF2B5EF4-FFF2-40B4-BE49-F238E27FC236}">
                    <a16:creationId xmlns:a16="http://schemas.microsoft.com/office/drawing/2014/main" id="{FFD34C71-0F4F-14F4-1497-E7CF24654B54}"/>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endParaRPr lang="en-US" altLang="en-US"/>
              </a:p>
            </p:txBody>
          </p:sp>
          <p:sp>
            <p:nvSpPr>
              <p:cNvPr id="54295" name="Text Box 46">
                <a:extLst>
                  <a:ext uri="{FF2B5EF4-FFF2-40B4-BE49-F238E27FC236}">
                    <a16:creationId xmlns:a16="http://schemas.microsoft.com/office/drawing/2014/main" id="{32EB8024-0327-3AA0-45FA-A1846081068D}"/>
                  </a:ext>
                </a:extLst>
              </p:cNvPr>
              <p:cNvSpPr txBox="1">
                <a:spLocks noChangeArrowheads="1"/>
              </p:cNvSpPr>
              <p:nvPr/>
            </p:nvSpPr>
            <p:spPr bwMode="auto">
              <a:xfrm>
                <a:off x="4176" y="1104"/>
                <a:ext cx="2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pPr>
                  <a:spcBef>
                    <a:spcPct val="50000"/>
                  </a:spcBef>
                </a:pPr>
                <a:r>
                  <a:rPr lang="en-US" altLang="en-US">
                    <a:solidFill>
                      <a:schemeClr val="tx1"/>
                    </a:solidFill>
                  </a:rPr>
                  <a:t>/</a:t>
                </a:r>
              </a:p>
            </p:txBody>
          </p:sp>
        </p:grpSp>
        <p:sp>
          <p:nvSpPr>
            <p:cNvPr id="54292" name="Line 47">
              <a:extLst>
                <a:ext uri="{FF2B5EF4-FFF2-40B4-BE49-F238E27FC236}">
                  <a16:creationId xmlns:a16="http://schemas.microsoft.com/office/drawing/2014/main" id="{7FAD6F66-05C7-7527-E2C8-500A29CD0011}"/>
                </a:ext>
              </a:extLst>
            </p:cNvPr>
            <p:cNvSpPr>
              <a:spLocks noChangeShapeType="1"/>
            </p:cNvSpPr>
            <p:nvPr/>
          </p:nvSpPr>
          <p:spPr bwMode="auto">
            <a:xfrm flipH="1">
              <a:off x="1680" y="153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93" name="Line 48">
              <a:extLst>
                <a:ext uri="{FF2B5EF4-FFF2-40B4-BE49-F238E27FC236}">
                  <a16:creationId xmlns:a16="http://schemas.microsoft.com/office/drawing/2014/main" id="{61038D3A-C011-A0EF-9AE7-A70F6BAD778C}"/>
                </a:ext>
              </a:extLst>
            </p:cNvPr>
            <p:cNvSpPr>
              <a:spLocks noChangeShapeType="1"/>
            </p:cNvSpPr>
            <p:nvPr/>
          </p:nvSpPr>
          <p:spPr bwMode="auto">
            <a:xfrm>
              <a:off x="2736" y="158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5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75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75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build="p" autoUpdateAnimBg="0"/>
    </p:bldLst>
  </p:timing>
</p:sld>
</file>

<file path=ppt/theme/theme1.xml><?xml version="1.0" encoding="utf-8"?>
<a:theme xmlns:a="http://schemas.openxmlformats.org/drawingml/2006/main" name="Blank Presentation">
  <a:themeElements>
    <a:clrScheme name="">
      <a:dk1>
        <a:srgbClr val="000000"/>
      </a:dk1>
      <a:lt1>
        <a:srgbClr val="0000FF"/>
      </a:lt1>
      <a:dk2>
        <a:srgbClr val="000099"/>
      </a:dk2>
      <a:lt2>
        <a:srgbClr val="000000"/>
      </a:lt2>
      <a:accent1>
        <a:srgbClr val="FF9900"/>
      </a:accent1>
      <a:accent2>
        <a:srgbClr val="00FFFF"/>
      </a:accent2>
      <a:accent3>
        <a:srgbClr val="AAAAFF"/>
      </a:accent3>
      <a:accent4>
        <a:srgbClr val="000000"/>
      </a:accent4>
      <a:accent5>
        <a:srgbClr val="FFCAAA"/>
      </a:accent5>
      <a:accent6>
        <a:srgbClr val="00E7E7"/>
      </a:accent6>
      <a:hlink>
        <a:srgbClr val="FF0033"/>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0" i="0" u="none" strike="noStrike" cap="none" normalizeH="0" baseline="0" smtClean="0">
            <a:ln>
              <a:noFill/>
            </a:ln>
            <a:solidFill>
              <a:srgbClr val="FFFF00"/>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0" i="0" u="none" strike="noStrike" cap="none" normalizeH="0" baseline="0" smtClean="0">
            <a:ln>
              <a:noFill/>
            </a:ln>
            <a:solidFill>
              <a:srgbClr val="FFFF00"/>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8792</TotalTime>
  <Words>1333</Words>
  <Application>Microsoft Office PowerPoint</Application>
  <PresentationFormat>On-screen Show (4:3)</PresentationFormat>
  <Paragraphs>220</Paragraphs>
  <Slides>24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Arial Black</vt:lpstr>
      <vt:lpstr>Impact</vt:lpstr>
      <vt:lpstr>Times New Roman</vt:lpstr>
      <vt:lpstr>Wingdings</vt:lpstr>
      <vt:lpstr>Blank Presentation</vt:lpstr>
      <vt:lpstr>Trees</vt:lpstr>
      <vt:lpstr>Nature Lover’s View Of A Tree</vt:lpstr>
      <vt:lpstr>Computer Scientist’s View</vt:lpstr>
      <vt:lpstr>Arithmetic Expressions</vt:lpstr>
      <vt:lpstr>Operator Degree</vt:lpstr>
      <vt:lpstr>Infix Form</vt:lpstr>
      <vt:lpstr>Operator Priorities</vt:lpstr>
      <vt:lpstr>Tie Breaker</vt:lpstr>
      <vt:lpstr>Delimiters</vt:lpstr>
      <vt:lpstr>Infix Expression Is Hard To Parse</vt:lpstr>
      <vt:lpstr>Postfix Form</vt:lpstr>
      <vt:lpstr>Postfix Examples</vt:lpstr>
      <vt:lpstr>Unary Operators</vt:lpstr>
      <vt:lpstr>Postfix Evaluation</vt:lpstr>
      <vt:lpstr>Postfix Evaluation</vt:lpstr>
      <vt:lpstr>Postfix Evaluation</vt:lpstr>
      <vt:lpstr>Postfix Evaluation</vt:lpstr>
      <vt:lpstr>Postfix Evaluation</vt:lpstr>
      <vt:lpstr>Postfix Evaluation</vt:lpstr>
      <vt:lpstr>Prefix Form</vt:lpstr>
      <vt:lpstr>PowerPoint Presentation</vt:lpstr>
      <vt:lpstr>Expression Tree</vt:lpstr>
      <vt:lpstr>Expression Tree</vt:lpstr>
      <vt:lpstr>Merits Of Binary Tree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Representation Methods</dc:title>
  <dc:creator>Preferred Customer</dc:creator>
  <cp:lastModifiedBy>Weldon Jasik</cp:lastModifiedBy>
  <cp:revision>350</cp:revision>
  <cp:lastPrinted>2000-03-30T20:56:41Z</cp:lastPrinted>
  <dcterms:created xsi:type="dcterms:W3CDTF">1995-06-17T23:31:02Z</dcterms:created>
  <dcterms:modified xsi:type="dcterms:W3CDTF">2024-02-14T20:25:58Z</dcterms:modified>
</cp:coreProperties>
</file>