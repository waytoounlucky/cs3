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93" r:id="rId2"/>
    <p:sldId id="394" r:id="rId3"/>
    <p:sldId id="395" r:id="rId4"/>
    <p:sldId id="396" r:id="rId5"/>
    <p:sldId id="397" r:id="rId6"/>
    <p:sldId id="398" r:id="rId7"/>
    <p:sldId id="399" r:id="rId8"/>
    <p:sldId id="400" r:id="rId9"/>
    <p:sldId id="401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FF"/>
    <a:srgbClr val="009900"/>
    <a:srgbClr val="FFFF00"/>
    <a:srgbClr val="000099"/>
    <a:srgbClr val="FF6600"/>
    <a:srgbClr val="CCECFF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37" autoAdjust="0"/>
    <p:restoredTop sz="94660"/>
  </p:normalViewPr>
  <p:slideViewPr>
    <p:cSldViewPr>
      <p:cViewPr varScale="1">
        <p:scale>
          <a:sx n="39" d="100"/>
          <a:sy n="39" d="100"/>
        </p:scale>
        <p:origin x="80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F0023C-DD17-43BC-A537-C45C5C8F7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7585E47-D52F-4C2C-A970-A4A930F738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266F075-3AF8-4D8B-9835-6BD8F62056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7CFB4E2-3347-4CA5-B69E-CB077DDCEAB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C56AE561-DD69-4C9D-A5CC-BCEC5D1D7AA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364EB4-7341-477E-9A32-63DB49AEDD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99A1AC-51C8-44EF-B5C0-0DB09EF4B3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8D4D22E-B734-42E6-9FED-ACFDA23F8BA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8159DF8-9B83-42D9-964A-F0D4D0ECBE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A0DE462-A38B-4495-A46E-0A0368AEF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7D81B5-896C-4B2C-A6D5-67CA1D58E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10BE7521-95E5-453F-887B-673836783B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DB39B2-8803-4EF1-9F83-32777CB21D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B381CB-081A-4322-915E-CC093D8C66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CD5DA2-F853-4329-A191-F9ED0084EDD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BF29535-CF47-4D4A-84AC-D406C31D76C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2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73F0A4-7C11-420F-B7B3-AC9B8F87B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D3526B-1978-41B3-8641-0AE22572FD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462B11-4603-4595-AE59-27DED14DD3B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4F441DA-BAA3-4050-8B7C-992F1085B38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8361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85F645-984E-4596-9171-0AB4E704E0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DCC5F7-2941-4E80-9673-8597350F94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311E59-453B-4F97-92E2-FB6C8E400F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541103F-1384-4E7A-A0D5-96BE256FCFA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9635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FD337-7CBC-413C-BD15-6F0734C2F4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4472C5-5D06-44DA-9A5E-B9E5A8DB79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78FF28-5C73-41FB-8AE5-3A44A25ED78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1710071-3B57-4FDF-9400-FA8466728E9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782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2C4622-CB13-4907-A096-4682C6702C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0273440-C06D-4429-AA17-27AB57F70F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84DC7F-FBD3-4219-B38F-F7D3C82876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14103F4-4D12-4C3C-9FC8-BE7C44754CD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0852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FEB4920-5A9A-44F2-AB0F-4930D3DD19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B9EDE60-958F-4D9F-AD2C-D93CF64063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FB4487-D3B1-4868-A4F7-5A53A6640A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0084798-54E5-4D2F-86D4-C041A3BB71C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82378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7594BE6-DB6B-4971-AEC5-F89BC52CCA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F094756-55A7-4AF4-A52C-F73607B40E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15F85-D890-4DC2-A557-AE635959C2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A9A9711-C0DA-451B-AFEB-2C345F56D70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796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C0935-FBF9-43F3-B476-79B818B78D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80514B-5482-4BDB-A100-95D1F81A06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D11B45-9A98-4B01-808B-70EA66C6F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BFF5D1B-F150-4B12-BC98-8DB7BC8B579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438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DC356-402C-440C-AD5C-D7A94759C1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C13FA1-0FA5-424C-ABA8-52F21F0C9A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43E2F-E24A-48C3-921D-004F1745586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0ADAAEF-15D4-4FF9-BB91-D0112C0CE29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67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909AEE-40EC-4BAD-ADB6-C18ADF0BB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F697A2-8076-4A14-8A6F-7DAF46A8A4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8BF7B-17D6-4B9A-9301-4BF670B2D0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234BF85-B650-40AD-930F-7661E18DF96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7830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D6C63E-031E-4A98-9724-2689D4D244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41B5E5-DA55-4C65-A12B-0F510F42E3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B32F60-5E53-4E63-BD26-B1AB730652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F63230B-17B0-471A-9FD0-DDE86DEE8D0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548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BD2549-7487-4CD9-838B-640249568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4C6801-85E4-465A-ABEF-D95FEF000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60A7E-6CEE-48B9-9786-D727999634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AEF19E-37F5-4800-AB42-6E6744AFF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5CE40A08-DEC1-4B46-BF6C-2E61B17F519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7CF6C42-FFB0-412D-BE59-82F06AA83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71F1C666-24BC-407D-8D52-03216F4D33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B32C1695-149C-4199-B169-2081C23AB85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1600200"/>
            <a:ext cx="72390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Solving Postfix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With a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B313ADE0-C6EF-47E5-A254-C811C4328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8425765B-8C02-4982-A373-8AB32E278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00600"/>
            <a:ext cx="6553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Stacks work great for solving many types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of expressions.   Postfix expressions are 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well suited for solutions using stacks.</a:t>
            </a:r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664B99C3-15FF-4A0C-BA1B-EA3E30EB0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667000"/>
            <a:ext cx="19700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3 6 + =  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125" name="WordArt 6">
            <a:extLst>
              <a:ext uri="{FF2B5EF4-FFF2-40B4-BE49-F238E27FC236}">
                <a16:creationId xmlns:a16="http://schemas.microsoft.com/office/drawing/2014/main" id="{B3EE894D-F168-456A-AAD7-7C82F165F7B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66930" name="Group 18">
            <a:extLst>
              <a:ext uri="{FF2B5EF4-FFF2-40B4-BE49-F238E27FC236}">
                <a16:creationId xmlns:a16="http://schemas.microsoft.com/office/drawing/2014/main" id="{CFEED232-B625-4C40-9A59-E0872539F775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524000" cy="28511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0045DFF8-FCDE-42E0-8EA5-5F83E67A1A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F5F5A32-FEB4-4532-9D76-47056074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57400"/>
            <a:ext cx="25146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05FC856F-514A-49ED-9698-832BE7742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F671BDD-3503-4BC8-A11C-1DEE7A087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1524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99260C51-C8DD-4B58-9AAF-CBB1891DA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You would never need more than one stack!</a:t>
            </a:r>
          </a:p>
        </p:txBody>
      </p:sp>
      <p:sp>
        <p:nvSpPr>
          <p:cNvPr id="6151" name="WordArt 7">
            <a:extLst>
              <a:ext uri="{FF2B5EF4-FFF2-40B4-BE49-F238E27FC236}">
                <a16:creationId xmlns:a16="http://schemas.microsoft.com/office/drawing/2014/main" id="{980A6C64-3637-4BC0-88A0-B9C6273AFA9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67954" name="Group 18">
            <a:extLst>
              <a:ext uri="{FF2B5EF4-FFF2-40B4-BE49-F238E27FC236}">
                <a16:creationId xmlns:a16="http://schemas.microsoft.com/office/drawing/2014/main" id="{CFAB3736-9108-44EF-ACE4-BF0E139C1D97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524000" cy="28511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B87132E6-3FF0-400B-92B5-F1E503BEBD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28459915-9E18-44F7-A09B-BD0A78522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1DF94C9C-FE9D-4037-9E93-4E6709A7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6096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7173" name="Text Box 6">
            <a:extLst>
              <a:ext uri="{FF2B5EF4-FFF2-40B4-BE49-F238E27FC236}">
                <a16:creationId xmlns:a16="http://schemas.microsoft.com/office/drawing/2014/main" id="{B2AC846D-E71C-4161-B037-EF9F4ED9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006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Get the 1.  1 is a digit and is pushed on the stack.</a:t>
            </a:r>
          </a:p>
        </p:txBody>
      </p:sp>
      <p:sp>
        <p:nvSpPr>
          <p:cNvPr id="7174" name="WordArt 8">
            <a:extLst>
              <a:ext uri="{FF2B5EF4-FFF2-40B4-BE49-F238E27FC236}">
                <a16:creationId xmlns:a16="http://schemas.microsoft.com/office/drawing/2014/main" id="{AFAB5D6A-2801-4B50-844E-91756AB85D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68982" name="Group 22">
            <a:extLst>
              <a:ext uri="{FF2B5EF4-FFF2-40B4-BE49-F238E27FC236}">
                <a16:creationId xmlns:a16="http://schemas.microsoft.com/office/drawing/2014/main" id="{7233A6DA-4401-488F-9E72-C54904096C2F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90817ADB-CCBA-40AF-832B-D51C194573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4">
            <a:extLst>
              <a:ext uri="{FF2B5EF4-FFF2-40B4-BE49-F238E27FC236}">
                <a16:creationId xmlns:a16="http://schemas.microsoft.com/office/drawing/2014/main" id="{3590668A-DA75-4AD4-BFEC-2E9C55065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574B15C4-0BD8-4226-A4D2-CC739B083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9144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DDDA321D-4A84-404E-99DB-2C57D59ED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00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Next, get the 6.  6 is a digit and is pushed on the stack.</a:t>
            </a:r>
          </a:p>
        </p:txBody>
      </p:sp>
      <p:sp>
        <p:nvSpPr>
          <p:cNvPr id="8198" name="WordArt 8">
            <a:extLst>
              <a:ext uri="{FF2B5EF4-FFF2-40B4-BE49-F238E27FC236}">
                <a16:creationId xmlns:a16="http://schemas.microsoft.com/office/drawing/2014/main" id="{DFDB3B5E-2361-42AB-AAB1-6B56A9E357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70004" name="Group 20">
            <a:extLst>
              <a:ext uri="{FF2B5EF4-FFF2-40B4-BE49-F238E27FC236}">
                <a16:creationId xmlns:a16="http://schemas.microsoft.com/office/drawing/2014/main" id="{47DC0046-FBBE-49C7-AB18-052A03D58B7A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6D590AE0-572D-48FA-9087-2D7DB60912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F12A9B93-97ED-427D-909D-B2390733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AEFF4EAC-D9FC-4921-9218-B17078EF8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12954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9221" name="Text Box 7">
            <a:extLst>
              <a:ext uri="{FF2B5EF4-FFF2-40B4-BE49-F238E27FC236}">
                <a16:creationId xmlns:a16="http://schemas.microsoft.com/office/drawing/2014/main" id="{D5DA5D64-1908-4C15-8CDF-2EC83C6BB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19600"/>
            <a:ext cx="8380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Get the +.   + is an operator.  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Pop 2 digits off the stack.   Push 1 + 6 onto the stack.</a:t>
            </a:r>
          </a:p>
        </p:txBody>
      </p:sp>
      <p:sp>
        <p:nvSpPr>
          <p:cNvPr id="9222" name="WordArt 8">
            <a:extLst>
              <a:ext uri="{FF2B5EF4-FFF2-40B4-BE49-F238E27FC236}">
                <a16:creationId xmlns:a16="http://schemas.microsoft.com/office/drawing/2014/main" id="{CEF71CC3-73FE-4166-8B69-E19054E8C5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71029" name="Group 21">
            <a:extLst>
              <a:ext uri="{FF2B5EF4-FFF2-40B4-BE49-F238E27FC236}">
                <a16:creationId xmlns:a16="http://schemas.microsoft.com/office/drawing/2014/main" id="{5DF305E2-F90B-405D-BDD4-360B5CD418CF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09B54ECA-71A5-4C2E-A255-A3C3DA4F1C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2375A989-FE15-41BE-8AE2-B9AD0A19B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4DC0812-E5C6-43FB-BA7E-A5149F89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19812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245" name="Text Box 6">
            <a:extLst>
              <a:ext uri="{FF2B5EF4-FFF2-40B4-BE49-F238E27FC236}">
                <a16:creationId xmlns:a16="http://schemas.microsoft.com/office/drawing/2014/main" id="{4EAF1B17-E435-4C9E-BDB9-051BEFD41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00600"/>
            <a:ext cx="628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Get 7 and 4 and push both on the stack.</a:t>
            </a:r>
          </a:p>
        </p:txBody>
      </p:sp>
      <p:sp>
        <p:nvSpPr>
          <p:cNvPr id="10246" name="WordArt 8">
            <a:extLst>
              <a:ext uri="{FF2B5EF4-FFF2-40B4-BE49-F238E27FC236}">
                <a16:creationId xmlns:a16="http://schemas.microsoft.com/office/drawing/2014/main" id="{EB798DA7-8762-42DC-BB01-0FA16128BB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72051" name="Group 19">
            <a:extLst>
              <a:ext uri="{FF2B5EF4-FFF2-40B4-BE49-F238E27FC236}">
                <a16:creationId xmlns:a16="http://schemas.microsoft.com/office/drawing/2014/main" id="{C0116D1B-6E56-4978-8A18-BFC53141ED95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447800"/>
          <a:ext cx="1524000" cy="28511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3402BAB4-C682-4C20-B785-F462F60699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7" name="Text Box 4">
            <a:extLst>
              <a:ext uri="{FF2B5EF4-FFF2-40B4-BE49-F238E27FC236}">
                <a16:creationId xmlns:a16="http://schemas.microsoft.com/office/drawing/2014/main" id="{7000FE7F-B982-402D-9DBD-C21FA4354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00600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Get the -.   Pop 2 digits.  Push 7 – 4 onto the stack.</a:t>
            </a:r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CD94A681-A6C5-492E-87F3-9E7D42DBA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76114F23-8886-4C16-9E2B-5519FBE3E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22098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1270" name="WordArt 8">
            <a:extLst>
              <a:ext uri="{FF2B5EF4-FFF2-40B4-BE49-F238E27FC236}">
                <a16:creationId xmlns:a16="http://schemas.microsoft.com/office/drawing/2014/main" id="{BDA3C000-01BF-4139-8AF7-9D98A0E9122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graphicFrame>
        <p:nvGraphicFramePr>
          <p:cNvPr id="173076" name="Group 20">
            <a:extLst>
              <a:ext uri="{FF2B5EF4-FFF2-40B4-BE49-F238E27FC236}">
                <a16:creationId xmlns:a16="http://schemas.microsoft.com/office/drawing/2014/main" id="{C5C40AC0-BA0D-4BDA-A269-7CC557F4DE18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0AB5D6D6-075C-45AD-A75B-8374F7066B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Text Box 4">
            <a:extLst>
              <a:ext uri="{FF2B5EF4-FFF2-40B4-BE49-F238E27FC236}">
                <a16:creationId xmlns:a16="http://schemas.microsoft.com/office/drawing/2014/main" id="{7E4DBDFB-3892-4F9C-BA53-736D2D915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00600"/>
            <a:ext cx="708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Get the *.   Pop 2 digits and push the result.  </a:t>
            </a:r>
          </a:p>
        </p:txBody>
      </p:sp>
      <p:sp>
        <p:nvSpPr>
          <p:cNvPr id="12292" name="WordArt 8">
            <a:extLst>
              <a:ext uri="{FF2B5EF4-FFF2-40B4-BE49-F238E27FC236}">
                <a16:creationId xmlns:a16="http://schemas.microsoft.com/office/drawing/2014/main" id="{33379AF1-0182-4E87-8B68-D2081393C9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Postfix Solver</a:t>
            </a:r>
          </a:p>
        </p:txBody>
      </p:sp>
      <p:sp>
        <p:nvSpPr>
          <p:cNvPr id="12293" name="Text Box 9">
            <a:extLst>
              <a:ext uri="{FF2B5EF4-FFF2-40B4-BE49-F238E27FC236}">
                <a16:creationId xmlns:a16="http://schemas.microsoft.com/office/drawing/2014/main" id="{A1B9B590-E771-48BF-8445-F8E6CEECD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62200"/>
            <a:ext cx="2392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1 6 + 7 4 - *</a:t>
            </a:r>
          </a:p>
        </p:txBody>
      </p:sp>
      <p:sp>
        <p:nvSpPr>
          <p:cNvPr id="12294" name="Rectangle 10">
            <a:extLst>
              <a:ext uri="{FF2B5EF4-FFF2-40B4-BE49-F238E27FC236}">
                <a16:creationId xmlns:a16="http://schemas.microsoft.com/office/drawing/2014/main" id="{FE866904-F205-4E2A-BEDB-DF1A54FF1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25908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74103" name="Group 23">
            <a:extLst>
              <a:ext uri="{FF2B5EF4-FFF2-40B4-BE49-F238E27FC236}">
                <a16:creationId xmlns:a16="http://schemas.microsoft.com/office/drawing/2014/main" id="{55E078E0-950E-4725-8C18-5C627C7A5DEC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1435</TotalTime>
  <Words>310</Words>
  <Application>Microsoft Office PowerPoint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Tahoma</vt:lpstr>
      <vt:lpstr>Arial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Stacks</dc:subject>
  <dc:creator>A+ Computer Science</dc:creator>
  <cp:keywords>www.apluscompsci.com</cp:keywords>
  <dc:description>Stacks_x000d_
©A+ Computer Science_x000d_
www.apluscompsci.com</dc:description>
  <cp:lastModifiedBy>WELDON JASIK</cp:lastModifiedBy>
  <cp:revision>239</cp:revision>
  <cp:lastPrinted>1999-11-08T17:20:25Z</cp:lastPrinted>
  <dcterms:created xsi:type="dcterms:W3CDTF">1997-11-03T14:43:20Z</dcterms:created>
  <dcterms:modified xsi:type="dcterms:W3CDTF">2020-11-11T15:36:20Z</dcterms:modified>
  <cp:category>www.apluscompsci.com</cp:category>
</cp:coreProperties>
</file>