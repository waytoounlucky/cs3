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425" r:id="rId2"/>
    <p:sldId id="427" r:id="rId3"/>
    <p:sldId id="428" r:id="rId4"/>
    <p:sldId id="429" r:id="rId5"/>
    <p:sldId id="430" r:id="rId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DDDDDD"/>
    <a:srgbClr val="FFFF00"/>
    <a:srgbClr val="000000"/>
    <a:srgbClr val="080808"/>
    <a:srgbClr val="6600FF"/>
    <a:srgbClr val="339933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034" autoAdjust="0"/>
    <p:restoredTop sz="94434" autoAdjust="0"/>
  </p:normalViewPr>
  <p:slideViewPr>
    <p:cSldViewPr>
      <p:cViewPr varScale="1">
        <p:scale>
          <a:sx n="82" d="100"/>
          <a:sy n="82" d="100"/>
        </p:scale>
        <p:origin x="82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40" y="-84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649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3369" y="0"/>
            <a:ext cx="3037031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4"/>
            <a:ext cx="3038649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3369" y="8831264"/>
            <a:ext cx="3037031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80B646F-B864-4D71-A90E-092F55CAC0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7003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402080" y="8839200"/>
            <a:ext cx="560832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defRPr/>
            </a:pPr>
            <a:r>
              <a:rPr lang="en-US" altLang="en-US" sz="1200"/>
              <a:t>©A+ Computer Science     www.apluscompsci.com                 </a:t>
            </a:r>
            <a:fld id="{D26D3D48-BBAB-4193-80D2-B97096DED1B1}" type="slidenum">
              <a:rPr lang="en-US" altLang="en-US" sz="1200" smtClean="0"/>
              <a:pPr algn="r"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21303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1FB379-042E-40BE-9C67-1B7225777C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057548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EFAEF-4D99-4E66-8734-B71BDEEBDB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803786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379080-4F13-4370-86FF-3097046E19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033162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A4142-7706-4336-9C12-09645CED0E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799466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DB6B3B-F323-46FA-A3E3-4DEDD6FF61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61185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38AAAC-2815-40A8-A720-344CE37E1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798289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9A8241-143A-4DC6-9147-009C856181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826253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7751A2-B547-45C6-9ADD-38B809020A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485459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549E2E-9DC0-4DD4-9CE3-395F547C3B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73515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58B9EC-3E49-4CB8-9744-C3521FDA34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552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F90BC-29D7-4BC4-B1DF-9E5B449975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201716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C329431-32F2-461A-AE36-63CE00C66E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57" r:id="rId3"/>
    <p:sldLayoutId id="2147484158" r:id="rId4"/>
    <p:sldLayoutId id="2147484159" r:id="rId5"/>
    <p:sldLayoutId id="2147484160" r:id="rId6"/>
    <p:sldLayoutId id="2147484161" r:id="rId7"/>
    <p:sldLayoutId id="2147484162" r:id="rId8"/>
    <p:sldLayoutId id="2147484163" r:id="rId9"/>
    <p:sldLayoutId id="2147484164" r:id="rId10"/>
    <p:sldLayoutId id="2147484165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3251" name="Text Box 2"/>
          <p:cNvSpPr txBox="1">
            <a:spLocks noChangeArrowheads="1"/>
          </p:cNvSpPr>
          <p:nvPr/>
        </p:nvSpPr>
        <p:spPr bwMode="auto">
          <a:xfrm>
            <a:off x="6096000" y="1905000"/>
            <a:ext cx="20320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80"/>
                </a:solidFill>
                <a:latin typeface="Courier New" panose="02070309020205020404" pitchFamily="49" charset="0"/>
              </a:rPr>
              <a:t>* * * * * *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80"/>
                </a:solidFill>
                <a:latin typeface="Courier New" panose="02070309020205020404" pitchFamily="49" charset="0"/>
              </a:rPr>
              <a:t>* . . . . *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80"/>
                </a:solidFill>
                <a:latin typeface="Courier New" panose="02070309020205020404" pitchFamily="49" charset="0"/>
              </a:rPr>
              <a:t>* . . * * *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80"/>
                </a:solidFill>
                <a:latin typeface="Courier New" panose="02070309020205020404" pitchFamily="49" charset="0"/>
              </a:rPr>
              <a:t>* S . . . *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80"/>
                </a:solidFill>
                <a:latin typeface="Courier New" panose="02070309020205020404" pitchFamily="49" charset="0"/>
              </a:rPr>
              <a:t>* . . . E *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80"/>
                </a:solidFill>
                <a:latin typeface="Courier New" panose="02070309020205020404" pitchFamily="49" charset="0"/>
              </a:rPr>
              <a:t>* * * * * *</a:t>
            </a:r>
          </a:p>
        </p:txBody>
      </p:sp>
      <p:sp>
        <p:nvSpPr>
          <p:cNvPr id="53252" name="WordArt 3"/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9342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Mazes</a:t>
            </a:r>
          </a:p>
        </p:txBody>
      </p:sp>
      <p:sp>
        <p:nvSpPr>
          <p:cNvPr id="53253" name="Text Box 4"/>
          <p:cNvSpPr txBox="1">
            <a:spLocks noChangeArrowheads="1"/>
          </p:cNvSpPr>
          <p:nvPr/>
        </p:nvSpPr>
        <p:spPr bwMode="auto">
          <a:xfrm>
            <a:off x="914400" y="1676400"/>
            <a:ext cx="46482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Mazes are essentially graphs as you have to travel around the maze to see if an exit exists.  You will be checking vertices and travelling along the edges.</a:t>
            </a:r>
          </a:p>
        </p:txBody>
      </p:sp>
      <p:sp>
        <p:nvSpPr>
          <p:cNvPr id="53254" name="Text Box 5"/>
          <p:cNvSpPr txBox="1">
            <a:spLocks noChangeArrowheads="1"/>
          </p:cNvSpPr>
          <p:nvPr/>
        </p:nvSpPr>
        <p:spPr bwMode="auto">
          <a:xfrm>
            <a:off x="6172200" y="3962400"/>
            <a:ext cx="1828800" cy="866775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  <a:latin typeface="Tahoma" panose="020B0604030504040204" pitchFamily="34" charset="0"/>
              </a:rPr>
              <a:t>. are paths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  <a:latin typeface="Tahoma" panose="020B0604030504040204" pitchFamily="34" charset="0"/>
              </a:rPr>
              <a:t>* are walls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3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4275" name="Text Box 2"/>
          <p:cNvSpPr txBox="1">
            <a:spLocks noChangeArrowheads="1"/>
          </p:cNvSpPr>
          <p:nvPr/>
        </p:nvSpPr>
        <p:spPr bwMode="auto">
          <a:xfrm>
            <a:off x="762000" y="1449388"/>
            <a:ext cx="7038975" cy="338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Maze problems are very common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programming problems.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rgbClr val="A50021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A50021"/>
                </a:solidFill>
                <a:latin typeface="Courier New" panose="02070309020205020404" pitchFamily="49" charset="0"/>
              </a:rPr>
              <a:t>. * * * * *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A50021"/>
                </a:solidFill>
                <a:latin typeface="Courier New" panose="02070309020205020404" pitchFamily="49" charset="0"/>
              </a:rPr>
              <a:t>. . . . . 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A50021"/>
                </a:solidFill>
                <a:latin typeface="Courier New" panose="02070309020205020404" pitchFamily="49" charset="0"/>
              </a:rPr>
              <a:t>* . . * . 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A50021"/>
                </a:solidFill>
                <a:latin typeface="Courier New" panose="02070309020205020404" pitchFamily="49" charset="0"/>
              </a:rPr>
              <a:t>* . * * * *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A50021"/>
                </a:solidFill>
                <a:latin typeface="Courier New" panose="02070309020205020404" pitchFamily="49" charset="0"/>
              </a:rPr>
              <a:t>* . * . . *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A50021"/>
                </a:solidFill>
                <a:latin typeface="Courier New" panose="02070309020205020404" pitchFamily="49" charset="0"/>
              </a:rPr>
              <a:t>* * . * . .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3505200" y="2819400"/>
            <a:ext cx="4648200" cy="252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Other times, you start at 0,0 and must check to see if you can get to length-1, length-1.</a:t>
            </a:r>
          </a:p>
        </p:txBody>
      </p:sp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762000" y="5105400"/>
            <a:ext cx="1828800" cy="866775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  <a:latin typeface="Tahoma" panose="020B0604030504040204" pitchFamily="34" charset="0"/>
              </a:rPr>
              <a:t>. are paths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  <a:latin typeface="Tahoma" panose="020B0604030504040204" pitchFamily="34" charset="0"/>
              </a:rPr>
              <a:t>* are walls</a:t>
            </a:r>
          </a:p>
        </p:txBody>
      </p:sp>
      <p:sp>
        <p:nvSpPr>
          <p:cNvPr id="54278" name="WordArt 3"/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9342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Mazes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3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5299" name="Text Box 2"/>
          <p:cNvSpPr txBox="1">
            <a:spLocks noChangeArrowheads="1"/>
          </p:cNvSpPr>
          <p:nvPr/>
        </p:nvSpPr>
        <p:spPr bwMode="auto">
          <a:xfrm>
            <a:off x="381000" y="1295400"/>
            <a:ext cx="7483475" cy="527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void search(int row, int col)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 if (row &gt;= 0 &amp;&amp; col &gt;= 0 &amp;&amp; row &lt; maze.length &amp;&amp;</a:t>
            </a:r>
            <a:br>
              <a:rPr lang="en-US" altLang="en-US" sz="2000">
                <a:latin typeface="Tahoma" panose="020B0604030504040204" pitchFamily="34" charset="0"/>
              </a:rPr>
            </a:br>
            <a:r>
              <a:rPr lang="en-US" altLang="en-US" sz="2000">
                <a:latin typeface="Tahoma" panose="020B0604030504040204" pitchFamily="34" charset="0"/>
              </a:rPr>
              <a:t>                col &lt; maze[r].length &amp;&amp; maze[row][col] = = 1)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  if (col = = maze[r].length - 1)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	   exitFound = true;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  }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  else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Tahoma" panose="020B0604030504040204" pitchFamily="34" charset="0"/>
              </a:rPr>
              <a:t>	   maze[row][col] = 0;   //marking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	   search(row+1, col);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	   search(row-1, col);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	   search(row, col+1);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	   search(row, col-1);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	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6172200" y="4114800"/>
            <a:ext cx="2743200" cy="2541588"/>
          </a:xfrm>
          <a:prstGeom prst="rect">
            <a:avLst/>
          </a:prstGeom>
          <a:noFill/>
          <a:ln w="12700">
            <a:solidFill>
              <a:srgbClr val="990033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A50021"/>
                </a:solidFill>
                <a:latin typeface="Courier New" panose="02070309020205020404" pitchFamily="49" charset="0"/>
              </a:rPr>
              <a:t>1 0 1 1 1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A50021"/>
                </a:solidFill>
                <a:latin typeface="Courier New" panose="02070309020205020404" pitchFamily="49" charset="0"/>
              </a:rPr>
              <a:t>0 1 1 1 1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A50021"/>
                </a:solidFill>
                <a:latin typeface="Courier New" panose="02070309020205020404" pitchFamily="49" charset="0"/>
              </a:rPr>
              <a:t>1 1 1 1 0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A50021"/>
                </a:solidFill>
                <a:latin typeface="Courier New" panose="02070309020205020404" pitchFamily="49" charset="0"/>
              </a:rPr>
              <a:t>0 0 0 0 1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A50021"/>
                </a:solidFill>
                <a:latin typeface="Courier New" panose="02070309020205020404" pitchFamily="49" charset="0"/>
              </a:rPr>
              <a:t>0 0 1 1 0</a:t>
            </a:r>
          </a:p>
        </p:txBody>
      </p:sp>
      <p:sp>
        <p:nvSpPr>
          <p:cNvPr id="55301" name="WordArt 3"/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9342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Mazes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3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6323" name="Text Box 2"/>
          <p:cNvSpPr txBox="1">
            <a:spLocks noChangeArrowheads="1"/>
          </p:cNvSpPr>
          <p:nvPr/>
        </p:nvSpPr>
        <p:spPr bwMode="auto">
          <a:xfrm>
            <a:off x="914400" y="1371600"/>
            <a:ext cx="7162800" cy="447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In some situations, you want to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make changes to the maze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temporarily.   For instance, if you are trying to determine the shortest path, you have to find all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paths and determine which path is the shortest.  Each time to you search the maze for a path, the maze must be in its original state.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56324" name="WordArt 3"/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9342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Mazes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3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7347" name="Text Box 2"/>
          <p:cNvSpPr txBox="1">
            <a:spLocks noChangeArrowheads="1"/>
          </p:cNvSpPr>
          <p:nvPr/>
        </p:nvSpPr>
        <p:spPr bwMode="auto">
          <a:xfrm>
            <a:off x="914400" y="1447800"/>
            <a:ext cx="6892925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void search(int row, int col)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    if (row &gt;= 0 &amp;&amp; col &gt;= 0 &amp;&amp; row &lt; maze.length &amp;&amp;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                col &lt; maze[r].length &amp;&amp; maze[row][col] = = 1)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 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if (col = = maze[r].length - 1)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   exitFound = true;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}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            else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   maze[row][col] = 0;   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//marking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   search(row+1, col);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   search(row-1, col);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   search(row, col+1);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   search(row, col-1);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               maze[row][col] = 1;   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//unmarking ( set it back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     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57348" name="WordArt 3"/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9342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Mazes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4268</TotalTime>
  <Words>563</Words>
  <Application>Microsoft Office PowerPoint</Application>
  <PresentationFormat>On-screen Show (4:3)</PresentationFormat>
  <Paragraphs>89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Courier New</vt:lpstr>
      <vt:lpstr>Impact</vt:lpstr>
      <vt:lpstr>Tahoma</vt:lpstr>
      <vt:lpstr>Times New Roman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recursion</dc:title>
  <dc:subject>Recursion</dc:subject>
  <dc:creator>A+ Computer Science</dc:creator>
  <cp:keywords>www.apluscompsci.com</cp:keywords>
  <dc:description>Recursion_x000d_
©A+ Computer Science_x000d_
www.apluscompsci.com</dc:description>
  <cp:lastModifiedBy>Weldon Jasik</cp:lastModifiedBy>
  <cp:revision>493</cp:revision>
  <cp:lastPrinted>2018-03-06T14:03:40Z</cp:lastPrinted>
  <dcterms:created xsi:type="dcterms:W3CDTF">1995-06-17T23:31:02Z</dcterms:created>
  <dcterms:modified xsi:type="dcterms:W3CDTF">2024-04-17T15:51:42Z</dcterms:modified>
  <cp:category>www.apluscomspci.com</cp:category>
</cp:coreProperties>
</file>