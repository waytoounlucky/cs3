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2" r:id="rId2"/>
    <p:sldId id="272" r:id="rId3"/>
    <p:sldId id="280" r:id="rId4"/>
    <p:sldId id="384" r:id="rId5"/>
    <p:sldId id="315" r:id="rId6"/>
    <p:sldId id="314" r:id="rId7"/>
  </p:sldIdLst>
  <p:sldSz cx="9144000" cy="6858000" type="screen4x3"/>
  <p:notesSz cx="6858000" cy="9144000"/>
  <p:custDataLst>
    <p:tags r:id="rId1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99CC"/>
    <a:srgbClr val="003366"/>
    <a:srgbClr val="660066"/>
    <a:srgbClr val="FFFF00"/>
    <a:srgbClr val="FFFFCC"/>
    <a:srgbClr val="FFCCFF"/>
    <a:srgbClr val="99FF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88608" autoAdjust="0"/>
  </p:normalViewPr>
  <p:slideViewPr>
    <p:cSldViewPr>
      <p:cViewPr varScale="1">
        <p:scale>
          <a:sx n="83" d="100"/>
          <a:sy n="83" d="100"/>
        </p:scale>
        <p:origin x="77" y="6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72"/>
    </p:cViewPr>
  </p:sorterViewPr>
  <p:notesViewPr>
    <p:cSldViewPr>
      <p:cViewPr varScale="1">
        <p:scale>
          <a:sx n="63" d="100"/>
          <a:sy n="63" d="100"/>
        </p:scale>
        <p:origin x="-243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fld id="{C008D70E-2E68-44A0-BD0F-EE16C74DF1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36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105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F4D22-219A-41EC-AAAA-A480C6A024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1510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AC133-8006-4042-A2C6-E2135B6548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3840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6A31E-D5CB-4919-A098-37296F9BD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31977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71938-B544-487E-930F-272EA0E411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8988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B4639-C0DE-4FA4-91C8-CB484847FB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9842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13244-FEF9-4DD2-9774-EB2ADD432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7478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0E319-8829-4CDA-B5FC-22F831E6A1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7439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78AF7-FA9C-4AE9-8830-C9C18BAA92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0141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72B21-4C4C-498D-8BEA-C250BB907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2142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13E7D-FBEA-4997-A3AC-8541F5D50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97471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8F924-4935-45CD-9CDC-E23DC92690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7004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D8886AA1-88A9-4F85-B9C4-C81CC8BB0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0" i="0" u="none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4275" name="WordArt 2"/>
          <p:cNvSpPr>
            <a:spLocks noChangeArrowheads="1" noChangeShapeType="1" noTextEdit="1"/>
          </p:cNvSpPr>
          <p:nvPr/>
        </p:nvSpPr>
        <p:spPr bwMode="auto">
          <a:xfrm>
            <a:off x="1524000" y="1447800"/>
            <a:ext cx="6248400" cy="3124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Fancy</a:t>
            </a:r>
          </a:p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Trees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5299" name="WordArt 2"/>
          <p:cNvSpPr>
            <a:spLocks noChangeArrowheads="1" noChangeShapeType="1" noTextEdit="1"/>
          </p:cNvSpPr>
          <p:nvPr/>
        </p:nvSpPr>
        <p:spPr bwMode="auto">
          <a:xfrm>
            <a:off x="1143000" y="304800"/>
            <a:ext cx="6400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Expression Tree</a:t>
            </a:r>
          </a:p>
        </p:txBody>
      </p:sp>
      <p:sp>
        <p:nvSpPr>
          <p:cNvPr id="55300" name="Text Box 3"/>
          <p:cNvSpPr txBox="1">
            <a:spLocks noChangeArrowheads="1"/>
          </p:cNvSpPr>
          <p:nvPr/>
        </p:nvSpPr>
        <p:spPr bwMode="auto">
          <a:xfrm>
            <a:off x="609600" y="1676400"/>
            <a:ext cx="8288338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2800" b="1"/>
          </a:p>
          <a:p>
            <a:r>
              <a:rPr lang="en-US" sz="2800" b="1"/>
              <a:t>A binary expression tree is a binary tree</a:t>
            </a:r>
          </a:p>
          <a:p>
            <a:r>
              <a:rPr lang="en-US" sz="2800" b="1"/>
              <a:t>in which each parent node contains</a:t>
            </a:r>
            <a:br>
              <a:rPr lang="en-US" sz="2800" b="1"/>
            </a:br>
            <a:r>
              <a:rPr lang="en-US" sz="2800" b="1"/>
              <a:t>an operator and each leaf contains a number.</a:t>
            </a:r>
          </a:p>
          <a:p>
            <a:endParaRPr lang="en-US" sz="2800" b="1"/>
          </a:p>
          <a:p>
            <a:r>
              <a:rPr lang="en-US" sz="2800" b="1"/>
              <a:t>		</a:t>
            </a:r>
          </a:p>
        </p:txBody>
      </p:sp>
      <p:sp>
        <p:nvSpPr>
          <p:cNvPr id="55301" name="Oval 10"/>
          <p:cNvSpPr>
            <a:spLocks noChangeArrowheads="1"/>
          </p:cNvSpPr>
          <p:nvPr/>
        </p:nvSpPr>
        <p:spPr bwMode="auto">
          <a:xfrm>
            <a:off x="4191000" y="4191000"/>
            <a:ext cx="533400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55302" name="Oval 11"/>
          <p:cNvSpPr>
            <a:spLocks noChangeArrowheads="1"/>
          </p:cNvSpPr>
          <p:nvPr/>
        </p:nvSpPr>
        <p:spPr bwMode="auto">
          <a:xfrm>
            <a:off x="3429000" y="4724400"/>
            <a:ext cx="533400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-</a:t>
            </a:r>
          </a:p>
        </p:txBody>
      </p:sp>
      <p:sp>
        <p:nvSpPr>
          <p:cNvPr id="55303" name="Oval 12"/>
          <p:cNvSpPr>
            <a:spLocks noChangeArrowheads="1"/>
          </p:cNvSpPr>
          <p:nvPr/>
        </p:nvSpPr>
        <p:spPr bwMode="auto">
          <a:xfrm>
            <a:off x="2819400" y="5257800"/>
            <a:ext cx="533400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55304" name="Oval 13"/>
          <p:cNvSpPr>
            <a:spLocks noChangeArrowheads="1"/>
          </p:cNvSpPr>
          <p:nvPr/>
        </p:nvSpPr>
        <p:spPr bwMode="auto">
          <a:xfrm>
            <a:off x="3886200" y="5257800"/>
            <a:ext cx="533400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55305" name="Oval 14"/>
          <p:cNvSpPr>
            <a:spLocks noChangeArrowheads="1"/>
          </p:cNvSpPr>
          <p:nvPr/>
        </p:nvSpPr>
        <p:spPr bwMode="auto">
          <a:xfrm>
            <a:off x="4953000" y="4648200"/>
            <a:ext cx="533400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*</a:t>
            </a:r>
          </a:p>
        </p:txBody>
      </p:sp>
      <p:sp>
        <p:nvSpPr>
          <p:cNvPr id="55306" name="Oval 15"/>
          <p:cNvSpPr>
            <a:spLocks noChangeArrowheads="1"/>
          </p:cNvSpPr>
          <p:nvPr/>
        </p:nvSpPr>
        <p:spPr bwMode="auto">
          <a:xfrm>
            <a:off x="4648200" y="5257800"/>
            <a:ext cx="533400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55307" name="Oval 16"/>
          <p:cNvSpPr>
            <a:spLocks noChangeArrowheads="1"/>
          </p:cNvSpPr>
          <p:nvPr/>
        </p:nvSpPr>
        <p:spPr bwMode="auto">
          <a:xfrm>
            <a:off x="5486400" y="5257800"/>
            <a:ext cx="533400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55308" name="Text Box 17"/>
          <p:cNvSpPr txBox="1">
            <a:spLocks noChangeArrowheads="1"/>
          </p:cNvSpPr>
          <p:nvPr/>
        </p:nvSpPr>
        <p:spPr bwMode="auto">
          <a:xfrm>
            <a:off x="5867400" y="4495800"/>
            <a:ext cx="1371600" cy="4699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4-5+6*7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914400" y="2133600"/>
            <a:ext cx="7091363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800" b="1" dirty="0"/>
              <a:t>A threaded binary tree is a binary tree </a:t>
            </a:r>
          </a:p>
          <a:p>
            <a:r>
              <a:rPr lang="en-US" sz="2800" b="1" dirty="0"/>
              <a:t>with an additional reference in each </a:t>
            </a:r>
          </a:p>
          <a:p>
            <a:r>
              <a:rPr lang="en-US" sz="2800" b="1" dirty="0"/>
              <a:t>node that is used to point from a child </a:t>
            </a:r>
          </a:p>
          <a:p>
            <a:r>
              <a:rPr lang="en-US" sz="2800" b="1" dirty="0"/>
              <a:t>back to its parent.</a:t>
            </a:r>
          </a:p>
        </p:txBody>
      </p:sp>
      <p:sp>
        <p:nvSpPr>
          <p:cNvPr id="56324" name="WordArt 9"/>
          <p:cNvSpPr>
            <a:spLocks noChangeArrowheads="1" noChangeShapeType="1" noTextEdit="1"/>
          </p:cNvSpPr>
          <p:nvPr/>
        </p:nvSpPr>
        <p:spPr bwMode="auto">
          <a:xfrm>
            <a:off x="1143000" y="304800"/>
            <a:ext cx="6400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Threaded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6324" name="WordArt 9"/>
          <p:cNvSpPr>
            <a:spLocks noChangeArrowheads="1" noChangeShapeType="1" noTextEdit="1"/>
          </p:cNvSpPr>
          <p:nvPr/>
        </p:nvSpPr>
        <p:spPr bwMode="auto">
          <a:xfrm>
            <a:off x="1143000" y="304800"/>
            <a:ext cx="6400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Threaded Tree</a:t>
            </a:r>
          </a:p>
        </p:txBody>
      </p:sp>
      <p:pic>
        <p:nvPicPr>
          <p:cNvPr id="1026" name="Picture 2" descr="http://upload.wikimedia.org/wikipedia/commons/thumb/7/7a/Threaded_tree.svg/330px-Threaded_tree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799"/>
            <a:ext cx="5410200" cy="4590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4785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7347" name="Rectangle 4"/>
          <p:cNvSpPr>
            <a:spLocks noChangeArrowheads="1"/>
          </p:cNvSpPr>
          <p:nvPr/>
        </p:nvSpPr>
        <p:spPr bwMode="auto">
          <a:xfrm>
            <a:off x="990600" y="1752600"/>
            <a:ext cx="754380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b="1"/>
              <a:t>public class ThreadedTreeNode {</a:t>
            </a:r>
          </a:p>
          <a:p>
            <a:endParaRPr lang="en-US" b="1"/>
          </a:p>
          <a:p>
            <a:r>
              <a:rPr lang="en-US" b="1"/>
              <a:t>   private Comparable treeNodeValue;</a:t>
            </a:r>
          </a:p>
          <a:p>
            <a:r>
              <a:rPr lang="en-US" b="1"/>
              <a:t>   private ThreadedTreeNode leftTreeNode;</a:t>
            </a:r>
          </a:p>
          <a:p>
            <a:r>
              <a:rPr lang="en-US" b="1"/>
              <a:t>   private ThreadedTreeNode rightTreeNode;</a:t>
            </a:r>
          </a:p>
          <a:p>
            <a:r>
              <a:rPr lang="en-US" b="1"/>
              <a:t>   private ThreadedTreeNode parentTreeNode;</a:t>
            </a:r>
          </a:p>
          <a:p>
            <a:endParaRPr lang="en-US" b="1"/>
          </a:p>
          <a:p>
            <a:r>
              <a:rPr lang="en-US" b="1"/>
              <a:t>   //constructors and methods not shown</a:t>
            </a:r>
          </a:p>
          <a:p>
            <a:endParaRPr lang="en-US" b="1"/>
          </a:p>
          <a:p>
            <a:r>
              <a:rPr lang="en-US" b="1"/>
              <a:t>}</a:t>
            </a:r>
          </a:p>
        </p:txBody>
      </p:sp>
      <p:sp>
        <p:nvSpPr>
          <p:cNvPr id="57348" name="WordArt 7"/>
          <p:cNvSpPr>
            <a:spLocks noChangeArrowheads="1" noChangeShapeType="1" noTextEdit="1"/>
          </p:cNvSpPr>
          <p:nvPr/>
        </p:nvSpPr>
        <p:spPr bwMode="auto">
          <a:xfrm>
            <a:off x="1143000" y="304800"/>
            <a:ext cx="6400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Threaded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8371" name="Rectangle 4"/>
          <p:cNvSpPr>
            <a:spLocks noChangeArrowheads="1"/>
          </p:cNvSpPr>
          <p:nvPr/>
        </p:nvSpPr>
        <p:spPr bwMode="auto">
          <a:xfrm>
            <a:off x="3359150" y="2292350"/>
            <a:ext cx="2044700" cy="749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2" name="Rectangle 5"/>
          <p:cNvSpPr>
            <a:spLocks noChangeArrowheads="1"/>
          </p:cNvSpPr>
          <p:nvPr/>
        </p:nvSpPr>
        <p:spPr bwMode="auto">
          <a:xfrm>
            <a:off x="3359150" y="3054350"/>
            <a:ext cx="977900" cy="6731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3" name="Rectangle 6"/>
          <p:cNvSpPr>
            <a:spLocks noChangeArrowheads="1"/>
          </p:cNvSpPr>
          <p:nvPr/>
        </p:nvSpPr>
        <p:spPr bwMode="auto">
          <a:xfrm>
            <a:off x="4425950" y="3054350"/>
            <a:ext cx="977900" cy="673100"/>
          </a:xfrm>
          <a:prstGeom prst="rect">
            <a:avLst/>
          </a:prstGeom>
          <a:solidFill>
            <a:srgbClr val="99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4" name="Rectangle 9"/>
          <p:cNvSpPr>
            <a:spLocks noChangeArrowheads="1"/>
          </p:cNvSpPr>
          <p:nvPr/>
        </p:nvSpPr>
        <p:spPr bwMode="auto">
          <a:xfrm>
            <a:off x="1758950" y="4349750"/>
            <a:ext cx="2044700" cy="749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5" name="Rectangle 10"/>
          <p:cNvSpPr>
            <a:spLocks noChangeArrowheads="1"/>
          </p:cNvSpPr>
          <p:nvPr/>
        </p:nvSpPr>
        <p:spPr bwMode="auto">
          <a:xfrm>
            <a:off x="1758950" y="5111750"/>
            <a:ext cx="977900" cy="6731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6" name="Rectangle 11"/>
          <p:cNvSpPr>
            <a:spLocks noChangeArrowheads="1"/>
          </p:cNvSpPr>
          <p:nvPr/>
        </p:nvSpPr>
        <p:spPr bwMode="auto">
          <a:xfrm>
            <a:off x="2825750" y="5111750"/>
            <a:ext cx="977900" cy="673100"/>
          </a:xfrm>
          <a:prstGeom prst="rect">
            <a:avLst/>
          </a:prstGeom>
          <a:solidFill>
            <a:srgbClr val="99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Rectangle 12"/>
          <p:cNvSpPr>
            <a:spLocks noChangeArrowheads="1"/>
          </p:cNvSpPr>
          <p:nvPr/>
        </p:nvSpPr>
        <p:spPr bwMode="auto">
          <a:xfrm>
            <a:off x="5187950" y="4425950"/>
            <a:ext cx="2044700" cy="749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Rectangle 13"/>
          <p:cNvSpPr>
            <a:spLocks noChangeArrowheads="1"/>
          </p:cNvSpPr>
          <p:nvPr/>
        </p:nvSpPr>
        <p:spPr bwMode="auto">
          <a:xfrm>
            <a:off x="5187950" y="5187950"/>
            <a:ext cx="977900" cy="6731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9" name="Rectangle 14"/>
          <p:cNvSpPr>
            <a:spLocks noChangeArrowheads="1"/>
          </p:cNvSpPr>
          <p:nvPr/>
        </p:nvSpPr>
        <p:spPr bwMode="auto">
          <a:xfrm>
            <a:off x="6254750" y="5187950"/>
            <a:ext cx="977900" cy="673100"/>
          </a:xfrm>
          <a:prstGeom prst="rect">
            <a:avLst/>
          </a:prstGeom>
          <a:solidFill>
            <a:srgbClr val="99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0" name="Rectangle 15"/>
          <p:cNvSpPr>
            <a:spLocks noChangeArrowheads="1"/>
          </p:cNvSpPr>
          <p:nvPr/>
        </p:nvSpPr>
        <p:spPr bwMode="auto">
          <a:xfrm>
            <a:off x="4098925" y="24225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50</a:t>
            </a:r>
          </a:p>
        </p:txBody>
      </p:sp>
      <p:sp>
        <p:nvSpPr>
          <p:cNvPr id="58381" name="Rectangle 16"/>
          <p:cNvSpPr>
            <a:spLocks noChangeArrowheads="1"/>
          </p:cNvSpPr>
          <p:nvPr/>
        </p:nvSpPr>
        <p:spPr bwMode="auto">
          <a:xfrm>
            <a:off x="2346325" y="44799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35</a:t>
            </a:r>
          </a:p>
        </p:txBody>
      </p:sp>
      <p:sp>
        <p:nvSpPr>
          <p:cNvPr id="58382" name="Rectangle 17"/>
          <p:cNvSpPr>
            <a:spLocks noChangeArrowheads="1"/>
          </p:cNvSpPr>
          <p:nvPr/>
        </p:nvSpPr>
        <p:spPr bwMode="auto">
          <a:xfrm>
            <a:off x="5927725" y="45561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70</a:t>
            </a:r>
          </a:p>
        </p:txBody>
      </p:sp>
      <p:sp>
        <p:nvSpPr>
          <p:cNvPr id="58383" name="Rectangle 19"/>
          <p:cNvSpPr>
            <a:spLocks noChangeArrowheads="1"/>
          </p:cNvSpPr>
          <p:nvPr/>
        </p:nvSpPr>
        <p:spPr bwMode="auto">
          <a:xfrm>
            <a:off x="3352800" y="1905000"/>
            <a:ext cx="2057400" cy="368300"/>
          </a:xfrm>
          <a:prstGeom prst="rect">
            <a:avLst/>
          </a:prstGeom>
          <a:solidFill>
            <a:srgbClr val="99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4" name="Rectangle 20"/>
          <p:cNvSpPr>
            <a:spLocks noChangeArrowheads="1"/>
          </p:cNvSpPr>
          <p:nvPr/>
        </p:nvSpPr>
        <p:spPr bwMode="auto">
          <a:xfrm>
            <a:off x="1752600" y="3962400"/>
            <a:ext cx="2057400" cy="368300"/>
          </a:xfrm>
          <a:prstGeom prst="rect">
            <a:avLst/>
          </a:prstGeom>
          <a:solidFill>
            <a:srgbClr val="99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5" name="Rectangle 21"/>
          <p:cNvSpPr>
            <a:spLocks noChangeArrowheads="1"/>
          </p:cNvSpPr>
          <p:nvPr/>
        </p:nvSpPr>
        <p:spPr bwMode="auto">
          <a:xfrm>
            <a:off x="5181600" y="4038600"/>
            <a:ext cx="2057400" cy="368300"/>
          </a:xfrm>
          <a:prstGeom prst="rect">
            <a:avLst/>
          </a:prstGeom>
          <a:solidFill>
            <a:srgbClr val="99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6" name="Line 22"/>
          <p:cNvSpPr>
            <a:spLocks noChangeShapeType="1"/>
          </p:cNvSpPr>
          <p:nvPr/>
        </p:nvSpPr>
        <p:spPr bwMode="auto">
          <a:xfrm flipH="1">
            <a:off x="2895600" y="3429000"/>
            <a:ext cx="914400" cy="11430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7" name="Line 23"/>
          <p:cNvSpPr>
            <a:spLocks noChangeShapeType="1"/>
          </p:cNvSpPr>
          <p:nvPr/>
        </p:nvSpPr>
        <p:spPr bwMode="auto">
          <a:xfrm flipV="1">
            <a:off x="2895600" y="3352800"/>
            <a:ext cx="609600" cy="8382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8" name="Line 24"/>
          <p:cNvSpPr>
            <a:spLocks noChangeShapeType="1"/>
          </p:cNvSpPr>
          <p:nvPr/>
        </p:nvSpPr>
        <p:spPr bwMode="auto">
          <a:xfrm flipH="1" flipV="1">
            <a:off x="5181600" y="3429000"/>
            <a:ext cx="914400" cy="8382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Line 25"/>
          <p:cNvSpPr>
            <a:spLocks noChangeShapeType="1"/>
          </p:cNvSpPr>
          <p:nvPr/>
        </p:nvSpPr>
        <p:spPr bwMode="auto">
          <a:xfrm>
            <a:off x="4953000" y="3581400"/>
            <a:ext cx="914400" cy="8382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0" name="Line 26"/>
          <p:cNvSpPr>
            <a:spLocks noChangeShapeType="1"/>
          </p:cNvSpPr>
          <p:nvPr/>
        </p:nvSpPr>
        <p:spPr bwMode="auto">
          <a:xfrm flipH="1" flipV="1">
            <a:off x="4343400" y="1524000"/>
            <a:ext cx="0" cy="5334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1" name="Rectangle 28"/>
          <p:cNvSpPr>
            <a:spLocks noChangeArrowheads="1"/>
          </p:cNvSpPr>
          <p:nvPr/>
        </p:nvSpPr>
        <p:spPr bwMode="auto">
          <a:xfrm>
            <a:off x="4038600" y="1143000"/>
            <a:ext cx="657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null</a:t>
            </a:r>
          </a:p>
        </p:txBody>
      </p:sp>
      <p:sp>
        <p:nvSpPr>
          <p:cNvPr id="58392" name="Rectangle 30"/>
          <p:cNvSpPr>
            <a:spLocks noChangeArrowheads="1"/>
          </p:cNvSpPr>
          <p:nvPr/>
        </p:nvSpPr>
        <p:spPr bwMode="auto">
          <a:xfrm>
            <a:off x="990600" y="5943600"/>
            <a:ext cx="657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null</a:t>
            </a:r>
          </a:p>
        </p:txBody>
      </p:sp>
      <p:sp>
        <p:nvSpPr>
          <p:cNvPr id="58393" name="Rectangle 31"/>
          <p:cNvSpPr>
            <a:spLocks noChangeArrowheads="1"/>
          </p:cNvSpPr>
          <p:nvPr/>
        </p:nvSpPr>
        <p:spPr bwMode="auto">
          <a:xfrm>
            <a:off x="3429000" y="5943600"/>
            <a:ext cx="657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null</a:t>
            </a:r>
          </a:p>
        </p:txBody>
      </p:sp>
      <p:sp>
        <p:nvSpPr>
          <p:cNvPr id="58394" name="Rectangle 32"/>
          <p:cNvSpPr>
            <a:spLocks noChangeArrowheads="1"/>
          </p:cNvSpPr>
          <p:nvPr/>
        </p:nvSpPr>
        <p:spPr bwMode="auto">
          <a:xfrm>
            <a:off x="5410200" y="60198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null</a:t>
            </a:r>
          </a:p>
        </p:txBody>
      </p:sp>
      <p:sp>
        <p:nvSpPr>
          <p:cNvPr id="58395" name="Rectangle 33"/>
          <p:cNvSpPr>
            <a:spLocks noChangeArrowheads="1"/>
          </p:cNvSpPr>
          <p:nvPr/>
        </p:nvSpPr>
        <p:spPr bwMode="auto">
          <a:xfrm>
            <a:off x="6781800" y="6019800"/>
            <a:ext cx="657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null</a:t>
            </a:r>
          </a:p>
        </p:txBody>
      </p:sp>
      <p:sp>
        <p:nvSpPr>
          <p:cNvPr id="58396" name="Line 34"/>
          <p:cNvSpPr>
            <a:spLocks noChangeShapeType="1"/>
          </p:cNvSpPr>
          <p:nvPr/>
        </p:nvSpPr>
        <p:spPr bwMode="auto">
          <a:xfrm flipH="1">
            <a:off x="1600200" y="5486400"/>
            <a:ext cx="457200" cy="5334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7" name="Line 35"/>
          <p:cNvSpPr>
            <a:spLocks noChangeShapeType="1"/>
          </p:cNvSpPr>
          <p:nvPr/>
        </p:nvSpPr>
        <p:spPr bwMode="auto">
          <a:xfrm flipH="1">
            <a:off x="5181600" y="5562600"/>
            <a:ext cx="457200" cy="5334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8" name="Line 36"/>
          <p:cNvSpPr>
            <a:spLocks noChangeShapeType="1"/>
          </p:cNvSpPr>
          <p:nvPr/>
        </p:nvSpPr>
        <p:spPr bwMode="auto">
          <a:xfrm>
            <a:off x="3276600" y="5486400"/>
            <a:ext cx="381000" cy="4572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9" name="Line 37"/>
          <p:cNvSpPr>
            <a:spLocks noChangeShapeType="1"/>
          </p:cNvSpPr>
          <p:nvPr/>
        </p:nvSpPr>
        <p:spPr bwMode="auto">
          <a:xfrm>
            <a:off x="6781800" y="5562600"/>
            <a:ext cx="381000" cy="4572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0" name="WordArt 39"/>
          <p:cNvSpPr>
            <a:spLocks noChangeArrowheads="1" noChangeShapeType="1" noTextEdit="1"/>
          </p:cNvSpPr>
          <p:nvPr/>
        </p:nvSpPr>
        <p:spPr bwMode="auto">
          <a:xfrm>
            <a:off x="1143000" y="304800"/>
            <a:ext cx="6400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Threaded Tree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9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351&quot;/&gt;&lt;/object&gt;&lt;object type=&quot;3&quot; unique_id=&quot;10005&quot;&gt;&lt;property id=&quot;20148&quot; value=&quot;5&quot;/&gt;&lt;property id=&quot;20300&quot; value=&quot;Slide 3&quot;/&gt;&lt;property id=&quot;20307&quot; value=&quot;352&quot;/&gt;&lt;/object&gt;&lt;object type=&quot;3&quot; unique_id=&quot;10006&quot;&gt;&lt;property id=&quot;20148&quot; value=&quot;5&quot;/&gt;&lt;property id=&quot;20300&quot; value=&quot;Slide 4&quot;/&gt;&lt;property id=&quot;20307&quot; value=&quot;364&quot;/&gt;&lt;/object&gt;&lt;object type=&quot;3&quot; unique_id=&quot;10007&quot;&gt;&lt;property id=&quot;20148&quot; value=&quot;5&quot;/&gt;&lt;property id=&quot;20300&quot; value=&quot;Slide 5&quot;/&gt;&lt;property id=&quot;20307&quot; value=&quot;337&quot;/&gt;&lt;/object&gt;&lt;object type=&quot;3&quot; unique_id=&quot;10008&quot;&gt;&lt;property id=&quot;20148&quot; value=&quot;5&quot;/&gt;&lt;property id=&quot;20300&quot; value=&quot;Slide 6&quot;/&gt;&lt;property id=&quot;20307&quot; value=&quot;365&quot;/&gt;&lt;/object&gt;&lt;object type=&quot;3&quot; unique_id=&quot;10009&quot;&gt;&lt;property id=&quot;20148&quot; value=&quot;5&quot;/&gt;&lt;property id=&quot;20300&quot; value=&quot;Slide 7&quot;/&gt;&lt;property id=&quot;20307&quot; value=&quot;356&quot;/&gt;&lt;/object&gt;&lt;object type=&quot;3&quot; unique_id=&quot;10010&quot;&gt;&lt;property id=&quot;20148&quot; value=&quot;5&quot;/&gt;&lt;property id=&quot;20300&quot; value=&quot;Slide 8&quot;/&gt;&lt;property id=&quot;20307&quot; value=&quot;355&quot;/&gt;&lt;/object&gt;&lt;object type=&quot;3&quot; unique_id=&quot;10011&quot;&gt;&lt;property id=&quot;20148&quot; value=&quot;5&quot;/&gt;&lt;property id=&quot;20300&quot; value=&quot;Slide 9&quot;/&gt;&lt;property id=&quot;20307&quot; value=&quot;341&quot;/&gt;&lt;/object&gt;&lt;object type=&quot;3&quot; unique_id=&quot;10012&quot;&gt;&lt;property id=&quot;20148&quot; value=&quot;5&quot;/&gt;&lt;property id=&quot;20300&quot; value=&quot;Slide 10&quot;/&gt;&lt;property id=&quot;20307&quot; value=&quot;264&quot;/&gt;&lt;/object&gt;&lt;object type=&quot;3&quot; unique_id=&quot;10013&quot;&gt;&lt;property id=&quot;20148&quot; value=&quot;5&quot;/&gt;&lt;property id=&quot;20300&quot; value=&quot;Slide 11&quot;/&gt;&lt;property id=&quot;20307&quot; value=&quot;357&quot;/&gt;&lt;/object&gt;&lt;object type=&quot;3&quot; unique_id=&quot;10014&quot;&gt;&lt;property id=&quot;20148&quot; value=&quot;5&quot;/&gt;&lt;property id=&quot;20300&quot; value=&quot;Slide 12&quot;/&gt;&lt;property id=&quot;20307&quot; value=&quot;342&quot;/&gt;&lt;/object&gt;&lt;object type=&quot;3&quot; unique_id=&quot;10015&quot;&gt;&lt;property id=&quot;20148&quot; value=&quot;5&quot;/&gt;&lt;property id=&quot;20300&quot; value=&quot;Slide 13&quot;/&gt;&lt;property id=&quot;20307&quot; value=&quot;349&quot;/&gt;&lt;/object&gt;&lt;object type=&quot;3&quot; unique_id=&quot;10016&quot;&gt;&lt;property id=&quot;20148&quot; value=&quot;5&quot;/&gt;&lt;property id=&quot;20300&quot; value=&quot;Slide 14&quot;/&gt;&lt;property id=&quot;20307&quot; value=&quot;343&quot;/&gt;&lt;/object&gt;&lt;object type=&quot;3&quot; unique_id=&quot;10017&quot;&gt;&lt;property id=&quot;20148&quot; value=&quot;5&quot;/&gt;&lt;property id=&quot;20300&quot; value=&quot;Slide 15&quot;/&gt;&lt;property id=&quot;20307&quot; value=&quot;344&quot;/&gt;&lt;/object&gt;&lt;object type=&quot;3&quot; unique_id=&quot;10018&quot;&gt;&lt;property id=&quot;20148&quot; value=&quot;5&quot;/&gt;&lt;property id=&quot;20300&quot; value=&quot;Slide 16&quot;/&gt;&lt;property id=&quot;20307&quot; value=&quot;345&quot;/&gt;&lt;/object&gt;&lt;object type=&quot;3&quot; unique_id=&quot;10019&quot;&gt;&lt;property id=&quot;20148&quot; value=&quot;5&quot;/&gt;&lt;property id=&quot;20300&quot; value=&quot;Slide 17&quot;/&gt;&lt;property id=&quot;20307&quot; value=&quot;348&quot;/&gt;&lt;/object&gt;&lt;object type=&quot;3&quot; unique_id=&quot;10020&quot;&gt;&lt;property id=&quot;20148&quot; value=&quot;5&quot;/&gt;&lt;property id=&quot;20300&quot; value=&quot;Slide 18&quot;/&gt;&lt;property id=&quot;20307&quot; value=&quot;346&quot;/&gt;&lt;/object&gt;&lt;object type=&quot;3&quot; unique_id=&quot;10021&quot;&gt;&lt;property id=&quot;20148&quot; value=&quot;5&quot;/&gt;&lt;property id=&quot;20300&quot; value=&quot;Slide 19&quot;/&gt;&lt;property id=&quot;20307&quot; value=&quot;347&quot;/&gt;&lt;/object&gt;&lt;object type=&quot;3&quot; unique_id=&quot;10022&quot;&gt;&lt;property id=&quot;20148&quot; value=&quot;5&quot;/&gt;&lt;property id=&quot;20300&quot; value=&quot;Slide 20&quot;/&gt;&lt;property id=&quot;20307&quot; value=&quot;333&quot;/&gt;&lt;/object&gt;&lt;object type=&quot;3&quot; unique_id=&quot;10023&quot;&gt;&lt;property id=&quot;20148&quot; value=&quot;5&quot;/&gt;&lt;property id=&quot;20300&quot; value=&quot;Slide 21&quot;/&gt;&lt;property id=&quot;20307&quot; value=&quot;257&quot;/&gt;&lt;/object&gt;&lt;object type=&quot;3&quot; unique_id=&quot;10024&quot;&gt;&lt;property id=&quot;20148&quot; value=&quot;5&quot;/&gt;&lt;property id=&quot;20300&quot; value=&quot;Slide 22&quot;/&gt;&lt;property id=&quot;20307&quot; value=&quot;334&quot;/&gt;&lt;/object&gt;&lt;object type=&quot;3&quot; unique_id=&quot;10025&quot;&gt;&lt;property id=&quot;20148&quot; value=&quot;5&quot;/&gt;&lt;property id=&quot;20300&quot; value=&quot;Slide 23&quot;/&gt;&lt;property id=&quot;20307&quot; value=&quot;358&quot;/&gt;&lt;/object&gt;&lt;object type=&quot;3&quot; unique_id=&quot;10026&quot;&gt;&lt;property id=&quot;20148&quot; value=&quot;5&quot;/&gt;&lt;property id=&quot;20300&quot; value=&quot;Slide 24&quot;/&gt;&lt;property id=&quot;20307&quot; value=&quot;359&quot;/&gt;&lt;/object&gt;&lt;object type=&quot;3&quot; unique_id=&quot;10027&quot;&gt;&lt;property id=&quot;20148&quot; value=&quot;5&quot;/&gt;&lt;property id=&quot;20300&quot; value=&quot;Slide 25&quot;/&gt;&lt;property id=&quot;20307&quot; value=&quot;360&quot;/&gt;&lt;/object&gt;&lt;object type=&quot;3&quot; unique_id=&quot;10028&quot;&gt;&lt;property id=&quot;20148&quot; value=&quot;5&quot;/&gt;&lt;property id=&quot;20300&quot; value=&quot;Slide 26&quot;/&gt;&lt;property id=&quot;20307&quot; value=&quot;322&quot;/&gt;&lt;/object&gt;&lt;object type=&quot;3&quot; unique_id=&quot;10029&quot;&gt;&lt;property id=&quot;20148&quot; value=&quot;5&quot;/&gt;&lt;property id=&quot;20300&quot; value=&quot;Slide 27&quot;/&gt;&lt;property id=&quot;20307&quot; value=&quot;323&quot;/&gt;&lt;/object&gt;&lt;object type=&quot;3&quot; unique_id=&quot;10030&quot;&gt;&lt;property id=&quot;20148&quot; value=&quot;5&quot;/&gt;&lt;property id=&quot;20300&quot; value=&quot;Slide 28&quot;/&gt;&lt;property id=&quot;20307&quot; value=&quot;379&quot;/&gt;&lt;/object&gt;&lt;object type=&quot;3&quot; unique_id=&quot;10031&quot;&gt;&lt;property id=&quot;20148&quot; value=&quot;5&quot;/&gt;&lt;property id=&quot;20300&quot; value=&quot;Slide 29&quot;/&gt;&lt;property id=&quot;20307&quot; value=&quot;380&quot;/&gt;&lt;/object&gt;&lt;object type=&quot;3&quot; unique_id=&quot;10032&quot;&gt;&lt;property id=&quot;20148&quot; value=&quot;5&quot;/&gt;&lt;property id=&quot;20300&quot; value=&quot;Slide 30&quot;/&gt;&lt;property id=&quot;20307&quot; value=&quot;381&quot;/&gt;&lt;/object&gt;&lt;object type=&quot;3&quot; unique_id=&quot;10033&quot;&gt;&lt;property id=&quot;20148&quot; value=&quot;5&quot;/&gt;&lt;property id=&quot;20300&quot; value=&quot;Slide 31&quot;/&gt;&lt;property id=&quot;20307&quot; value=&quot;362&quot;/&gt;&lt;/object&gt;&lt;object type=&quot;3&quot; unique_id=&quot;10034&quot;&gt;&lt;property id=&quot;20148&quot; value=&quot;5&quot;/&gt;&lt;property id=&quot;20300&quot; value=&quot;Slide 32&quot;/&gt;&lt;property id=&quot;20307&quot; value=&quot;363&quot;/&gt;&lt;/object&gt;&lt;object type=&quot;3&quot; unique_id=&quot;10035&quot;&gt;&lt;property id=&quot;20148&quot; value=&quot;5&quot;/&gt;&lt;property id=&quot;20300&quot; value=&quot;Slide 33&quot;/&gt;&lt;property id=&quot;20307&quot; value=&quot;368&quot;/&gt;&lt;/object&gt;&lt;object type=&quot;3&quot; unique_id=&quot;10036&quot;&gt;&lt;property id=&quot;20148&quot; value=&quot;5&quot;/&gt;&lt;property id=&quot;20300&quot; value=&quot;Slide 34&quot;/&gt;&lt;property id=&quot;20307&quot; value=&quot;328&quot;/&gt;&lt;/object&gt;&lt;object type=&quot;3&quot; unique_id=&quot;10037&quot;&gt;&lt;property id=&quot;20148&quot; value=&quot;5&quot;/&gt;&lt;property id=&quot;20300&quot; value=&quot;Slide 35&quot;/&gt;&lt;property id=&quot;20307&quot; value=&quot;369&quot;/&gt;&lt;/object&gt;&lt;object type=&quot;3&quot; unique_id=&quot;10038&quot;&gt;&lt;property id=&quot;20148&quot; value=&quot;5&quot;/&gt;&lt;property id=&quot;20300&quot; value=&quot;Slide 36&quot;/&gt;&lt;property id=&quot;20307&quot; value=&quot;373&quot;/&gt;&lt;/object&gt;&lt;object type=&quot;3&quot; unique_id=&quot;10039&quot;&gt;&lt;property id=&quot;20148&quot; value=&quot;5&quot;/&gt;&lt;property id=&quot;20300&quot; value=&quot;Slide 37&quot;/&gt;&lt;property id=&quot;20307&quot; value=&quot;374&quot;/&gt;&lt;/object&gt;&lt;object type=&quot;3&quot; unique_id=&quot;10040&quot;&gt;&lt;property id=&quot;20148&quot; value=&quot;5&quot;/&gt;&lt;property id=&quot;20300&quot; value=&quot;Slide 38&quot;/&gt;&lt;property id=&quot;20307&quot; value=&quot;375&quot;/&gt;&lt;/object&gt;&lt;object type=&quot;3&quot; unique_id=&quot;10041&quot;&gt;&lt;property id=&quot;20148&quot; value=&quot;5&quot;/&gt;&lt;property id=&quot;20300&quot; value=&quot;Slide 39&quot;/&gt;&lt;property id=&quot;20307&quot; value=&quot;376&quot;/&gt;&lt;/object&gt;&lt;object type=&quot;3&quot; unique_id=&quot;10042&quot;&gt;&lt;property id=&quot;20148&quot; value=&quot;5&quot;/&gt;&lt;property id=&quot;20300&quot; value=&quot;Slide 40&quot;/&gt;&lt;property id=&quot;20307&quot; value=&quot;329&quot;/&gt;&lt;/object&gt;&lt;object type=&quot;3&quot; unique_id=&quot;10043&quot;&gt;&lt;property id=&quot;20148&quot; value=&quot;5&quot;/&gt;&lt;property id=&quot;20300&quot; value=&quot;Slide 41&quot;/&gt;&lt;property id=&quot;20307&quot; value=&quot;366&quot;/&gt;&lt;/object&gt;&lt;object type=&quot;3&quot; unique_id=&quot;10044&quot;&gt;&lt;property id=&quot;20148&quot; value=&quot;5&quot;/&gt;&lt;property id=&quot;20300&quot; value=&quot;Slide 42&quot;/&gt;&lt;property id=&quot;20307&quot; value=&quot;336&quot;/&gt;&lt;/object&gt;&lt;object type=&quot;3&quot; unique_id=&quot;10045&quot;&gt;&lt;property id=&quot;20148&quot; value=&quot;5&quot;/&gt;&lt;property id=&quot;20300&quot; value=&quot;Slide 43&quot;/&gt;&lt;property id=&quot;20307&quot; value=&quot;330&quot;/&gt;&lt;/object&gt;&lt;object type=&quot;3&quot; unique_id=&quot;10046&quot;&gt;&lt;property id=&quot;20148&quot; value=&quot;5&quot;/&gt;&lt;property id=&quot;20300&quot; value=&quot;Slide 44&quot;/&gt;&lt;property id=&quot;20307&quot; value=&quot;367&quot;/&gt;&lt;/object&gt;&lt;object type=&quot;3&quot; unique_id=&quot;10047&quot;&gt;&lt;property id=&quot;20148&quot; value=&quot;5&quot;/&gt;&lt;property id=&quot;20300&quot; value=&quot;Slide 45&quot;/&gt;&lt;property id=&quot;20307&quot; value=&quot;316&quot;/&gt;&lt;/object&gt;&lt;object type=&quot;3&quot; unique_id=&quot;10048&quot;&gt;&lt;property id=&quot;20148&quot; value=&quot;5&quot;/&gt;&lt;property id=&quot;20300&quot; value=&quot;Slide 46&quot;/&gt;&lt;property id=&quot;20307&quot; value=&quot;279&quot;/&gt;&lt;/object&gt;&lt;object type=&quot;3&quot; unique_id=&quot;10049&quot;&gt;&lt;property id=&quot;20148&quot; value=&quot;5&quot;/&gt;&lt;property id=&quot;20300&quot; value=&quot;Slide 47&quot;/&gt;&lt;property id=&quot;20307&quot; value=&quot;378&quot;/&gt;&lt;/object&gt;&lt;object type=&quot;3&quot; unique_id=&quot;10050&quot;&gt;&lt;property id=&quot;20148&quot; value=&quot;5&quot;/&gt;&lt;property id=&quot;20300&quot; value=&quot;Slide 48&quot;/&gt;&lt;property id=&quot;20307&quot; value=&quot;382&quot;/&gt;&lt;/object&gt;&lt;object type=&quot;3&quot; unique_id=&quot;10051&quot;&gt;&lt;property id=&quot;20148&quot; value=&quot;5&quot;/&gt;&lt;property id=&quot;20300&quot; value=&quot;Slide 49&quot;/&gt;&lt;property id=&quot;20307&quot; value=&quot;307&quot;/&gt;&lt;/object&gt;&lt;object type=&quot;3&quot; unique_id=&quot;10052&quot;&gt;&lt;property id=&quot;20148&quot; value=&quot;5&quot;/&gt;&lt;property id=&quot;20300&quot; value=&quot;Slide 50&quot;/&gt;&lt;property id=&quot;20307&quot; value=&quot;377&quot;/&gt;&lt;/object&gt;&lt;object type=&quot;3&quot; unique_id=&quot;10053&quot;&gt;&lt;property id=&quot;20148&quot; value=&quot;5&quot;/&gt;&lt;property id=&quot;20300&quot; value=&quot;Slide 51&quot;/&gt;&lt;property id=&quot;20307&quot; value=&quot;312&quot;/&gt;&lt;/object&gt;&lt;object type=&quot;3&quot; unique_id=&quot;10054&quot;&gt;&lt;property id=&quot;20148&quot; value=&quot;5&quot;/&gt;&lt;property id=&quot;20300&quot; value=&quot;Slide 52&quot;/&gt;&lt;property id=&quot;20307&quot; value=&quot;372&quot;/&gt;&lt;/object&gt;&lt;object type=&quot;3&quot; unique_id=&quot;10055&quot;&gt;&lt;property id=&quot;20148&quot; value=&quot;5&quot;/&gt;&lt;property id=&quot;20300&quot; value=&quot;Slide 53&quot;/&gt;&lt;property id=&quot;20307&quot; value=&quot;332&quot;/&gt;&lt;/object&gt;&lt;object type=&quot;3&quot; unique_id=&quot;10056&quot;&gt;&lt;property id=&quot;20148&quot; value=&quot;5&quot;/&gt;&lt;property id=&quot;20300&quot; value=&quot;Slide 54&quot;/&gt;&lt;property id=&quot;20307&quot; value=&quot;272&quot;/&gt;&lt;/object&gt;&lt;object type=&quot;3&quot; unique_id=&quot;10057&quot;&gt;&lt;property id=&quot;20148&quot; value=&quot;5&quot;/&gt;&lt;property id=&quot;20300&quot; value=&quot;Slide 55&quot;/&gt;&lt;property id=&quot;20307&quot; value=&quot;280&quot;/&gt;&lt;/object&gt;&lt;object type=&quot;3&quot; unique_id=&quot;10058&quot;&gt;&lt;property id=&quot;20148&quot; value=&quot;5&quot;/&gt;&lt;property id=&quot;20300&quot; value=&quot;Slide 56&quot;/&gt;&lt;property id=&quot;20307&quot; value=&quot;384&quot;/&gt;&lt;/object&gt;&lt;object type=&quot;3&quot; unique_id=&quot;10059&quot;&gt;&lt;property id=&quot;20148&quot; value=&quot;5&quot;/&gt;&lt;property id=&quot;20300&quot; value=&quot;Slide 57&quot;/&gt;&lt;property id=&quot;20307&quot; value=&quot;315&quot;/&gt;&lt;/object&gt;&lt;object type=&quot;3&quot; unique_id=&quot;10060&quot;&gt;&lt;property id=&quot;20148&quot; value=&quot;5&quot;/&gt;&lt;property id=&quot;20300&quot; value=&quot;Slide 58&quot;/&gt;&lt;property id=&quot;20307&quot; value=&quot;314&quot;/&gt;&lt;/object&gt;&lt;object type=&quot;3&quot; unique_id=&quot;10061&quot;&gt;&lt;property id=&quot;20148&quot; value=&quot;5&quot;/&gt;&lt;property id=&quot;20300&quot; value=&quot;Slide 59&quot;/&gt;&lt;property id=&quot;20307&quot; value=&quot;339&quot;/&gt;&lt;/object&gt;&lt;object type=&quot;3&quot; unique_id=&quot;10062&quot;&gt;&lt;property id=&quot;20148&quot; value=&quot;5&quot;/&gt;&lt;property id=&quot;20300&quot; value=&quot;Slide 60&quot;/&gt;&lt;property id=&quot;20307&quot; value=&quot;353&quot;/&gt;&lt;/object&gt;&lt;object type=&quot;3&quot; unique_id=&quot;10063&quot;&gt;&lt;property id=&quot;20148&quot; value=&quot;5&quot;/&gt;&lt;property id=&quot;20300&quot; value=&quot;Slide 61&quot;/&gt;&lt;property id=&quot;20307&quot; value=&quot;338&quot;/&gt;&lt;/object&gt;&lt;object type=&quot;3&quot; unique_id=&quot;10064&quot;&gt;&lt;property id=&quot;20148&quot; value=&quot;5&quot;/&gt;&lt;property id=&quot;20300&quot; value=&quot;Slide 62&quot;/&gt;&lt;property id=&quot;20307&quot; value=&quot;383&quot;/&gt;&lt;/object&gt;&lt;object type=&quot;3&quot; unique_id=&quot;10065&quot;&gt;&lt;property id=&quot;20148&quot; value=&quot;5&quot;/&gt;&lt;property id=&quot;20300&quot; value=&quot;Slide 63&quot;/&gt;&lt;property id=&quot;20307&quot; value=&quot;318&quot;/&gt;&lt;/object&gt;&lt;/object&gt;&lt;object type=&quot;8&quot; unique_id=&quot;10130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1995</TotalTime>
  <Words>180</Words>
  <Application>Microsoft Office PowerPoint</Application>
  <PresentationFormat>On-screen Show (4:3)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Impact</vt:lpstr>
      <vt:lpstr>Tahoma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Trees</dc:title>
  <dc:subject>Binary Trees</dc:subject>
  <dc:creator>A+ Computer Science</dc:creator>
  <cp:keywords>www.apluscompsci.com</cp:keywords>
  <dc:description>Binary Trees_x000d_
©A+ Computer Science_x000d_
www.apluscompsci.com</dc:description>
  <cp:lastModifiedBy>Weldon Jasik</cp:lastModifiedBy>
  <cp:revision>435</cp:revision>
  <cp:lastPrinted>2000-11-07T14:58:20Z</cp:lastPrinted>
  <dcterms:created xsi:type="dcterms:W3CDTF">2000-01-19T01:43:11Z</dcterms:created>
  <dcterms:modified xsi:type="dcterms:W3CDTF">2024-01-30T14:17:04Z</dcterms:modified>
  <cp:category>www.apluscompsci.com</cp:category>
</cp:coreProperties>
</file>