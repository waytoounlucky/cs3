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328" r:id="rId2"/>
    <p:sldId id="330" r:id="rId3"/>
    <p:sldId id="329" r:id="rId4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9900"/>
    <a:srgbClr val="0099CC"/>
    <a:srgbClr val="003366"/>
    <a:srgbClr val="660066"/>
    <a:srgbClr val="FFFF00"/>
    <a:srgbClr val="FFFFCC"/>
    <a:srgbClr val="FFCCFF"/>
    <a:srgbClr val="99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88608" autoAdjust="0"/>
  </p:normalViewPr>
  <p:slideViewPr>
    <p:cSldViewPr>
      <p:cViewPr varScale="1">
        <p:scale>
          <a:sx n="82" d="100"/>
          <a:sy n="82" d="100"/>
        </p:scale>
        <p:origin x="739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72"/>
    </p:cViewPr>
  </p:sorterViewPr>
  <p:notesViewPr>
    <p:cSldViewPr>
      <p:cViewPr varScale="1">
        <p:scale>
          <a:sx n="63" d="100"/>
          <a:sy n="63" d="100"/>
        </p:scale>
        <p:origin x="-243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1"/>
            </a:lvl1pPr>
          </a:lstStyle>
          <a:p>
            <a:pPr>
              <a:defRPr/>
            </a:pPr>
            <a:fld id="{C008D70E-2E68-44A0-BD0F-EE16C74DF1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3364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3105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895600" y="525463"/>
            <a:ext cx="3505200" cy="26289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29640" y="3329940"/>
            <a:ext cx="7437120" cy="315468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3177" tIns="46589" rIns="93177" bIns="46589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F4D22-219A-41EC-AAAA-A480C6A024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015106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BAC133-8006-4042-A2C6-E2135B6548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438407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E6A31E-D5CB-4919-A098-37296F9BD3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319774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471938-B544-487E-930F-272EA0E411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689883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AB4639-C0DE-4FA4-91C8-CB484847FB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598422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13244-FEF9-4DD2-9774-EB2ADD432F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774787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0E319-8829-4CDA-B5FC-22F831E6A1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374394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078AF7-FA9C-4AE9-8830-C9C18BAA92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201418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D72B21-4C4C-498D-8BEA-C250BB907B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321426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F13E7D-FBEA-4997-A3AC-8541F5D504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497471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A8F924-4935-45CD-9CDC-E23DC92690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970044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pPr>
              <a:defRPr/>
            </a:pPr>
            <a:fld id="{D8886AA1-88A9-4F85-B9C4-C81CC8BB04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800" b="1">
                <a:latin typeface="+mn-lt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 b="0">
              <a:latin typeface="Tahoma" pitchFamily="34" charset="0"/>
            </a:endParaRPr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r>
              <a:rPr lang="en-US">
                <a:latin typeface="Tahoma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0" i="0" u="none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inary tree with ten nodes:&#10;&#10;- The root node at the top is labeled “7”.&#10;- The 2nd level has two child nodes connected to node “7”: node “9” on the left and node “1” on the right.&#10;- The 3rd level has four nodes:&#10;  - Node “9” connects to nodes “6” (left) and “8” (right).&#10;  - Node “1” connects to nodes “2” (left) and “5” (right).&#10;- The 4th level has two nodes:&#10;  - Node “5” connects to nodes “3” (left) and “4” (right).&#10;">
            <a:extLst>
              <a:ext uri="{FF2B5EF4-FFF2-40B4-BE49-F238E27FC236}">
                <a16:creationId xmlns:a16="http://schemas.microsoft.com/office/drawing/2014/main" id="{BE57AAD5-B408-CDC2-7987-789A0D2CD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57200"/>
            <a:ext cx="7696200" cy="57208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inary tree with nine nodes:&#10;• The top node is labeled &quot;5,&quot; representing the root.&#10;• The 2nd level has two child nodes connected to node &quot;5&quot;: node &quot;3&quot; on the left and node &quot;8&quot; on the right.&#10;• The 3rd level has three nodes:&#10;o Node &quot;3&quot; connects to nodes &quot;2&quot; (left) and &quot;4&quot; (right).&#10;o Node &quot;8&quot; connects to nodes &quot;6&quot; (left) and no right child.&#10;• The 4th level has two nodes:&#10;o Node &quot;2&quot; connects to node &quot;1&quot; (left child).&#10;o Node &quot;6&quot; connects to node &quot;7&quot; (right child).&#10;">
            <a:extLst>
              <a:ext uri="{FF2B5EF4-FFF2-40B4-BE49-F238E27FC236}">
                <a16:creationId xmlns:a16="http://schemas.microsoft.com/office/drawing/2014/main" id="{FA3A9D25-E25C-CE4B-C8B0-D4C0B827CF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657" y="457200"/>
            <a:ext cx="6357257" cy="559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247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inary tree with eight nodes:&#10;&#10;- The root node at the top is labeled “12”.&#10;- The 2nd level has two child nodes connected to node “12”: node “21” on the left and node “26” on the right.&#10;- The 3rd level has four nodes:&#10;  - Node “21” connects to nodes “20” (left) and “35” (right).&#10;  - Node “26” connects to nodes “40” (left) and “15” (right).&#10;- The 4th level has one node:&#10;  - Node “20” connects to node “33” (left child).&#10;">
            <a:extLst>
              <a:ext uri="{FF2B5EF4-FFF2-40B4-BE49-F238E27FC236}">
                <a16:creationId xmlns:a16="http://schemas.microsoft.com/office/drawing/2014/main" id="{B4C2A20C-7455-5B9F-1D33-DDD64D5361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533400"/>
            <a:ext cx="6781800" cy="547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1520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9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6&quot;/&gt;&lt;/object&gt;&lt;object type=&quot;3&quot; unique_id=&quot;10004&quot;&gt;&lt;property id=&quot;20148&quot; value=&quot;5&quot;/&gt;&lt;property id=&quot;20300&quot; value=&quot;Slide 2&quot;/&gt;&lt;property id=&quot;20307&quot; value=&quot;351&quot;/&gt;&lt;/object&gt;&lt;object type=&quot;3&quot; unique_id=&quot;10005&quot;&gt;&lt;property id=&quot;20148&quot; value=&quot;5&quot;/&gt;&lt;property id=&quot;20300&quot; value=&quot;Slide 3&quot;/&gt;&lt;property id=&quot;20307&quot; value=&quot;352&quot;/&gt;&lt;/object&gt;&lt;object type=&quot;3&quot; unique_id=&quot;10006&quot;&gt;&lt;property id=&quot;20148&quot; value=&quot;5&quot;/&gt;&lt;property id=&quot;20300&quot; value=&quot;Slide 4&quot;/&gt;&lt;property id=&quot;20307&quot; value=&quot;364&quot;/&gt;&lt;/object&gt;&lt;object type=&quot;3&quot; unique_id=&quot;10007&quot;&gt;&lt;property id=&quot;20148&quot; value=&quot;5&quot;/&gt;&lt;property id=&quot;20300&quot; value=&quot;Slide 5&quot;/&gt;&lt;property id=&quot;20307&quot; value=&quot;337&quot;/&gt;&lt;/object&gt;&lt;object type=&quot;3&quot; unique_id=&quot;10008&quot;&gt;&lt;property id=&quot;20148&quot; value=&quot;5&quot;/&gt;&lt;property id=&quot;20300&quot; value=&quot;Slide 6&quot;/&gt;&lt;property id=&quot;20307&quot; value=&quot;365&quot;/&gt;&lt;/object&gt;&lt;object type=&quot;3&quot; unique_id=&quot;10009&quot;&gt;&lt;property id=&quot;20148&quot; value=&quot;5&quot;/&gt;&lt;property id=&quot;20300&quot; value=&quot;Slide 7&quot;/&gt;&lt;property id=&quot;20307&quot; value=&quot;356&quot;/&gt;&lt;/object&gt;&lt;object type=&quot;3&quot; unique_id=&quot;10010&quot;&gt;&lt;property id=&quot;20148&quot; value=&quot;5&quot;/&gt;&lt;property id=&quot;20300&quot; value=&quot;Slide 8&quot;/&gt;&lt;property id=&quot;20307&quot; value=&quot;355&quot;/&gt;&lt;/object&gt;&lt;object type=&quot;3&quot; unique_id=&quot;10011&quot;&gt;&lt;property id=&quot;20148&quot; value=&quot;5&quot;/&gt;&lt;property id=&quot;20300&quot; value=&quot;Slide 9&quot;/&gt;&lt;property id=&quot;20307&quot; value=&quot;341&quot;/&gt;&lt;/object&gt;&lt;object type=&quot;3&quot; unique_id=&quot;10012&quot;&gt;&lt;property id=&quot;20148&quot; value=&quot;5&quot;/&gt;&lt;property id=&quot;20300&quot; value=&quot;Slide 10&quot;/&gt;&lt;property id=&quot;20307&quot; value=&quot;264&quot;/&gt;&lt;/object&gt;&lt;object type=&quot;3&quot; unique_id=&quot;10013&quot;&gt;&lt;property id=&quot;20148&quot; value=&quot;5&quot;/&gt;&lt;property id=&quot;20300&quot; value=&quot;Slide 11&quot;/&gt;&lt;property id=&quot;20307&quot; value=&quot;357&quot;/&gt;&lt;/object&gt;&lt;object type=&quot;3&quot; unique_id=&quot;10014&quot;&gt;&lt;property id=&quot;20148&quot; value=&quot;5&quot;/&gt;&lt;property id=&quot;20300&quot; value=&quot;Slide 12&quot;/&gt;&lt;property id=&quot;20307&quot; value=&quot;342&quot;/&gt;&lt;/object&gt;&lt;object type=&quot;3&quot; unique_id=&quot;10015&quot;&gt;&lt;property id=&quot;20148&quot; value=&quot;5&quot;/&gt;&lt;property id=&quot;20300&quot; value=&quot;Slide 13&quot;/&gt;&lt;property id=&quot;20307&quot; value=&quot;349&quot;/&gt;&lt;/object&gt;&lt;object type=&quot;3&quot; unique_id=&quot;10016&quot;&gt;&lt;property id=&quot;20148&quot; value=&quot;5&quot;/&gt;&lt;property id=&quot;20300&quot; value=&quot;Slide 14&quot;/&gt;&lt;property id=&quot;20307&quot; value=&quot;343&quot;/&gt;&lt;/object&gt;&lt;object type=&quot;3&quot; unique_id=&quot;10017&quot;&gt;&lt;property id=&quot;20148&quot; value=&quot;5&quot;/&gt;&lt;property id=&quot;20300&quot; value=&quot;Slide 15&quot;/&gt;&lt;property id=&quot;20307&quot; value=&quot;344&quot;/&gt;&lt;/object&gt;&lt;object type=&quot;3&quot; unique_id=&quot;10018&quot;&gt;&lt;property id=&quot;20148&quot; value=&quot;5&quot;/&gt;&lt;property id=&quot;20300&quot; value=&quot;Slide 16&quot;/&gt;&lt;property id=&quot;20307&quot; value=&quot;345&quot;/&gt;&lt;/object&gt;&lt;object type=&quot;3&quot; unique_id=&quot;10019&quot;&gt;&lt;property id=&quot;20148&quot; value=&quot;5&quot;/&gt;&lt;property id=&quot;20300&quot; value=&quot;Slide 17&quot;/&gt;&lt;property id=&quot;20307&quot; value=&quot;348&quot;/&gt;&lt;/object&gt;&lt;object type=&quot;3&quot; unique_id=&quot;10020&quot;&gt;&lt;property id=&quot;20148&quot; value=&quot;5&quot;/&gt;&lt;property id=&quot;20300&quot; value=&quot;Slide 18&quot;/&gt;&lt;property id=&quot;20307&quot; value=&quot;346&quot;/&gt;&lt;/object&gt;&lt;object type=&quot;3&quot; unique_id=&quot;10021&quot;&gt;&lt;property id=&quot;20148&quot; value=&quot;5&quot;/&gt;&lt;property id=&quot;20300&quot; value=&quot;Slide 19&quot;/&gt;&lt;property id=&quot;20307&quot; value=&quot;347&quot;/&gt;&lt;/object&gt;&lt;object type=&quot;3&quot; unique_id=&quot;10022&quot;&gt;&lt;property id=&quot;20148&quot; value=&quot;5&quot;/&gt;&lt;property id=&quot;20300&quot; value=&quot;Slide 20&quot;/&gt;&lt;property id=&quot;20307&quot; value=&quot;333&quot;/&gt;&lt;/object&gt;&lt;object type=&quot;3&quot; unique_id=&quot;10023&quot;&gt;&lt;property id=&quot;20148&quot; value=&quot;5&quot;/&gt;&lt;property id=&quot;20300&quot; value=&quot;Slide 21&quot;/&gt;&lt;property id=&quot;20307&quot; value=&quot;257&quot;/&gt;&lt;/object&gt;&lt;object type=&quot;3&quot; unique_id=&quot;10024&quot;&gt;&lt;property id=&quot;20148&quot; value=&quot;5&quot;/&gt;&lt;property id=&quot;20300&quot; value=&quot;Slide 22&quot;/&gt;&lt;property id=&quot;20307&quot; value=&quot;334&quot;/&gt;&lt;/object&gt;&lt;object type=&quot;3&quot; unique_id=&quot;10025&quot;&gt;&lt;property id=&quot;20148&quot; value=&quot;5&quot;/&gt;&lt;property id=&quot;20300&quot; value=&quot;Slide 23&quot;/&gt;&lt;property id=&quot;20307&quot; value=&quot;358&quot;/&gt;&lt;/object&gt;&lt;object type=&quot;3&quot; unique_id=&quot;10026&quot;&gt;&lt;property id=&quot;20148&quot; value=&quot;5&quot;/&gt;&lt;property id=&quot;20300&quot; value=&quot;Slide 24&quot;/&gt;&lt;property id=&quot;20307&quot; value=&quot;359&quot;/&gt;&lt;/object&gt;&lt;object type=&quot;3&quot; unique_id=&quot;10027&quot;&gt;&lt;property id=&quot;20148&quot; value=&quot;5&quot;/&gt;&lt;property id=&quot;20300&quot; value=&quot;Slide 25&quot;/&gt;&lt;property id=&quot;20307&quot; value=&quot;360&quot;/&gt;&lt;/object&gt;&lt;object type=&quot;3&quot; unique_id=&quot;10028&quot;&gt;&lt;property id=&quot;20148&quot; value=&quot;5&quot;/&gt;&lt;property id=&quot;20300&quot; value=&quot;Slide 26&quot;/&gt;&lt;property id=&quot;20307&quot; value=&quot;322&quot;/&gt;&lt;/object&gt;&lt;object type=&quot;3&quot; unique_id=&quot;10029&quot;&gt;&lt;property id=&quot;20148&quot; value=&quot;5&quot;/&gt;&lt;property id=&quot;20300&quot; value=&quot;Slide 27&quot;/&gt;&lt;property id=&quot;20307&quot; value=&quot;323&quot;/&gt;&lt;/object&gt;&lt;object type=&quot;3&quot; unique_id=&quot;10030&quot;&gt;&lt;property id=&quot;20148&quot; value=&quot;5&quot;/&gt;&lt;property id=&quot;20300&quot; value=&quot;Slide 28&quot;/&gt;&lt;property id=&quot;20307&quot; value=&quot;379&quot;/&gt;&lt;/object&gt;&lt;object type=&quot;3&quot; unique_id=&quot;10031&quot;&gt;&lt;property id=&quot;20148&quot; value=&quot;5&quot;/&gt;&lt;property id=&quot;20300&quot; value=&quot;Slide 29&quot;/&gt;&lt;property id=&quot;20307&quot; value=&quot;380&quot;/&gt;&lt;/object&gt;&lt;object type=&quot;3&quot; unique_id=&quot;10032&quot;&gt;&lt;property id=&quot;20148&quot; value=&quot;5&quot;/&gt;&lt;property id=&quot;20300&quot; value=&quot;Slide 30&quot;/&gt;&lt;property id=&quot;20307&quot; value=&quot;381&quot;/&gt;&lt;/object&gt;&lt;object type=&quot;3&quot; unique_id=&quot;10033&quot;&gt;&lt;property id=&quot;20148&quot; value=&quot;5&quot;/&gt;&lt;property id=&quot;20300&quot; value=&quot;Slide 31&quot;/&gt;&lt;property id=&quot;20307&quot; value=&quot;362&quot;/&gt;&lt;/object&gt;&lt;object type=&quot;3&quot; unique_id=&quot;10034&quot;&gt;&lt;property id=&quot;20148&quot; value=&quot;5&quot;/&gt;&lt;property id=&quot;20300&quot; value=&quot;Slide 32&quot;/&gt;&lt;property id=&quot;20307&quot; value=&quot;363&quot;/&gt;&lt;/object&gt;&lt;object type=&quot;3&quot; unique_id=&quot;10035&quot;&gt;&lt;property id=&quot;20148&quot; value=&quot;5&quot;/&gt;&lt;property id=&quot;20300&quot; value=&quot;Slide 33&quot;/&gt;&lt;property id=&quot;20307&quot; value=&quot;368&quot;/&gt;&lt;/object&gt;&lt;object type=&quot;3&quot; unique_id=&quot;10036&quot;&gt;&lt;property id=&quot;20148&quot; value=&quot;5&quot;/&gt;&lt;property id=&quot;20300&quot; value=&quot;Slide 34&quot;/&gt;&lt;property id=&quot;20307&quot; value=&quot;328&quot;/&gt;&lt;/object&gt;&lt;object type=&quot;3&quot; unique_id=&quot;10037&quot;&gt;&lt;property id=&quot;20148&quot; value=&quot;5&quot;/&gt;&lt;property id=&quot;20300&quot; value=&quot;Slide 35&quot;/&gt;&lt;property id=&quot;20307&quot; value=&quot;369&quot;/&gt;&lt;/object&gt;&lt;object type=&quot;3&quot; unique_id=&quot;10038&quot;&gt;&lt;property id=&quot;20148&quot; value=&quot;5&quot;/&gt;&lt;property id=&quot;20300&quot; value=&quot;Slide 36&quot;/&gt;&lt;property id=&quot;20307&quot; value=&quot;373&quot;/&gt;&lt;/object&gt;&lt;object type=&quot;3&quot; unique_id=&quot;10039&quot;&gt;&lt;property id=&quot;20148&quot; value=&quot;5&quot;/&gt;&lt;property id=&quot;20300&quot; value=&quot;Slide 37&quot;/&gt;&lt;property id=&quot;20307&quot; value=&quot;374&quot;/&gt;&lt;/object&gt;&lt;object type=&quot;3&quot; unique_id=&quot;10040&quot;&gt;&lt;property id=&quot;20148&quot; value=&quot;5&quot;/&gt;&lt;property id=&quot;20300&quot; value=&quot;Slide 38&quot;/&gt;&lt;property id=&quot;20307&quot; value=&quot;375&quot;/&gt;&lt;/object&gt;&lt;object type=&quot;3&quot; unique_id=&quot;10041&quot;&gt;&lt;property id=&quot;20148&quot; value=&quot;5&quot;/&gt;&lt;property id=&quot;20300&quot; value=&quot;Slide 39&quot;/&gt;&lt;property id=&quot;20307&quot; value=&quot;376&quot;/&gt;&lt;/object&gt;&lt;object type=&quot;3&quot; unique_id=&quot;10042&quot;&gt;&lt;property id=&quot;20148&quot; value=&quot;5&quot;/&gt;&lt;property id=&quot;20300&quot; value=&quot;Slide 40&quot;/&gt;&lt;property id=&quot;20307&quot; value=&quot;329&quot;/&gt;&lt;/object&gt;&lt;object type=&quot;3&quot; unique_id=&quot;10043&quot;&gt;&lt;property id=&quot;20148&quot; value=&quot;5&quot;/&gt;&lt;property id=&quot;20300&quot; value=&quot;Slide 41&quot;/&gt;&lt;property id=&quot;20307&quot; value=&quot;366&quot;/&gt;&lt;/object&gt;&lt;object type=&quot;3&quot; unique_id=&quot;10044&quot;&gt;&lt;property id=&quot;20148&quot; value=&quot;5&quot;/&gt;&lt;property id=&quot;20300&quot; value=&quot;Slide 42&quot;/&gt;&lt;property id=&quot;20307&quot; value=&quot;336&quot;/&gt;&lt;/object&gt;&lt;object type=&quot;3&quot; unique_id=&quot;10045&quot;&gt;&lt;property id=&quot;20148&quot; value=&quot;5&quot;/&gt;&lt;property id=&quot;20300&quot; value=&quot;Slide 43&quot;/&gt;&lt;property id=&quot;20307&quot; value=&quot;330&quot;/&gt;&lt;/object&gt;&lt;object type=&quot;3&quot; unique_id=&quot;10046&quot;&gt;&lt;property id=&quot;20148&quot; value=&quot;5&quot;/&gt;&lt;property id=&quot;20300&quot; value=&quot;Slide 44&quot;/&gt;&lt;property id=&quot;20307&quot; value=&quot;367&quot;/&gt;&lt;/object&gt;&lt;object type=&quot;3&quot; unique_id=&quot;10047&quot;&gt;&lt;property id=&quot;20148&quot; value=&quot;5&quot;/&gt;&lt;property id=&quot;20300&quot; value=&quot;Slide 45&quot;/&gt;&lt;property id=&quot;20307&quot; value=&quot;316&quot;/&gt;&lt;/object&gt;&lt;object type=&quot;3&quot; unique_id=&quot;10048&quot;&gt;&lt;property id=&quot;20148&quot; value=&quot;5&quot;/&gt;&lt;property id=&quot;20300&quot; value=&quot;Slide 46&quot;/&gt;&lt;property id=&quot;20307&quot; value=&quot;279&quot;/&gt;&lt;/object&gt;&lt;object type=&quot;3&quot; unique_id=&quot;10049&quot;&gt;&lt;property id=&quot;20148&quot; value=&quot;5&quot;/&gt;&lt;property id=&quot;20300&quot; value=&quot;Slide 47&quot;/&gt;&lt;property id=&quot;20307&quot; value=&quot;378&quot;/&gt;&lt;/object&gt;&lt;object type=&quot;3&quot; unique_id=&quot;10050&quot;&gt;&lt;property id=&quot;20148&quot; value=&quot;5&quot;/&gt;&lt;property id=&quot;20300&quot; value=&quot;Slide 48&quot;/&gt;&lt;property id=&quot;20307&quot; value=&quot;382&quot;/&gt;&lt;/object&gt;&lt;object type=&quot;3&quot; unique_id=&quot;10051&quot;&gt;&lt;property id=&quot;20148&quot; value=&quot;5&quot;/&gt;&lt;property id=&quot;20300&quot; value=&quot;Slide 49&quot;/&gt;&lt;property id=&quot;20307&quot; value=&quot;307&quot;/&gt;&lt;/object&gt;&lt;object type=&quot;3&quot; unique_id=&quot;10052&quot;&gt;&lt;property id=&quot;20148&quot; value=&quot;5&quot;/&gt;&lt;property id=&quot;20300&quot; value=&quot;Slide 50&quot;/&gt;&lt;property id=&quot;20307&quot; value=&quot;377&quot;/&gt;&lt;/object&gt;&lt;object type=&quot;3&quot; unique_id=&quot;10053&quot;&gt;&lt;property id=&quot;20148&quot; value=&quot;5&quot;/&gt;&lt;property id=&quot;20300&quot; value=&quot;Slide 51&quot;/&gt;&lt;property id=&quot;20307&quot; value=&quot;312&quot;/&gt;&lt;/object&gt;&lt;object type=&quot;3&quot; unique_id=&quot;10054&quot;&gt;&lt;property id=&quot;20148&quot; value=&quot;5&quot;/&gt;&lt;property id=&quot;20300&quot; value=&quot;Slide 52&quot;/&gt;&lt;property id=&quot;20307&quot; value=&quot;372&quot;/&gt;&lt;/object&gt;&lt;object type=&quot;3&quot; unique_id=&quot;10055&quot;&gt;&lt;property id=&quot;20148&quot; value=&quot;5&quot;/&gt;&lt;property id=&quot;20300&quot; value=&quot;Slide 53&quot;/&gt;&lt;property id=&quot;20307&quot; value=&quot;332&quot;/&gt;&lt;/object&gt;&lt;object type=&quot;3&quot; unique_id=&quot;10056&quot;&gt;&lt;property id=&quot;20148&quot; value=&quot;5&quot;/&gt;&lt;property id=&quot;20300&quot; value=&quot;Slide 54&quot;/&gt;&lt;property id=&quot;20307&quot; value=&quot;272&quot;/&gt;&lt;/object&gt;&lt;object type=&quot;3&quot; unique_id=&quot;10057&quot;&gt;&lt;property id=&quot;20148&quot; value=&quot;5&quot;/&gt;&lt;property id=&quot;20300&quot; value=&quot;Slide 55&quot;/&gt;&lt;property id=&quot;20307&quot; value=&quot;280&quot;/&gt;&lt;/object&gt;&lt;object type=&quot;3&quot; unique_id=&quot;10058&quot;&gt;&lt;property id=&quot;20148&quot; value=&quot;5&quot;/&gt;&lt;property id=&quot;20300&quot; value=&quot;Slide 56&quot;/&gt;&lt;property id=&quot;20307&quot; value=&quot;384&quot;/&gt;&lt;/object&gt;&lt;object type=&quot;3&quot; unique_id=&quot;10059&quot;&gt;&lt;property id=&quot;20148&quot; value=&quot;5&quot;/&gt;&lt;property id=&quot;20300&quot; value=&quot;Slide 57&quot;/&gt;&lt;property id=&quot;20307&quot; value=&quot;315&quot;/&gt;&lt;/object&gt;&lt;object type=&quot;3&quot; unique_id=&quot;10060&quot;&gt;&lt;property id=&quot;20148&quot; value=&quot;5&quot;/&gt;&lt;property id=&quot;20300&quot; value=&quot;Slide 58&quot;/&gt;&lt;property id=&quot;20307&quot; value=&quot;314&quot;/&gt;&lt;/object&gt;&lt;object type=&quot;3&quot; unique_id=&quot;10061&quot;&gt;&lt;property id=&quot;20148&quot; value=&quot;5&quot;/&gt;&lt;property id=&quot;20300&quot; value=&quot;Slide 59&quot;/&gt;&lt;property id=&quot;20307&quot; value=&quot;339&quot;/&gt;&lt;/object&gt;&lt;object type=&quot;3&quot; unique_id=&quot;10062&quot;&gt;&lt;property id=&quot;20148&quot; value=&quot;5&quot;/&gt;&lt;property id=&quot;20300&quot; value=&quot;Slide 60&quot;/&gt;&lt;property id=&quot;20307&quot; value=&quot;353&quot;/&gt;&lt;/object&gt;&lt;object type=&quot;3&quot; unique_id=&quot;10063&quot;&gt;&lt;property id=&quot;20148&quot; value=&quot;5&quot;/&gt;&lt;property id=&quot;20300&quot; value=&quot;Slide 61&quot;/&gt;&lt;property id=&quot;20307&quot; value=&quot;338&quot;/&gt;&lt;/object&gt;&lt;object type=&quot;3&quot; unique_id=&quot;10064&quot;&gt;&lt;property id=&quot;20148&quot; value=&quot;5&quot;/&gt;&lt;property id=&quot;20300&quot; value=&quot;Slide 62&quot;/&gt;&lt;property id=&quot;20307&quot; value=&quot;383&quot;/&gt;&lt;/object&gt;&lt;object type=&quot;3&quot; unique_id=&quot;10065&quot;&gt;&lt;property id=&quot;20148&quot; value=&quot;5&quot;/&gt;&lt;property id=&quot;20300&quot; value=&quot;Slide 63&quot;/&gt;&lt;property id=&quot;20307&quot; value=&quot;318&quot;/&gt;&lt;/object&gt;&lt;/object&gt;&lt;object type=&quot;8&quot; unique_id=&quot;10130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2612</TotalTime>
  <Words>0</Words>
  <Application>Microsoft Office PowerPoint</Application>
  <PresentationFormat>On-screen Show (4:3)</PresentationFormat>
  <Paragraphs>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Tahoma</vt:lpstr>
      <vt:lpstr>Times New Roman</vt:lpstr>
      <vt:lpstr>Default Design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Trees</dc:title>
  <dc:subject>Binary Trees</dc:subject>
  <dc:creator>A+ Computer Science</dc:creator>
  <cp:keywords>www.apluscompsci.com</cp:keywords>
  <dc:description>Binary Trees_x000d_
©A+ Computer Science_x000d_
www.apluscompsci.com</dc:description>
  <cp:lastModifiedBy>Weldon Jasik</cp:lastModifiedBy>
  <cp:revision>499</cp:revision>
  <cp:lastPrinted>2000-11-07T14:58:20Z</cp:lastPrinted>
  <dcterms:created xsi:type="dcterms:W3CDTF">2000-01-19T01:43:11Z</dcterms:created>
  <dcterms:modified xsi:type="dcterms:W3CDTF">2025-02-05T17:51:14Z</dcterms:modified>
  <cp:category>www.apluscompsci.com</cp:category>
</cp:coreProperties>
</file>