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Override1.xml" ContentType="application/vnd.openxmlformats-officedocument.themeOverride+xml"/>
  <Override PartName="/ppt/theme/themeOverride2.xml" ContentType="application/vnd.openxmlformats-officedocument.themeOverride+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theme/theme3.xml" ContentType="application/vnd.openxmlformats-officedocument.theme+xml"/>
  <Override PartName="/ppt/theme/themeOverride3.xml" ContentType="application/vnd.openxmlformats-officedocument.themeOverride+xml"/>
  <Override PartName="/ppt/theme/themeOverride4.xml" ContentType="application/vnd.openxmlformats-officedocument.themeOverride+xml"/>
  <Override PartName="/ppt/theme/theme4.xml" ContentType="application/vnd.openxmlformats-officedocument.theme+xml"/>
  <Override PartName="/ppt/theme/theme5.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p:sldMasterIdLst>
    <p:sldMasterId id="2147483648" r:id="rId1"/>
    <p:sldMasterId id="2147483660" r:id="rId2"/>
    <p:sldMasterId id="2147483672" r:id="rId3"/>
  </p:sldMasterIdLst>
  <p:notesMasterIdLst>
    <p:notesMasterId r:id="rId37"/>
  </p:notesMasterIdLst>
  <p:handoutMasterIdLst>
    <p:handoutMasterId r:id="rId38"/>
  </p:handoutMasterIdLst>
  <p:sldIdLst>
    <p:sldId id="257" r:id="rId4"/>
    <p:sldId id="258" r:id="rId5"/>
    <p:sldId id="319" r:id="rId6"/>
    <p:sldId id="274" r:id="rId7"/>
    <p:sldId id="324" r:id="rId8"/>
    <p:sldId id="340" r:id="rId9"/>
    <p:sldId id="347" r:id="rId10"/>
    <p:sldId id="325" r:id="rId11"/>
    <p:sldId id="344" r:id="rId12"/>
    <p:sldId id="326" r:id="rId13"/>
    <p:sldId id="327" r:id="rId14"/>
    <p:sldId id="328" r:id="rId15"/>
    <p:sldId id="329" r:id="rId16"/>
    <p:sldId id="330" r:id="rId17"/>
    <p:sldId id="307" r:id="rId18"/>
    <p:sldId id="343" r:id="rId19"/>
    <p:sldId id="331" r:id="rId20"/>
    <p:sldId id="332" r:id="rId21"/>
    <p:sldId id="305" r:id="rId22"/>
    <p:sldId id="310" r:id="rId23"/>
    <p:sldId id="349" r:id="rId24"/>
    <p:sldId id="311" r:id="rId25"/>
    <p:sldId id="276" r:id="rId26"/>
    <p:sldId id="333" r:id="rId27"/>
    <p:sldId id="335" r:id="rId28"/>
    <p:sldId id="338" r:id="rId29"/>
    <p:sldId id="339" r:id="rId30"/>
    <p:sldId id="334" r:id="rId31"/>
    <p:sldId id="345" r:id="rId32"/>
    <p:sldId id="350" r:id="rId33"/>
    <p:sldId id="351" r:id="rId34"/>
    <p:sldId id="346" r:id="rId35"/>
    <p:sldId id="348" r:id="rId36"/>
  </p:sldIdLst>
  <p:sldSz cx="9144000" cy="6858000" type="screen4x3"/>
  <p:notesSz cx="6858000" cy="9144000"/>
  <p:defaultTextStyle>
    <a:defPPr>
      <a:defRPr lang="en-US"/>
    </a:defPPr>
    <a:lvl1pPr algn="l" rtl="0" eaLnBrk="0" fontAlgn="base" hangingPunct="0">
      <a:spcBef>
        <a:spcPct val="0"/>
      </a:spcBef>
      <a:spcAft>
        <a:spcPct val="0"/>
      </a:spcAft>
      <a:defRPr sz="2800" b="1" kern="1200">
        <a:solidFill>
          <a:schemeClr val="tx1"/>
        </a:solidFill>
        <a:latin typeface="Tahoma" panose="020B0604030504040204" pitchFamily="34" charset="0"/>
        <a:ea typeface="+mn-ea"/>
        <a:cs typeface="+mn-cs"/>
      </a:defRPr>
    </a:lvl1pPr>
    <a:lvl2pPr marL="457200" algn="l" rtl="0" eaLnBrk="0" fontAlgn="base" hangingPunct="0">
      <a:spcBef>
        <a:spcPct val="0"/>
      </a:spcBef>
      <a:spcAft>
        <a:spcPct val="0"/>
      </a:spcAft>
      <a:defRPr sz="2800" b="1" kern="1200">
        <a:solidFill>
          <a:schemeClr val="tx1"/>
        </a:solidFill>
        <a:latin typeface="Tahoma" panose="020B0604030504040204" pitchFamily="34" charset="0"/>
        <a:ea typeface="+mn-ea"/>
        <a:cs typeface="+mn-cs"/>
      </a:defRPr>
    </a:lvl2pPr>
    <a:lvl3pPr marL="914400" algn="l" rtl="0" eaLnBrk="0" fontAlgn="base" hangingPunct="0">
      <a:spcBef>
        <a:spcPct val="0"/>
      </a:spcBef>
      <a:spcAft>
        <a:spcPct val="0"/>
      </a:spcAft>
      <a:defRPr sz="2800" b="1" kern="1200">
        <a:solidFill>
          <a:schemeClr val="tx1"/>
        </a:solidFill>
        <a:latin typeface="Tahoma" panose="020B0604030504040204" pitchFamily="34" charset="0"/>
        <a:ea typeface="+mn-ea"/>
        <a:cs typeface="+mn-cs"/>
      </a:defRPr>
    </a:lvl3pPr>
    <a:lvl4pPr marL="1371600" algn="l" rtl="0" eaLnBrk="0" fontAlgn="base" hangingPunct="0">
      <a:spcBef>
        <a:spcPct val="0"/>
      </a:spcBef>
      <a:spcAft>
        <a:spcPct val="0"/>
      </a:spcAft>
      <a:defRPr sz="2800" b="1" kern="1200">
        <a:solidFill>
          <a:schemeClr val="tx1"/>
        </a:solidFill>
        <a:latin typeface="Tahoma" panose="020B0604030504040204" pitchFamily="34" charset="0"/>
        <a:ea typeface="+mn-ea"/>
        <a:cs typeface="+mn-cs"/>
      </a:defRPr>
    </a:lvl4pPr>
    <a:lvl5pPr marL="1828800" algn="l" rtl="0" eaLnBrk="0" fontAlgn="base" hangingPunct="0">
      <a:spcBef>
        <a:spcPct val="0"/>
      </a:spcBef>
      <a:spcAft>
        <a:spcPct val="0"/>
      </a:spcAft>
      <a:defRPr sz="2800" b="1" kern="1200">
        <a:solidFill>
          <a:schemeClr val="tx1"/>
        </a:solidFill>
        <a:latin typeface="Tahoma" panose="020B0604030504040204" pitchFamily="34" charset="0"/>
        <a:ea typeface="+mn-ea"/>
        <a:cs typeface="+mn-cs"/>
      </a:defRPr>
    </a:lvl5pPr>
    <a:lvl6pPr marL="2286000" algn="l" defTabSz="914400" rtl="0" eaLnBrk="1" latinLnBrk="0" hangingPunct="1">
      <a:defRPr sz="2800" b="1" kern="1200">
        <a:solidFill>
          <a:schemeClr val="tx1"/>
        </a:solidFill>
        <a:latin typeface="Tahoma" panose="020B0604030504040204" pitchFamily="34" charset="0"/>
        <a:ea typeface="+mn-ea"/>
        <a:cs typeface="+mn-cs"/>
      </a:defRPr>
    </a:lvl6pPr>
    <a:lvl7pPr marL="2743200" algn="l" defTabSz="914400" rtl="0" eaLnBrk="1" latinLnBrk="0" hangingPunct="1">
      <a:defRPr sz="2800" b="1" kern="1200">
        <a:solidFill>
          <a:schemeClr val="tx1"/>
        </a:solidFill>
        <a:latin typeface="Tahoma" panose="020B0604030504040204" pitchFamily="34" charset="0"/>
        <a:ea typeface="+mn-ea"/>
        <a:cs typeface="+mn-cs"/>
      </a:defRPr>
    </a:lvl7pPr>
    <a:lvl8pPr marL="3200400" algn="l" defTabSz="914400" rtl="0" eaLnBrk="1" latinLnBrk="0" hangingPunct="1">
      <a:defRPr sz="2800" b="1" kern="1200">
        <a:solidFill>
          <a:schemeClr val="tx1"/>
        </a:solidFill>
        <a:latin typeface="Tahoma" panose="020B0604030504040204" pitchFamily="34" charset="0"/>
        <a:ea typeface="+mn-ea"/>
        <a:cs typeface="+mn-cs"/>
      </a:defRPr>
    </a:lvl8pPr>
    <a:lvl9pPr marL="3657600" algn="l" defTabSz="914400" rtl="0" eaLnBrk="1" latinLnBrk="0" hangingPunct="1">
      <a:defRPr sz="2800" b="1" kern="1200">
        <a:solidFill>
          <a:schemeClr val="tx1"/>
        </a:solidFill>
        <a:latin typeface="Tahoma" panose="020B0604030504040204" pitchFamily="34"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00FF"/>
    <a:srgbClr val="3366CC"/>
    <a:srgbClr val="4D709B"/>
    <a:srgbClr val="008000"/>
    <a:srgbClr val="000099"/>
    <a:srgbClr val="66FFFF"/>
    <a:srgbClr val="FFFFCC"/>
    <a:srgbClr val="0066FF"/>
    <a:srgbClr val="CC0000"/>
    <a:srgbClr val="660066"/>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9548" autoAdjust="0"/>
    <p:restoredTop sz="74635" autoAdjust="0"/>
  </p:normalViewPr>
  <p:slideViewPr>
    <p:cSldViewPr>
      <p:cViewPr varScale="1">
        <p:scale>
          <a:sx n="58" d="100"/>
          <a:sy n="58" d="100"/>
        </p:scale>
        <p:origin x="1915" y="53"/>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0.xml"/><Relationship Id="rId18" Type="http://schemas.openxmlformats.org/officeDocument/2006/relationships/slide" Target="slides/slide15.xml"/><Relationship Id="rId26" Type="http://schemas.openxmlformats.org/officeDocument/2006/relationships/slide" Target="slides/slide23.xml"/><Relationship Id="rId39" Type="http://schemas.openxmlformats.org/officeDocument/2006/relationships/presProps" Target="presProps.xml"/><Relationship Id="rId21" Type="http://schemas.openxmlformats.org/officeDocument/2006/relationships/slide" Target="slides/slide18.xml"/><Relationship Id="rId34" Type="http://schemas.openxmlformats.org/officeDocument/2006/relationships/slide" Target="slides/slide31.xml"/><Relationship Id="rId42" Type="http://schemas.openxmlformats.org/officeDocument/2006/relationships/tableStyles" Target="tableStyles.xml"/><Relationship Id="rId7" Type="http://schemas.openxmlformats.org/officeDocument/2006/relationships/slide" Target="slides/slide4.xml"/><Relationship Id="rId2" Type="http://schemas.openxmlformats.org/officeDocument/2006/relationships/slideMaster" Target="slideMasters/slideMaster2.xml"/><Relationship Id="rId16" Type="http://schemas.openxmlformats.org/officeDocument/2006/relationships/slide" Target="slides/slide13.xml"/><Relationship Id="rId20" Type="http://schemas.openxmlformats.org/officeDocument/2006/relationships/slide" Target="slides/slide17.xml"/><Relationship Id="rId29" Type="http://schemas.openxmlformats.org/officeDocument/2006/relationships/slide" Target="slides/slide26.xml"/><Relationship Id="rId41"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3.xml"/><Relationship Id="rId11" Type="http://schemas.openxmlformats.org/officeDocument/2006/relationships/slide" Target="slides/slide8.xml"/><Relationship Id="rId24" Type="http://schemas.openxmlformats.org/officeDocument/2006/relationships/slide" Target="slides/slide21.xml"/><Relationship Id="rId32" Type="http://schemas.openxmlformats.org/officeDocument/2006/relationships/slide" Target="slides/slide29.xml"/><Relationship Id="rId37" Type="http://schemas.openxmlformats.org/officeDocument/2006/relationships/notesMaster" Target="notesMasters/notesMaster1.xml"/><Relationship Id="rId40" Type="http://schemas.openxmlformats.org/officeDocument/2006/relationships/viewProps" Target="viewProps.xml"/><Relationship Id="rId5" Type="http://schemas.openxmlformats.org/officeDocument/2006/relationships/slide" Target="slides/slide2.xml"/><Relationship Id="rId15" Type="http://schemas.openxmlformats.org/officeDocument/2006/relationships/slide" Target="slides/slide12.xml"/><Relationship Id="rId23" Type="http://schemas.openxmlformats.org/officeDocument/2006/relationships/slide" Target="slides/slide20.xml"/><Relationship Id="rId28" Type="http://schemas.openxmlformats.org/officeDocument/2006/relationships/slide" Target="slides/slide25.xml"/><Relationship Id="rId36" Type="http://schemas.openxmlformats.org/officeDocument/2006/relationships/slide" Target="slides/slide33.xml"/><Relationship Id="rId10" Type="http://schemas.openxmlformats.org/officeDocument/2006/relationships/slide" Target="slides/slide7.xml"/><Relationship Id="rId19" Type="http://schemas.openxmlformats.org/officeDocument/2006/relationships/slide" Target="slides/slide16.xml"/><Relationship Id="rId31" Type="http://schemas.openxmlformats.org/officeDocument/2006/relationships/slide" Target="slides/slide28.xml"/><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slide" Target="slides/slide11.xml"/><Relationship Id="rId22" Type="http://schemas.openxmlformats.org/officeDocument/2006/relationships/slide" Target="slides/slide19.xml"/><Relationship Id="rId27" Type="http://schemas.openxmlformats.org/officeDocument/2006/relationships/slide" Target="slides/slide24.xml"/><Relationship Id="rId30" Type="http://schemas.openxmlformats.org/officeDocument/2006/relationships/slide" Target="slides/slide27.xml"/><Relationship Id="rId35" Type="http://schemas.openxmlformats.org/officeDocument/2006/relationships/slide" Target="slides/slide32.xml"/><Relationship Id="rId8" Type="http://schemas.openxmlformats.org/officeDocument/2006/relationships/slide" Target="slides/slide5.xml"/><Relationship Id="rId3" Type="http://schemas.openxmlformats.org/officeDocument/2006/relationships/slideMaster" Target="slideMasters/slideMaster3.xml"/><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slide" Target="slides/slide22.xml"/><Relationship Id="rId33" Type="http://schemas.openxmlformats.org/officeDocument/2006/relationships/slide" Target="slides/slide30.xml"/><Relationship Id="rId38" Type="http://schemas.openxmlformats.org/officeDocument/2006/relationships/handoutMaster" Target="handoutMasters/handout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5.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2770" name="Rectangle 1026">
            <a:extLst>
              <a:ext uri="{FF2B5EF4-FFF2-40B4-BE49-F238E27FC236}">
                <a16:creationId xmlns:a16="http://schemas.microsoft.com/office/drawing/2014/main" id="{BE21E2AA-4259-46B3-A895-8159A804943F}"/>
              </a:ext>
            </a:extLst>
          </p:cNvPr>
          <p:cNvSpPr>
            <a:spLocks noGrp="1" noChangeArrowheads="1"/>
          </p:cNvSpPr>
          <p:nvPr>
            <p:ph type="hdr" sz="quarter"/>
          </p:nvPr>
        </p:nvSpPr>
        <p:spPr bwMode="auto">
          <a:xfrm>
            <a:off x="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l">
              <a:defRPr sz="1200"/>
            </a:lvl1pPr>
          </a:lstStyle>
          <a:p>
            <a:pPr>
              <a:defRPr/>
            </a:pPr>
            <a:endParaRPr lang="en-US"/>
          </a:p>
        </p:txBody>
      </p:sp>
      <p:sp>
        <p:nvSpPr>
          <p:cNvPr id="32771" name="Rectangle 1027">
            <a:extLst>
              <a:ext uri="{FF2B5EF4-FFF2-40B4-BE49-F238E27FC236}">
                <a16:creationId xmlns:a16="http://schemas.microsoft.com/office/drawing/2014/main" id="{A66946EE-8B20-4E2F-B14D-163B0F329788}"/>
              </a:ext>
            </a:extLst>
          </p:cNvPr>
          <p:cNvSpPr>
            <a:spLocks noGrp="1" noChangeArrowheads="1"/>
          </p:cNvSpPr>
          <p:nvPr>
            <p:ph type="dt" sz="quarter" idx="1"/>
          </p:nvPr>
        </p:nvSpPr>
        <p:spPr bwMode="auto">
          <a:xfrm>
            <a:off x="388620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a:defRPr sz="1200"/>
            </a:lvl1pPr>
          </a:lstStyle>
          <a:p>
            <a:pPr>
              <a:defRPr/>
            </a:pPr>
            <a:endParaRPr lang="en-US"/>
          </a:p>
        </p:txBody>
      </p:sp>
      <p:sp>
        <p:nvSpPr>
          <p:cNvPr id="32772" name="Rectangle 1028">
            <a:extLst>
              <a:ext uri="{FF2B5EF4-FFF2-40B4-BE49-F238E27FC236}">
                <a16:creationId xmlns:a16="http://schemas.microsoft.com/office/drawing/2014/main" id="{B6E35832-E3C3-47D9-9C77-F2225F6663EA}"/>
              </a:ext>
            </a:extLst>
          </p:cNvPr>
          <p:cNvSpPr>
            <a:spLocks noGrp="1" noChangeArrowheads="1"/>
          </p:cNvSpPr>
          <p:nvPr>
            <p:ph type="ftr" sz="quarter" idx="2"/>
          </p:nvPr>
        </p:nvSpPr>
        <p:spPr bwMode="auto">
          <a:xfrm>
            <a:off x="0" y="868680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l">
              <a:defRPr sz="1200"/>
            </a:lvl1pPr>
          </a:lstStyle>
          <a:p>
            <a:pPr>
              <a:defRPr/>
            </a:pPr>
            <a:endParaRPr lang="en-US"/>
          </a:p>
        </p:txBody>
      </p:sp>
      <p:sp>
        <p:nvSpPr>
          <p:cNvPr id="32773" name="Rectangle 1029">
            <a:extLst>
              <a:ext uri="{FF2B5EF4-FFF2-40B4-BE49-F238E27FC236}">
                <a16:creationId xmlns:a16="http://schemas.microsoft.com/office/drawing/2014/main" id="{0B99BD7F-8A5F-409B-B4FC-6EB232D65760}"/>
              </a:ext>
            </a:extLst>
          </p:cNvPr>
          <p:cNvSpPr>
            <a:spLocks noGrp="1" noChangeArrowheads="1"/>
          </p:cNvSpPr>
          <p:nvPr>
            <p:ph type="sldNum" sz="quarter" idx="3"/>
          </p:nvPr>
        </p:nvSpPr>
        <p:spPr bwMode="auto">
          <a:xfrm>
            <a:off x="3886200" y="868680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r">
              <a:defRPr sz="1200"/>
            </a:lvl1pPr>
          </a:lstStyle>
          <a:p>
            <a:fld id="{3D0E4060-D6C2-4E98-811C-BBAFAD4ACE31}" type="slidenum">
              <a:rPr lang="en-US" altLang="en-US"/>
              <a:pPr/>
              <a:t>‹#›</a:t>
            </a:fld>
            <a:endParaRPr lang="en-US" alt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0722" name="Rectangle 2">
            <a:extLst>
              <a:ext uri="{FF2B5EF4-FFF2-40B4-BE49-F238E27FC236}">
                <a16:creationId xmlns:a16="http://schemas.microsoft.com/office/drawing/2014/main" id="{998CA3B0-F8EE-49DF-B76D-19F654DDF6A1}"/>
              </a:ext>
            </a:extLst>
          </p:cNvPr>
          <p:cNvSpPr>
            <a:spLocks noGrp="1" noChangeArrowheads="1"/>
          </p:cNvSpPr>
          <p:nvPr>
            <p:ph type="hdr" sz="quarter"/>
          </p:nvPr>
        </p:nvSpPr>
        <p:spPr bwMode="auto">
          <a:xfrm>
            <a:off x="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l">
              <a:defRPr sz="1200"/>
            </a:lvl1pPr>
          </a:lstStyle>
          <a:p>
            <a:pPr>
              <a:defRPr/>
            </a:pPr>
            <a:endParaRPr lang="en-US"/>
          </a:p>
        </p:txBody>
      </p:sp>
      <p:sp>
        <p:nvSpPr>
          <p:cNvPr id="30723" name="Rectangle 3">
            <a:extLst>
              <a:ext uri="{FF2B5EF4-FFF2-40B4-BE49-F238E27FC236}">
                <a16:creationId xmlns:a16="http://schemas.microsoft.com/office/drawing/2014/main" id="{26BED76D-D816-4256-A57C-404E55CE7DD1}"/>
              </a:ext>
            </a:extLst>
          </p:cNvPr>
          <p:cNvSpPr>
            <a:spLocks noGrp="1" noChangeArrowheads="1"/>
          </p:cNvSpPr>
          <p:nvPr>
            <p:ph type="dt" idx="1"/>
          </p:nvPr>
        </p:nvSpPr>
        <p:spPr bwMode="auto">
          <a:xfrm>
            <a:off x="388620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a:defRPr sz="1200"/>
            </a:lvl1pPr>
          </a:lstStyle>
          <a:p>
            <a:pPr>
              <a:defRPr/>
            </a:pPr>
            <a:endParaRPr lang="en-US"/>
          </a:p>
        </p:txBody>
      </p:sp>
      <p:sp>
        <p:nvSpPr>
          <p:cNvPr id="2052" name="Rectangle 4">
            <a:extLst>
              <a:ext uri="{FF2B5EF4-FFF2-40B4-BE49-F238E27FC236}">
                <a16:creationId xmlns:a16="http://schemas.microsoft.com/office/drawing/2014/main" id="{5A9E09B5-99D2-4AC6-9FBA-7E29BBCA93E9}"/>
              </a:ext>
            </a:extLst>
          </p:cNvPr>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30725" name="Rectangle 5">
            <a:extLst>
              <a:ext uri="{FF2B5EF4-FFF2-40B4-BE49-F238E27FC236}">
                <a16:creationId xmlns:a16="http://schemas.microsoft.com/office/drawing/2014/main" id="{8EB53050-7B99-4818-8791-67B0BD12919C}"/>
              </a:ext>
            </a:extLst>
          </p:cNvPr>
          <p:cNvSpPr>
            <a:spLocks noGrp="1" noChangeArrowheads="1"/>
          </p:cNvSpPr>
          <p:nvPr>
            <p:ph type="body" sz="quarter" idx="3"/>
          </p:nvPr>
        </p:nvSpPr>
        <p:spPr bwMode="auto">
          <a:xfrm>
            <a:off x="914400" y="4343400"/>
            <a:ext cx="5029200" cy="411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30726" name="Rectangle 6">
            <a:extLst>
              <a:ext uri="{FF2B5EF4-FFF2-40B4-BE49-F238E27FC236}">
                <a16:creationId xmlns:a16="http://schemas.microsoft.com/office/drawing/2014/main" id="{6B69F99B-94AC-46E4-9BCB-B9AD76AA8B44}"/>
              </a:ext>
            </a:extLst>
          </p:cNvPr>
          <p:cNvSpPr>
            <a:spLocks noGrp="1" noChangeArrowheads="1"/>
          </p:cNvSpPr>
          <p:nvPr>
            <p:ph type="ftr" sz="quarter" idx="4"/>
          </p:nvPr>
        </p:nvSpPr>
        <p:spPr bwMode="auto">
          <a:xfrm>
            <a:off x="0" y="868680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l">
              <a:defRPr sz="1200"/>
            </a:lvl1pPr>
          </a:lstStyle>
          <a:p>
            <a:pPr>
              <a:defRPr/>
            </a:pPr>
            <a:endParaRPr lang="en-US"/>
          </a:p>
        </p:txBody>
      </p:sp>
      <p:sp>
        <p:nvSpPr>
          <p:cNvPr id="30727" name="Rectangle 7">
            <a:extLst>
              <a:ext uri="{FF2B5EF4-FFF2-40B4-BE49-F238E27FC236}">
                <a16:creationId xmlns:a16="http://schemas.microsoft.com/office/drawing/2014/main" id="{E4F756A6-4C30-48C3-B911-2E0F6052FE0B}"/>
              </a:ext>
            </a:extLst>
          </p:cNvPr>
          <p:cNvSpPr>
            <a:spLocks noGrp="1" noChangeArrowheads="1"/>
          </p:cNvSpPr>
          <p:nvPr>
            <p:ph type="sldNum" sz="quarter" idx="5"/>
          </p:nvPr>
        </p:nvSpPr>
        <p:spPr bwMode="auto">
          <a:xfrm>
            <a:off x="3886200" y="868680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r">
              <a:defRPr sz="1200"/>
            </a:lvl1pPr>
          </a:lstStyle>
          <a:p>
            <a:fld id="{39B8BE71-C176-4517-A6ED-1CCE5899B086}" type="slidenum">
              <a:rPr lang="en-US" altLang="en-US"/>
              <a:pPr/>
              <a:t>‹#›</a:t>
            </a:fld>
            <a:endParaRPr lang="en-US" altLang="en-U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Times New Roman" pitchFamily="18" charset="0"/>
        <a:ea typeface="+mn-ea"/>
        <a:cs typeface="+mn-cs"/>
      </a:defRPr>
    </a:lvl1pPr>
    <a:lvl2pPr marL="457200" algn="l" rtl="0" eaLnBrk="0" fontAlgn="base" hangingPunct="0">
      <a:spcBef>
        <a:spcPct val="30000"/>
      </a:spcBef>
      <a:spcAft>
        <a:spcPct val="0"/>
      </a:spcAft>
      <a:defRPr sz="1200" kern="1200">
        <a:solidFill>
          <a:schemeClr val="tx1"/>
        </a:solidFill>
        <a:latin typeface="Times New Roman" pitchFamily="18" charset="0"/>
        <a:ea typeface="+mn-ea"/>
        <a:cs typeface="+mn-cs"/>
      </a:defRPr>
    </a:lvl2pPr>
    <a:lvl3pPr marL="914400" algn="l" rtl="0" eaLnBrk="0" fontAlgn="base" hangingPunct="0">
      <a:spcBef>
        <a:spcPct val="30000"/>
      </a:spcBef>
      <a:spcAft>
        <a:spcPct val="0"/>
      </a:spcAft>
      <a:defRPr sz="1200" kern="1200">
        <a:solidFill>
          <a:schemeClr val="tx1"/>
        </a:solidFill>
        <a:latin typeface="Times New Roman" pitchFamily="18" charset="0"/>
        <a:ea typeface="+mn-ea"/>
        <a:cs typeface="+mn-cs"/>
      </a:defRPr>
    </a:lvl3pPr>
    <a:lvl4pPr marL="1371600" algn="l" rtl="0" eaLnBrk="0" fontAlgn="base" hangingPunct="0">
      <a:spcBef>
        <a:spcPct val="30000"/>
      </a:spcBef>
      <a:spcAft>
        <a:spcPct val="0"/>
      </a:spcAft>
      <a:defRPr sz="1200" kern="1200">
        <a:solidFill>
          <a:schemeClr val="tx1"/>
        </a:solidFill>
        <a:latin typeface="Times New Roman" pitchFamily="18" charset="0"/>
        <a:ea typeface="+mn-ea"/>
        <a:cs typeface="+mn-cs"/>
      </a:defRPr>
    </a:lvl4pPr>
    <a:lvl5pPr marL="1828800" algn="l" rtl="0" eaLnBrk="0" fontAlgn="base" hangingPunct="0">
      <a:spcBef>
        <a:spcPct val="30000"/>
      </a:spcBef>
      <a:spcAft>
        <a:spcPct val="0"/>
      </a:spcAft>
      <a:defRPr sz="1200" kern="1200">
        <a:solidFill>
          <a:schemeClr val="tx1"/>
        </a:solidFill>
        <a:latin typeface="Times New Roman" pitchFamily="18"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39B8BE71-C176-4517-A6ED-1CCE5899B086}" type="slidenum">
              <a:rPr lang="en-US" altLang="en-US" smtClean="0"/>
              <a:pPr/>
              <a:t>6</a:t>
            </a:fld>
            <a:endParaRPr lang="en-US" altLang="en-US"/>
          </a:p>
        </p:txBody>
      </p:sp>
    </p:spTree>
    <p:extLst>
      <p:ext uri="{BB962C8B-B14F-4D97-AF65-F5344CB8AC3E}">
        <p14:creationId xmlns:p14="http://schemas.microsoft.com/office/powerpoint/2010/main" val="183519144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7373C9-E12B-8012-678D-09D0F50FFAF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E2C348E-518B-7767-E601-D688B858BDD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524C9CE-939A-9ECB-A3B2-2165C8303A69}"/>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D47F11FD-CD77-63EC-DFDC-67044BBB0DCD}"/>
              </a:ext>
            </a:extLst>
          </p:cNvPr>
          <p:cNvSpPr>
            <a:spLocks noGrp="1"/>
          </p:cNvSpPr>
          <p:nvPr>
            <p:ph type="sldNum" sz="quarter" idx="5"/>
          </p:nvPr>
        </p:nvSpPr>
        <p:spPr/>
        <p:txBody>
          <a:bodyPr/>
          <a:lstStyle/>
          <a:p>
            <a:fld id="{39B8BE71-C176-4517-A6ED-1CCE5899B086}" type="slidenum">
              <a:rPr lang="en-US" altLang="en-US" smtClean="0"/>
              <a:pPr/>
              <a:t>7</a:t>
            </a:fld>
            <a:endParaRPr lang="en-US" altLang="en-US"/>
          </a:p>
        </p:txBody>
      </p:sp>
    </p:spTree>
    <p:extLst>
      <p:ext uri="{BB962C8B-B14F-4D97-AF65-F5344CB8AC3E}">
        <p14:creationId xmlns:p14="http://schemas.microsoft.com/office/powerpoint/2010/main" val="256975139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en-US" dirty="0"/>
              <a:t>A queue (specific sense) is a data structure in which you add to one end and remove from the other.</a:t>
            </a:r>
          </a:p>
          <a:p>
            <a:endParaRPr lang="en-US" dirty="0"/>
          </a:p>
        </p:txBody>
      </p:sp>
      <p:sp>
        <p:nvSpPr>
          <p:cNvPr id="4" name="Slide Number Placeholder 3"/>
          <p:cNvSpPr>
            <a:spLocks noGrp="1"/>
          </p:cNvSpPr>
          <p:nvPr>
            <p:ph type="sldNum" sz="quarter" idx="5"/>
          </p:nvPr>
        </p:nvSpPr>
        <p:spPr/>
        <p:txBody>
          <a:bodyPr/>
          <a:lstStyle/>
          <a:p>
            <a:fld id="{39B8BE71-C176-4517-A6ED-1CCE5899B086}" type="slidenum">
              <a:rPr lang="en-US" altLang="en-US" smtClean="0"/>
              <a:pPr/>
              <a:t>8</a:t>
            </a:fld>
            <a:endParaRPr lang="en-US" altLang="en-US"/>
          </a:p>
        </p:txBody>
      </p:sp>
    </p:spTree>
    <p:extLst>
      <p:ext uri="{BB962C8B-B14F-4D97-AF65-F5344CB8AC3E}">
        <p14:creationId xmlns:p14="http://schemas.microsoft.com/office/powerpoint/2010/main" val="360760794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39B8BE71-C176-4517-A6ED-1CCE5899B086}" type="slidenum">
              <a:rPr lang="en-US" altLang="en-US" smtClean="0"/>
              <a:pPr/>
              <a:t>16</a:t>
            </a:fld>
            <a:endParaRPr lang="en-US" altLang="en-US"/>
          </a:p>
        </p:txBody>
      </p:sp>
    </p:spTree>
    <p:extLst>
      <p:ext uri="{BB962C8B-B14F-4D97-AF65-F5344CB8AC3E}">
        <p14:creationId xmlns:p14="http://schemas.microsoft.com/office/powerpoint/2010/main" val="201657837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Slide Image Placeholder 1">
            <a:extLst>
              <a:ext uri="{FF2B5EF4-FFF2-40B4-BE49-F238E27FC236}">
                <a16:creationId xmlns:a16="http://schemas.microsoft.com/office/drawing/2014/main" id="{E65841B9-C432-4A79-A955-EF26C5FE338A}"/>
              </a:ext>
            </a:extLst>
          </p:cNvPr>
          <p:cNvSpPr>
            <a:spLocks noGrp="1" noRot="1" noChangeAspect="1" noChangeArrowheads="1" noTextEdit="1"/>
          </p:cNvSpPr>
          <p:nvPr>
            <p:ph type="sldImg"/>
          </p:nvPr>
        </p:nvSpPr>
        <p:spPr>
          <a:ln/>
        </p:spPr>
      </p:sp>
      <p:sp>
        <p:nvSpPr>
          <p:cNvPr id="25603" name="Notes Placeholder 2">
            <a:extLst>
              <a:ext uri="{FF2B5EF4-FFF2-40B4-BE49-F238E27FC236}">
                <a16:creationId xmlns:a16="http://schemas.microsoft.com/office/drawing/2014/main" id="{A21BCA29-DB42-4486-96D7-C36113A70C34}"/>
              </a:ext>
            </a:extLst>
          </p:cNvPr>
          <p:cNvSpPr>
            <a:spLocks noGrp="1" noChangeArrowheads="1"/>
          </p:cNvSpPr>
          <p:nvPr>
            <p:ph type="body" idx="1"/>
          </p:nvPr>
        </p:nvSpPr>
        <p:spPr>
          <a:noFill/>
        </p:spPr>
        <p:txBody>
          <a:bodyPr/>
          <a:lstStyle/>
          <a:p>
            <a:endParaRPr lang="en-US" altLang="en-US"/>
          </a:p>
        </p:txBody>
      </p:sp>
      <p:sp>
        <p:nvSpPr>
          <p:cNvPr id="25604" name="Slide Number Placeholder 3">
            <a:extLst>
              <a:ext uri="{FF2B5EF4-FFF2-40B4-BE49-F238E27FC236}">
                <a16:creationId xmlns:a16="http://schemas.microsoft.com/office/drawing/2014/main" id="{0EE5D495-92A6-4ED7-B436-452735D77134}"/>
              </a:ext>
            </a:extLst>
          </p:cNvPr>
          <p:cNvSpPr>
            <a:spLocks noGrp="1"/>
          </p:cNvSpPr>
          <p:nvPr>
            <p:ph type="sldNum" sz="quarter" idx="5"/>
          </p:nvPr>
        </p:nvSpPr>
        <p:spPr>
          <a:noFill/>
        </p:spPr>
        <p:txBody>
          <a:bodyPr/>
          <a:lstStyle>
            <a:lvl1pPr>
              <a:defRPr sz="2800" b="1">
                <a:solidFill>
                  <a:schemeClr val="tx1"/>
                </a:solidFill>
                <a:latin typeface="Tahoma" panose="020B0604030504040204" pitchFamily="34" charset="0"/>
              </a:defRPr>
            </a:lvl1pPr>
            <a:lvl2pPr marL="742950" indent="-285750">
              <a:defRPr sz="2800" b="1">
                <a:solidFill>
                  <a:schemeClr val="tx1"/>
                </a:solidFill>
                <a:latin typeface="Tahoma" panose="020B0604030504040204" pitchFamily="34" charset="0"/>
              </a:defRPr>
            </a:lvl2pPr>
            <a:lvl3pPr marL="1143000" indent="-228600">
              <a:defRPr sz="2800" b="1">
                <a:solidFill>
                  <a:schemeClr val="tx1"/>
                </a:solidFill>
                <a:latin typeface="Tahoma" panose="020B0604030504040204" pitchFamily="34" charset="0"/>
              </a:defRPr>
            </a:lvl3pPr>
            <a:lvl4pPr marL="1600200" indent="-228600">
              <a:defRPr sz="2800" b="1">
                <a:solidFill>
                  <a:schemeClr val="tx1"/>
                </a:solidFill>
                <a:latin typeface="Tahoma" panose="020B0604030504040204" pitchFamily="34" charset="0"/>
              </a:defRPr>
            </a:lvl4pPr>
            <a:lvl5pPr marL="2057400" indent="-228600">
              <a:defRPr sz="2800" b="1">
                <a:solidFill>
                  <a:schemeClr val="tx1"/>
                </a:solidFill>
                <a:latin typeface="Tahoma" panose="020B0604030504040204" pitchFamily="34" charset="0"/>
              </a:defRPr>
            </a:lvl5pPr>
            <a:lvl6pPr marL="2514600" indent="-228600" eaLnBrk="0" fontAlgn="base" hangingPunct="0">
              <a:spcBef>
                <a:spcPct val="0"/>
              </a:spcBef>
              <a:spcAft>
                <a:spcPct val="0"/>
              </a:spcAft>
              <a:defRPr sz="2800" b="1">
                <a:solidFill>
                  <a:schemeClr val="tx1"/>
                </a:solidFill>
                <a:latin typeface="Tahoma" panose="020B0604030504040204" pitchFamily="34" charset="0"/>
              </a:defRPr>
            </a:lvl6pPr>
            <a:lvl7pPr marL="2971800" indent="-228600" eaLnBrk="0" fontAlgn="base" hangingPunct="0">
              <a:spcBef>
                <a:spcPct val="0"/>
              </a:spcBef>
              <a:spcAft>
                <a:spcPct val="0"/>
              </a:spcAft>
              <a:defRPr sz="2800" b="1">
                <a:solidFill>
                  <a:schemeClr val="tx1"/>
                </a:solidFill>
                <a:latin typeface="Tahoma" panose="020B0604030504040204" pitchFamily="34" charset="0"/>
              </a:defRPr>
            </a:lvl7pPr>
            <a:lvl8pPr marL="3429000" indent="-228600" eaLnBrk="0" fontAlgn="base" hangingPunct="0">
              <a:spcBef>
                <a:spcPct val="0"/>
              </a:spcBef>
              <a:spcAft>
                <a:spcPct val="0"/>
              </a:spcAft>
              <a:defRPr sz="2800" b="1">
                <a:solidFill>
                  <a:schemeClr val="tx1"/>
                </a:solidFill>
                <a:latin typeface="Tahoma" panose="020B0604030504040204" pitchFamily="34" charset="0"/>
              </a:defRPr>
            </a:lvl8pPr>
            <a:lvl9pPr marL="3886200" indent="-228600" eaLnBrk="0" fontAlgn="base" hangingPunct="0">
              <a:spcBef>
                <a:spcPct val="0"/>
              </a:spcBef>
              <a:spcAft>
                <a:spcPct val="0"/>
              </a:spcAft>
              <a:defRPr sz="2800" b="1">
                <a:solidFill>
                  <a:schemeClr val="tx1"/>
                </a:solidFill>
                <a:latin typeface="Tahoma" panose="020B0604030504040204" pitchFamily="34" charset="0"/>
              </a:defRPr>
            </a:lvl9pPr>
          </a:lstStyle>
          <a:p>
            <a:fld id="{DEEBA019-D4B6-4704-B5A4-73145C0F5A8E}" type="slidenum">
              <a:rPr lang="en-US" altLang="en-US" sz="1200"/>
              <a:pPr/>
              <a:t>24</a:t>
            </a:fld>
            <a:endParaRPr lang="en-US" altLang="en-US" sz="120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Slide Image Placeholder 1">
            <a:extLst>
              <a:ext uri="{FF2B5EF4-FFF2-40B4-BE49-F238E27FC236}">
                <a16:creationId xmlns:a16="http://schemas.microsoft.com/office/drawing/2014/main" id="{BAD2A62A-43BA-4EF5-9374-817405123A2B}"/>
              </a:ext>
            </a:extLst>
          </p:cNvPr>
          <p:cNvSpPr>
            <a:spLocks noGrp="1" noRot="1" noChangeAspect="1" noChangeArrowheads="1" noTextEdit="1"/>
          </p:cNvSpPr>
          <p:nvPr>
            <p:ph type="sldImg"/>
          </p:nvPr>
        </p:nvSpPr>
        <p:spPr>
          <a:ln/>
        </p:spPr>
      </p:sp>
      <p:sp>
        <p:nvSpPr>
          <p:cNvPr id="27651" name="Notes Placeholder 2">
            <a:extLst>
              <a:ext uri="{FF2B5EF4-FFF2-40B4-BE49-F238E27FC236}">
                <a16:creationId xmlns:a16="http://schemas.microsoft.com/office/drawing/2014/main" id="{FD36BDB6-FD86-401C-9340-6B0EC3A49CDB}"/>
              </a:ext>
            </a:extLst>
          </p:cNvPr>
          <p:cNvSpPr>
            <a:spLocks noGrp="1" noChangeArrowheads="1"/>
          </p:cNvSpPr>
          <p:nvPr>
            <p:ph type="body" idx="1"/>
          </p:nvPr>
        </p:nvSpPr>
        <p:spPr>
          <a:noFill/>
        </p:spPr>
        <p:txBody>
          <a:bodyPr/>
          <a:lstStyle/>
          <a:p>
            <a:endParaRPr lang="en-US" altLang="en-US"/>
          </a:p>
        </p:txBody>
      </p:sp>
      <p:sp>
        <p:nvSpPr>
          <p:cNvPr id="27652" name="Slide Number Placeholder 3">
            <a:extLst>
              <a:ext uri="{FF2B5EF4-FFF2-40B4-BE49-F238E27FC236}">
                <a16:creationId xmlns:a16="http://schemas.microsoft.com/office/drawing/2014/main" id="{06A5FE7B-8E68-47CF-AABE-0C95590BCC9E}"/>
              </a:ext>
            </a:extLst>
          </p:cNvPr>
          <p:cNvSpPr>
            <a:spLocks noGrp="1"/>
          </p:cNvSpPr>
          <p:nvPr>
            <p:ph type="sldNum" sz="quarter" idx="5"/>
          </p:nvPr>
        </p:nvSpPr>
        <p:spPr>
          <a:noFill/>
        </p:spPr>
        <p:txBody>
          <a:bodyPr/>
          <a:lstStyle>
            <a:lvl1pPr>
              <a:defRPr sz="2800" b="1">
                <a:solidFill>
                  <a:schemeClr val="tx1"/>
                </a:solidFill>
                <a:latin typeface="Tahoma" panose="020B0604030504040204" pitchFamily="34" charset="0"/>
              </a:defRPr>
            </a:lvl1pPr>
            <a:lvl2pPr marL="742950" indent="-285750">
              <a:defRPr sz="2800" b="1">
                <a:solidFill>
                  <a:schemeClr val="tx1"/>
                </a:solidFill>
                <a:latin typeface="Tahoma" panose="020B0604030504040204" pitchFamily="34" charset="0"/>
              </a:defRPr>
            </a:lvl2pPr>
            <a:lvl3pPr marL="1143000" indent="-228600">
              <a:defRPr sz="2800" b="1">
                <a:solidFill>
                  <a:schemeClr val="tx1"/>
                </a:solidFill>
                <a:latin typeface="Tahoma" panose="020B0604030504040204" pitchFamily="34" charset="0"/>
              </a:defRPr>
            </a:lvl3pPr>
            <a:lvl4pPr marL="1600200" indent="-228600">
              <a:defRPr sz="2800" b="1">
                <a:solidFill>
                  <a:schemeClr val="tx1"/>
                </a:solidFill>
                <a:latin typeface="Tahoma" panose="020B0604030504040204" pitchFamily="34" charset="0"/>
              </a:defRPr>
            </a:lvl4pPr>
            <a:lvl5pPr marL="2057400" indent="-228600">
              <a:defRPr sz="2800" b="1">
                <a:solidFill>
                  <a:schemeClr val="tx1"/>
                </a:solidFill>
                <a:latin typeface="Tahoma" panose="020B0604030504040204" pitchFamily="34" charset="0"/>
              </a:defRPr>
            </a:lvl5pPr>
            <a:lvl6pPr marL="2514600" indent="-228600" eaLnBrk="0" fontAlgn="base" hangingPunct="0">
              <a:spcBef>
                <a:spcPct val="0"/>
              </a:spcBef>
              <a:spcAft>
                <a:spcPct val="0"/>
              </a:spcAft>
              <a:defRPr sz="2800" b="1">
                <a:solidFill>
                  <a:schemeClr val="tx1"/>
                </a:solidFill>
                <a:latin typeface="Tahoma" panose="020B0604030504040204" pitchFamily="34" charset="0"/>
              </a:defRPr>
            </a:lvl6pPr>
            <a:lvl7pPr marL="2971800" indent="-228600" eaLnBrk="0" fontAlgn="base" hangingPunct="0">
              <a:spcBef>
                <a:spcPct val="0"/>
              </a:spcBef>
              <a:spcAft>
                <a:spcPct val="0"/>
              </a:spcAft>
              <a:defRPr sz="2800" b="1">
                <a:solidFill>
                  <a:schemeClr val="tx1"/>
                </a:solidFill>
                <a:latin typeface="Tahoma" panose="020B0604030504040204" pitchFamily="34" charset="0"/>
              </a:defRPr>
            </a:lvl7pPr>
            <a:lvl8pPr marL="3429000" indent="-228600" eaLnBrk="0" fontAlgn="base" hangingPunct="0">
              <a:spcBef>
                <a:spcPct val="0"/>
              </a:spcBef>
              <a:spcAft>
                <a:spcPct val="0"/>
              </a:spcAft>
              <a:defRPr sz="2800" b="1">
                <a:solidFill>
                  <a:schemeClr val="tx1"/>
                </a:solidFill>
                <a:latin typeface="Tahoma" panose="020B0604030504040204" pitchFamily="34" charset="0"/>
              </a:defRPr>
            </a:lvl8pPr>
            <a:lvl9pPr marL="3886200" indent="-228600" eaLnBrk="0" fontAlgn="base" hangingPunct="0">
              <a:spcBef>
                <a:spcPct val="0"/>
              </a:spcBef>
              <a:spcAft>
                <a:spcPct val="0"/>
              </a:spcAft>
              <a:defRPr sz="2800" b="1">
                <a:solidFill>
                  <a:schemeClr val="tx1"/>
                </a:solidFill>
                <a:latin typeface="Tahoma" panose="020B0604030504040204" pitchFamily="34" charset="0"/>
              </a:defRPr>
            </a:lvl9pPr>
          </a:lstStyle>
          <a:p>
            <a:fld id="{BFB5BA93-212D-4174-ADC2-9C4B856FCB0A}" type="slidenum">
              <a:rPr lang="en-US" altLang="en-US" sz="1200"/>
              <a:pPr/>
              <a:t>25</a:t>
            </a:fld>
            <a:endParaRPr lang="en-US" altLang="en-US" sz="120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Slide Image Placeholder 1">
            <a:extLst>
              <a:ext uri="{FF2B5EF4-FFF2-40B4-BE49-F238E27FC236}">
                <a16:creationId xmlns:a16="http://schemas.microsoft.com/office/drawing/2014/main" id="{87CC5C4D-476B-4A00-B56F-7DE22B3E6F1B}"/>
              </a:ext>
            </a:extLst>
          </p:cNvPr>
          <p:cNvSpPr>
            <a:spLocks noGrp="1" noRot="1" noChangeAspect="1" noChangeArrowheads="1" noTextEdit="1"/>
          </p:cNvSpPr>
          <p:nvPr>
            <p:ph type="sldImg"/>
          </p:nvPr>
        </p:nvSpPr>
        <p:spPr>
          <a:ln/>
        </p:spPr>
      </p:sp>
      <p:sp>
        <p:nvSpPr>
          <p:cNvPr id="29699" name="Notes Placeholder 2">
            <a:extLst>
              <a:ext uri="{FF2B5EF4-FFF2-40B4-BE49-F238E27FC236}">
                <a16:creationId xmlns:a16="http://schemas.microsoft.com/office/drawing/2014/main" id="{3677FF03-BFE4-4329-AC44-1546EC164EF2}"/>
              </a:ext>
            </a:extLst>
          </p:cNvPr>
          <p:cNvSpPr>
            <a:spLocks noGrp="1" noChangeArrowheads="1"/>
          </p:cNvSpPr>
          <p:nvPr>
            <p:ph type="body" idx="1"/>
          </p:nvPr>
        </p:nvSpPr>
        <p:spPr>
          <a:noFill/>
        </p:spPr>
        <p:txBody>
          <a:bodyPr/>
          <a:lstStyle/>
          <a:p>
            <a:endParaRPr lang="en-US" altLang="en-US"/>
          </a:p>
        </p:txBody>
      </p:sp>
      <p:sp>
        <p:nvSpPr>
          <p:cNvPr id="29700" name="Slide Number Placeholder 3">
            <a:extLst>
              <a:ext uri="{FF2B5EF4-FFF2-40B4-BE49-F238E27FC236}">
                <a16:creationId xmlns:a16="http://schemas.microsoft.com/office/drawing/2014/main" id="{22BABD19-89B8-4DB4-B57A-6C2FC1304393}"/>
              </a:ext>
            </a:extLst>
          </p:cNvPr>
          <p:cNvSpPr>
            <a:spLocks noGrp="1"/>
          </p:cNvSpPr>
          <p:nvPr>
            <p:ph type="sldNum" sz="quarter" idx="5"/>
          </p:nvPr>
        </p:nvSpPr>
        <p:spPr>
          <a:noFill/>
        </p:spPr>
        <p:txBody>
          <a:bodyPr/>
          <a:lstStyle>
            <a:lvl1pPr>
              <a:defRPr sz="2800" b="1">
                <a:solidFill>
                  <a:schemeClr val="tx1"/>
                </a:solidFill>
                <a:latin typeface="Tahoma" panose="020B0604030504040204" pitchFamily="34" charset="0"/>
              </a:defRPr>
            </a:lvl1pPr>
            <a:lvl2pPr marL="742950" indent="-285750">
              <a:defRPr sz="2800" b="1">
                <a:solidFill>
                  <a:schemeClr val="tx1"/>
                </a:solidFill>
                <a:latin typeface="Tahoma" panose="020B0604030504040204" pitchFamily="34" charset="0"/>
              </a:defRPr>
            </a:lvl2pPr>
            <a:lvl3pPr marL="1143000" indent="-228600">
              <a:defRPr sz="2800" b="1">
                <a:solidFill>
                  <a:schemeClr val="tx1"/>
                </a:solidFill>
                <a:latin typeface="Tahoma" panose="020B0604030504040204" pitchFamily="34" charset="0"/>
              </a:defRPr>
            </a:lvl3pPr>
            <a:lvl4pPr marL="1600200" indent="-228600">
              <a:defRPr sz="2800" b="1">
                <a:solidFill>
                  <a:schemeClr val="tx1"/>
                </a:solidFill>
                <a:latin typeface="Tahoma" panose="020B0604030504040204" pitchFamily="34" charset="0"/>
              </a:defRPr>
            </a:lvl4pPr>
            <a:lvl5pPr marL="2057400" indent="-228600">
              <a:defRPr sz="2800" b="1">
                <a:solidFill>
                  <a:schemeClr val="tx1"/>
                </a:solidFill>
                <a:latin typeface="Tahoma" panose="020B0604030504040204" pitchFamily="34" charset="0"/>
              </a:defRPr>
            </a:lvl5pPr>
            <a:lvl6pPr marL="2514600" indent="-228600" eaLnBrk="0" fontAlgn="base" hangingPunct="0">
              <a:spcBef>
                <a:spcPct val="0"/>
              </a:spcBef>
              <a:spcAft>
                <a:spcPct val="0"/>
              </a:spcAft>
              <a:defRPr sz="2800" b="1">
                <a:solidFill>
                  <a:schemeClr val="tx1"/>
                </a:solidFill>
                <a:latin typeface="Tahoma" panose="020B0604030504040204" pitchFamily="34" charset="0"/>
              </a:defRPr>
            </a:lvl6pPr>
            <a:lvl7pPr marL="2971800" indent="-228600" eaLnBrk="0" fontAlgn="base" hangingPunct="0">
              <a:spcBef>
                <a:spcPct val="0"/>
              </a:spcBef>
              <a:spcAft>
                <a:spcPct val="0"/>
              </a:spcAft>
              <a:defRPr sz="2800" b="1">
                <a:solidFill>
                  <a:schemeClr val="tx1"/>
                </a:solidFill>
                <a:latin typeface="Tahoma" panose="020B0604030504040204" pitchFamily="34" charset="0"/>
              </a:defRPr>
            </a:lvl7pPr>
            <a:lvl8pPr marL="3429000" indent="-228600" eaLnBrk="0" fontAlgn="base" hangingPunct="0">
              <a:spcBef>
                <a:spcPct val="0"/>
              </a:spcBef>
              <a:spcAft>
                <a:spcPct val="0"/>
              </a:spcAft>
              <a:defRPr sz="2800" b="1">
                <a:solidFill>
                  <a:schemeClr val="tx1"/>
                </a:solidFill>
                <a:latin typeface="Tahoma" panose="020B0604030504040204" pitchFamily="34" charset="0"/>
              </a:defRPr>
            </a:lvl8pPr>
            <a:lvl9pPr marL="3886200" indent="-228600" eaLnBrk="0" fontAlgn="base" hangingPunct="0">
              <a:spcBef>
                <a:spcPct val="0"/>
              </a:spcBef>
              <a:spcAft>
                <a:spcPct val="0"/>
              </a:spcAft>
              <a:defRPr sz="2800" b="1">
                <a:solidFill>
                  <a:schemeClr val="tx1"/>
                </a:solidFill>
                <a:latin typeface="Tahoma" panose="020B0604030504040204" pitchFamily="34" charset="0"/>
              </a:defRPr>
            </a:lvl9pPr>
          </a:lstStyle>
          <a:p>
            <a:fld id="{FE2D8BAB-396E-43D1-AC82-88CBDDB107DA}" type="slidenum">
              <a:rPr lang="en-US" altLang="en-US" sz="1200"/>
              <a:pPr/>
              <a:t>26</a:t>
            </a:fld>
            <a:endParaRPr lang="en-US" altLang="en-US" sz="120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Slide Image Placeholder 1">
            <a:extLst>
              <a:ext uri="{FF2B5EF4-FFF2-40B4-BE49-F238E27FC236}">
                <a16:creationId xmlns:a16="http://schemas.microsoft.com/office/drawing/2014/main" id="{EADE4090-A856-4453-AD18-FACE7426E4A3}"/>
              </a:ext>
            </a:extLst>
          </p:cNvPr>
          <p:cNvSpPr>
            <a:spLocks noGrp="1" noRot="1" noChangeAspect="1" noChangeArrowheads="1" noTextEdit="1"/>
          </p:cNvSpPr>
          <p:nvPr>
            <p:ph type="sldImg"/>
          </p:nvPr>
        </p:nvSpPr>
        <p:spPr>
          <a:ln/>
        </p:spPr>
      </p:sp>
      <p:sp>
        <p:nvSpPr>
          <p:cNvPr id="31747" name="Notes Placeholder 2">
            <a:extLst>
              <a:ext uri="{FF2B5EF4-FFF2-40B4-BE49-F238E27FC236}">
                <a16:creationId xmlns:a16="http://schemas.microsoft.com/office/drawing/2014/main" id="{ABFE8279-3311-43B0-ADED-34F4A9901D73}"/>
              </a:ext>
            </a:extLst>
          </p:cNvPr>
          <p:cNvSpPr>
            <a:spLocks noGrp="1" noChangeArrowheads="1"/>
          </p:cNvSpPr>
          <p:nvPr>
            <p:ph type="body" idx="1"/>
          </p:nvPr>
        </p:nvSpPr>
        <p:spPr>
          <a:noFill/>
        </p:spPr>
        <p:txBody>
          <a:bodyPr/>
          <a:lstStyle/>
          <a:p>
            <a:endParaRPr lang="en-US" altLang="en-US"/>
          </a:p>
        </p:txBody>
      </p:sp>
      <p:sp>
        <p:nvSpPr>
          <p:cNvPr id="31748" name="Slide Number Placeholder 3">
            <a:extLst>
              <a:ext uri="{FF2B5EF4-FFF2-40B4-BE49-F238E27FC236}">
                <a16:creationId xmlns:a16="http://schemas.microsoft.com/office/drawing/2014/main" id="{F10BAC78-A9C7-4BCC-878E-30C73434ACFA}"/>
              </a:ext>
            </a:extLst>
          </p:cNvPr>
          <p:cNvSpPr>
            <a:spLocks noGrp="1"/>
          </p:cNvSpPr>
          <p:nvPr>
            <p:ph type="sldNum" sz="quarter" idx="5"/>
          </p:nvPr>
        </p:nvSpPr>
        <p:spPr>
          <a:noFill/>
        </p:spPr>
        <p:txBody>
          <a:bodyPr/>
          <a:lstStyle>
            <a:lvl1pPr>
              <a:defRPr sz="2800" b="1">
                <a:solidFill>
                  <a:schemeClr val="tx1"/>
                </a:solidFill>
                <a:latin typeface="Tahoma" panose="020B0604030504040204" pitchFamily="34" charset="0"/>
              </a:defRPr>
            </a:lvl1pPr>
            <a:lvl2pPr marL="742950" indent="-285750">
              <a:defRPr sz="2800" b="1">
                <a:solidFill>
                  <a:schemeClr val="tx1"/>
                </a:solidFill>
                <a:latin typeface="Tahoma" panose="020B0604030504040204" pitchFamily="34" charset="0"/>
              </a:defRPr>
            </a:lvl2pPr>
            <a:lvl3pPr marL="1143000" indent="-228600">
              <a:defRPr sz="2800" b="1">
                <a:solidFill>
                  <a:schemeClr val="tx1"/>
                </a:solidFill>
                <a:latin typeface="Tahoma" panose="020B0604030504040204" pitchFamily="34" charset="0"/>
              </a:defRPr>
            </a:lvl3pPr>
            <a:lvl4pPr marL="1600200" indent="-228600">
              <a:defRPr sz="2800" b="1">
                <a:solidFill>
                  <a:schemeClr val="tx1"/>
                </a:solidFill>
                <a:latin typeface="Tahoma" panose="020B0604030504040204" pitchFamily="34" charset="0"/>
              </a:defRPr>
            </a:lvl4pPr>
            <a:lvl5pPr marL="2057400" indent="-228600">
              <a:defRPr sz="2800" b="1">
                <a:solidFill>
                  <a:schemeClr val="tx1"/>
                </a:solidFill>
                <a:latin typeface="Tahoma" panose="020B0604030504040204" pitchFamily="34" charset="0"/>
              </a:defRPr>
            </a:lvl5pPr>
            <a:lvl6pPr marL="2514600" indent="-228600" eaLnBrk="0" fontAlgn="base" hangingPunct="0">
              <a:spcBef>
                <a:spcPct val="0"/>
              </a:spcBef>
              <a:spcAft>
                <a:spcPct val="0"/>
              </a:spcAft>
              <a:defRPr sz="2800" b="1">
                <a:solidFill>
                  <a:schemeClr val="tx1"/>
                </a:solidFill>
                <a:latin typeface="Tahoma" panose="020B0604030504040204" pitchFamily="34" charset="0"/>
              </a:defRPr>
            </a:lvl6pPr>
            <a:lvl7pPr marL="2971800" indent="-228600" eaLnBrk="0" fontAlgn="base" hangingPunct="0">
              <a:spcBef>
                <a:spcPct val="0"/>
              </a:spcBef>
              <a:spcAft>
                <a:spcPct val="0"/>
              </a:spcAft>
              <a:defRPr sz="2800" b="1">
                <a:solidFill>
                  <a:schemeClr val="tx1"/>
                </a:solidFill>
                <a:latin typeface="Tahoma" panose="020B0604030504040204" pitchFamily="34" charset="0"/>
              </a:defRPr>
            </a:lvl7pPr>
            <a:lvl8pPr marL="3429000" indent="-228600" eaLnBrk="0" fontAlgn="base" hangingPunct="0">
              <a:spcBef>
                <a:spcPct val="0"/>
              </a:spcBef>
              <a:spcAft>
                <a:spcPct val="0"/>
              </a:spcAft>
              <a:defRPr sz="2800" b="1">
                <a:solidFill>
                  <a:schemeClr val="tx1"/>
                </a:solidFill>
                <a:latin typeface="Tahoma" panose="020B0604030504040204" pitchFamily="34" charset="0"/>
              </a:defRPr>
            </a:lvl8pPr>
            <a:lvl9pPr marL="3886200" indent="-228600" eaLnBrk="0" fontAlgn="base" hangingPunct="0">
              <a:spcBef>
                <a:spcPct val="0"/>
              </a:spcBef>
              <a:spcAft>
                <a:spcPct val="0"/>
              </a:spcAft>
              <a:defRPr sz="2800" b="1">
                <a:solidFill>
                  <a:schemeClr val="tx1"/>
                </a:solidFill>
                <a:latin typeface="Tahoma" panose="020B0604030504040204" pitchFamily="34" charset="0"/>
              </a:defRPr>
            </a:lvl9pPr>
          </a:lstStyle>
          <a:p>
            <a:fld id="{B0F3ECFB-F660-4CFB-8872-337D668E0585}" type="slidenum">
              <a:rPr lang="en-US" altLang="en-US" sz="1200"/>
              <a:pPr/>
              <a:t>27</a:t>
            </a:fld>
            <a:endParaRPr lang="en-US" altLang="en-US" sz="120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Slide Image Placeholder 1">
            <a:extLst>
              <a:ext uri="{FF2B5EF4-FFF2-40B4-BE49-F238E27FC236}">
                <a16:creationId xmlns:a16="http://schemas.microsoft.com/office/drawing/2014/main" id="{532FC26C-DA55-465A-BCBB-232DF05442C9}"/>
              </a:ext>
            </a:extLst>
          </p:cNvPr>
          <p:cNvSpPr>
            <a:spLocks noGrp="1" noRot="1" noChangeAspect="1" noChangeArrowheads="1" noTextEdit="1"/>
          </p:cNvSpPr>
          <p:nvPr>
            <p:ph type="sldImg"/>
          </p:nvPr>
        </p:nvSpPr>
        <p:spPr>
          <a:ln/>
        </p:spPr>
      </p:sp>
      <p:sp>
        <p:nvSpPr>
          <p:cNvPr id="33795" name="Notes Placeholder 2">
            <a:extLst>
              <a:ext uri="{FF2B5EF4-FFF2-40B4-BE49-F238E27FC236}">
                <a16:creationId xmlns:a16="http://schemas.microsoft.com/office/drawing/2014/main" id="{FFA22221-566A-4539-8FD3-E29DEF2872E4}"/>
              </a:ext>
            </a:extLst>
          </p:cNvPr>
          <p:cNvSpPr>
            <a:spLocks noGrp="1" noChangeArrowheads="1"/>
          </p:cNvSpPr>
          <p:nvPr>
            <p:ph type="body" idx="1"/>
          </p:nvPr>
        </p:nvSpPr>
        <p:spPr>
          <a:noFill/>
        </p:spPr>
        <p:txBody>
          <a:bodyPr/>
          <a:lstStyle/>
          <a:p>
            <a:r>
              <a:rPr lang="en-US" altLang="en-US"/>
              <a:t>Throwing exceptions incurs a performance penalty, and if it's the case that you expect the queue to be empty from time to time you don't want to have to handle the queue-empty-logic as catching an exception -- it's both costly and difficult to read.</a:t>
            </a:r>
          </a:p>
          <a:p>
            <a:r>
              <a:rPr lang="en-US" altLang="en-US"/>
              <a:t>In the opposite case where you don't expect the queue to ever be empty it is a sign of a programming error, or some other exceptional circumstance that it is, and you don't want to write ugly error condition checking code (e.g. checking for null), because in this case that would be less readable than catching an exception (which you can do in another scope).</a:t>
            </a:r>
          </a:p>
          <a:p>
            <a:endParaRPr lang="en-US" altLang="en-US"/>
          </a:p>
        </p:txBody>
      </p:sp>
      <p:sp>
        <p:nvSpPr>
          <p:cNvPr id="33796" name="Slide Number Placeholder 3">
            <a:extLst>
              <a:ext uri="{FF2B5EF4-FFF2-40B4-BE49-F238E27FC236}">
                <a16:creationId xmlns:a16="http://schemas.microsoft.com/office/drawing/2014/main" id="{9C6F455F-D3AF-40C0-A625-E3C3391494EB}"/>
              </a:ext>
            </a:extLst>
          </p:cNvPr>
          <p:cNvSpPr>
            <a:spLocks noGrp="1"/>
          </p:cNvSpPr>
          <p:nvPr>
            <p:ph type="sldNum" sz="quarter" idx="5"/>
          </p:nvPr>
        </p:nvSpPr>
        <p:spPr>
          <a:noFill/>
        </p:spPr>
        <p:txBody>
          <a:bodyPr/>
          <a:lstStyle>
            <a:lvl1pPr>
              <a:defRPr sz="2800" b="1">
                <a:solidFill>
                  <a:schemeClr val="tx1"/>
                </a:solidFill>
                <a:latin typeface="Tahoma" panose="020B0604030504040204" pitchFamily="34" charset="0"/>
              </a:defRPr>
            </a:lvl1pPr>
            <a:lvl2pPr marL="742950" indent="-285750">
              <a:defRPr sz="2800" b="1">
                <a:solidFill>
                  <a:schemeClr val="tx1"/>
                </a:solidFill>
                <a:latin typeface="Tahoma" panose="020B0604030504040204" pitchFamily="34" charset="0"/>
              </a:defRPr>
            </a:lvl2pPr>
            <a:lvl3pPr marL="1143000" indent="-228600">
              <a:defRPr sz="2800" b="1">
                <a:solidFill>
                  <a:schemeClr val="tx1"/>
                </a:solidFill>
                <a:latin typeface="Tahoma" panose="020B0604030504040204" pitchFamily="34" charset="0"/>
              </a:defRPr>
            </a:lvl3pPr>
            <a:lvl4pPr marL="1600200" indent="-228600">
              <a:defRPr sz="2800" b="1">
                <a:solidFill>
                  <a:schemeClr val="tx1"/>
                </a:solidFill>
                <a:latin typeface="Tahoma" panose="020B0604030504040204" pitchFamily="34" charset="0"/>
              </a:defRPr>
            </a:lvl4pPr>
            <a:lvl5pPr marL="2057400" indent="-228600">
              <a:defRPr sz="2800" b="1">
                <a:solidFill>
                  <a:schemeClr val="tx1"/>
                </a:solidFill>
                <a:latin typeface="Tahoma" panose="020B0604030504040204" pitchFamily="34" charset="0"/>
              </a:defRPr>
            </a:lvl5pPr>
            <a:lvl6pPr marL="2514600" indent="-228600" eaLnBrk="0" fontAlgn="base" hangingPunct="0">
              <a:spcBef>
                <a:spcPct val="0"/>
              </a:spcBef>
              <a:spcAft>
                <a:spcPct val="0"/>
              </a:spcAft>
              <a:defRPr sz="2800" b="1">
                <a:solidFill>
                  <a:schemeClr val="tx1"/>
                </a:solidFill>
                <a:latin typeface="Tahoma" panose="020B0604030504040204" pitchFamily="34" charset="0"/>
              </a:defRPr>
            </a:lvl6pPr>
            <a:lvl7pPr marL="2971800" indent="-228600" eaLnBrk="0" fontAlgn="base" hangingPunct="0">
              <a:spcBef>
                <a:spcPct val="0"/>
              </a:spcBef>
              <a:spcAft>
                <a:spcPct val="0"/>
              </a:spcAft>
              <a:defRPr sz="2800" b="1">
                <a:solidFill>
                  <a:schemeClr val="tx1"/>
                </a:solidFill>
                <a:latin typeface="Tahoma" panose="020B0604030504040204" pitchFamily="34" charset="0"/>
              </a:defRPr>
            </a:lvl7pPr>
            <a:lvl8pPr marL="3429000" indent="-228600" eaLnBrk="0" fontAlgn="base" hangingPunct="0">
              <a:spcBef>
                <a:spcPct val="0"/>
              </a:spcBef>
              <a:spcAft>
                <a:spcPct val="0"/>
              </a:spcAft>
              <a:defRPr sz="2800" b="1">
                <a:solidFill>
                  <a:schemeClr val="tx1"/>
                </a:solidFill>
                <a:latin typeface="Tahoma" panose="020B0604030504040204" pitchFamily="34" charset="0"/>
              </a:defRPr>
            </a:lvl8pPr>
            <a:lvl9pPr marL="3886200" indent="-228600" eaLnBrk="0" fontAlgn="base" hangingPunct="0">
              <a:spcBef>
                <a:spcPct val="0"/>
              </a:spcBef>
              <a:spcAft>
                <a:spcPct val="0"/>
              </a:spcAft>
              <a:defRPr sz="2800" b="1">
                <a:solidFill>
                  <a:schemeClr val="tx1"/>
                </a:solidFill>
                <a:latin typeface="Tahoma" panose="020B0604030504040204" pitchFamily="34" charset="0"/>
              </a:defRPr>
            </a:lvl9pPr>
          </a:lstStyle>
          <a:p>
            <a:fld id="{B41050CD-F776-42D3-B596-6F83CEEBE841}" type="slidenum">
              <a:rPr lang="en-US" altLang="en-US" sz="1200"/>
              <a:pPr/>
              <a:t>28</a:t>
            </a:fld>
            <a:endParaRPr lang="en-US" altLang="en-US" sz="120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themeOverride" Target="../theme/themeOverride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themeOverride" Target="../theme/themeOverride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2" Type="http://schemas.openxmlformats.org/officeDocument/2006/relationships/slideMaster" Target="../slideMasters/slideMaster3.xml"/><Relationship Id="rId1" Type="http://schemas.openxmlformats.org/officeDocument/2006/relationships/themeOverride" Target="../theme/themeOverride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2" Type="http://schemas.openxmlformats.org/officeDocument/2006/relationships/slideMaster" Target="../slideMasters/slideMaster3.xml"/><Relationship Id="rId1" Type="http://schemas.openxmlformats.org/officeDocument/2006/relationships/themeOverride" Target="../theme/themeOverride4.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a:t>Click to edit Master subtitle style</a:t>
            </a:r>
          </a:p>
        </p:txBody>
      </p:sp>
      <p:sp>
        <p:nvSpPr>
          <p:cNvPr id="4" name="Rectangle 4">
            <a:extLst>
              <a:ext uri="{FF2B5EF4-FFF2-40B4-BE49-F238E27FC236}">
                <a16:creationId xmlns:a16="http://schemas.microsoft.com/office/drawing/2014/main" id="{86712C47-E6EB-469C-8D9B-824C9BDC2498}"/>
              </a:ext>
            </a:extLst>
          </p:cNvPr>
          <p:cNvSpPr>
            <a:spLocks noGrp="1" noChangeArrowheads="1"/>
          </p:cNvSpPr>
          <p:nvPr>
            <p:ph type="dt" sz="half" idx="10"/>
          </p:nvPr>
        </p:nvSpPr>
        <p:spPr>
          <a:ln/>
        </p:spPr>
        <p:txBody>
          <a:bodyPr/>
          <a:lstStyle>
            <a:lvl1pPr>
              <a:defRPr/>
            </a:lvl1pPr>
          </a:lstStyle>
          <a:p>
            <a:pPr>
              <a:defRPr/>
            </a:pPr>
            <a:endParaRPr lang="en-US"/>
          </a:p>
        </p:txBody>
      </p:sp>
      <p:sp>
        <p:nvSpPr>
          <p:cNvPr id="5" name="Rectangle 6">
            <a:extLst>
              <a:ext uri="{FF2B5EF4-FFF2-40B4-BE49-F238E27FC236}">
                <a16:creationId xmlns:a16="http://schemas.microsoft.com/office/drawing/2014/main" id="{946B59F1-C008-4136-AF8B-B419A3444521}"/>
              </a:ext>
            </a:extLst>
          </p:cNvPr>
          <p:cNvSpPr>
            <a:spLocks noGrp="1" noChangeArrowheads="1"/>
          </p:cNvSpPr>
          <p:nvPr>
            <p:ph type="sldNum" sz="quarter" idx="11"/>
          </p:nvPr>
        </p:nvSpPr>
        <p:spPr>
          <a:ln/>
        </p:spPr>
        <p:txBody>
          <a:bodyPr/>
          <a:lstStyle>
            <a:lvl1pPr>
              <a:defRPr/>
            </a:lvl1pPr>
          </a:lstStyle>
          <a:p>
            <a:fld id="{BE4A6BC4-1716-4B90-AA3F-8966A18ED148}" type="slidenum">
              <a:rPr lang="en-US" altLang="en-US"/>
              <a:pPr/>
              <a:t>‹#›</a:t>
            </a:fld>
            <a:endParaRPr lang="en-US" altLang="en-US"/>
          </a:p>
        </p:txBody>
      </p:sp>
      <p:sp>
        <p:nvSpPr>
          <p:cNvPr id="6" name="Rectangle 7">
            <a:extLst>
              <a:ext uri="{FF2B5EF4-FFF2-40B4-BE49-F238E27FC236}">
                <a16:creationId xmlns:a16="http://schemas.microsoft.com/office/drawing/2014/main" id="{5A3F976D-5AC7-470D-82FE-9A6AC597E11A}"/>
              </a:ext>
            </a:extLst>
          </p:cNvPr>
          <p:cNvSpPr>
            <a:spLocks noGrp="1" noChangeArrowheads="1"/>
          </p:cNvSpPr>
          <p:nvPr>
            <p:ph type="ftr" sz="quarter" idx="12"/>
          </p:nvPr>
        </p:nvSpPr>
        <p:spPr>
          <a:ln/>
        </p:spPr>
        <p:txBody>
          <a:bodyPr/>
          <a:lstStyle>
            <a:lvl1pPr>
              <a:defRPr b="0">
                <a:latin typeface="+mn-lt"/>
              </a:defRPr>
            </a:lvl1pPr>
          </a:lstStyle>
          <a:p>
            <a:pPr>
              <a:defRPr/>
            </a:pPr>
            <a:endParaRPr lang="en-US" b="1"/>
          </a:p>
          <a:p>
            <a:pPr>
              <a:defRPr/>
            </a:pPr>
            <a:endParaRPr lang="en-US">
              <a:latin typeface="Tahoma" pitchFamily="34" charset="0"/>
            </a:endParaRPr>
          </a:p>
          <a:p>
            <a:pPr>
              <a:defRPr/>
            </a:pPr>
            <a:endParaRPr lang="en-US" b="1">
              <a:latin typeface="Tahoma" pitchFamily="34" charset="0"/>
            </a:endParaRPr>
          </a:p>
          <a:p>
            <a:pPr>
              <a:defRPr/>
            </a:pPr>
            <a:r>
              <a:rPr lang="en-US" b="1">
                <a:latin typeface="Tahoma" pitchFamily="34" charset="0"/>
              </a:rPr>
              <a:t>© A+ Computer Science  -  www.apluscompsci.com</a:t>
            </a:r>
          </a:p>
        </p:txBody>
      </p:sp>
    </p:spTree>
    <p:extLst>
      <p:ext uri="{BB962C8B-B14F-4D97-AF65-F5344CB8AC3E}">
        <p14:creationId xmlns:p14="http://schemas.microsoft.com/office/powerpoint/2010/main" val="387220407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a:extLst>
              <a:ext uri="{FF2B5EF4-FFF2-40B4-BE49-F238E27FC236}">
                <a16:creationId xmlns:a16="http://schemas.microsoft.com/office/drawing/2014/main" id="{B02595CE-1330-46A7-BB4A-4DF70FBF6306}"/>
              </a:ext>
            </a:extLst>
          </p:cNvPr>
          <p:cNvSpPr>
            <a:spLocks noGrp="1" noChangeArrowheads="1"/>
          </p:cNvSpPr>
          <p:nvPr>
            <p:ph type="dt" sz="half" idx="10"/>
          </p:nvPr>
        </p:nvSpPr>
        <p:spPr>
          <a:ln/>
        </p:spPr>
        <p:txBody>
          <a:bodyPr/>
          <a:lstStyle>
            <a:lvl1pPr>
              <a:defRPr/>
            </a:lvl1pPr>
          </a:lstStyle>
          <a:p>
            <a:pPr>
              <a:defRPr/>
            </a:pPr>
            <a:endParaRPr lang="en-US"/>
          </a:p>
        </p:txBody>
      </p:sp>
      <p:sp>
        <p:nvSpPr>
          <p:cNvPr id="5" name="Rectangle 6">
            <a:extLst>
              <a:ext uri="{FF2B5EF4-FFF2-40B4-BE49-F238E27FC236}">
                <a16:creationId xmlns:a16="http://schemas.microsoft.com/office/drawing/2014/main" id="{35658CAC-8F48-4190-B146-25F945C149D8}"/>
              </a:ext>
            </a:extLst>
          </p:cNvPr>
          <p:cNvSpPr>
            <a:spLocks noGrp="1" noChangeArrowheads="1"/>
          </p:cNvSpPr>
          <p:nvPr>
            <p:ph type="sldNum" sz="quarter" idx="11"/>
          </p:nvPr>
        </p:nvSpPr>
        <p:spPr>
          <a:ln/>
        </p:spPr>
        <p:txBody>
          <a:bodyPr/>
          <a:lstStyle>
            <a:lvl1pPr>
              <a:defRPr/>
            </a:lvl1pPr>
          </a:lstStyle>
          <a:p>
            <a:fld id="{DBB0BB60-4816-469C-B575-0A8E48C382EF}" type="slidenum">
              <a:rPr lang="en-US" altLang="en-US"/>
              <a:pPr/>
              <a:t>‹#›</a:t>
            </a:fld>
            <a:endParaRPr lang="en-US" altLang="en-US"/>
          </a:p>
        </p:txBody>
      </p:sp>
      <p:sp>
        <p:nvSpPr>
          <p:cNvPr id="6" name="Rectangle 7">
            <a:extLst>
              <a:ext uri="{FF2B5EF4-FFF2-40B4-BE49-F238E27FC236}">
                <a16:creationId xmlns:a16="http://schemas.microsoft.com/office/drawing/2014/main" id="{303B56E2-9E8F-41F3-9B2F-098DE8D44286}"/>
              </a:ext>
            </a:extLst>
          </p:cNvPr>
          <p:cNvSpPr>
            <a:spLocks noGrp="1" noChangeArrowheads="1"/>
          </p:cNvSpPr>
          <p:nvPr>
            <p:ph type="ftr" sz="quarter" idx="12"/>
          </p:nvPr>
        </p:nvSpPr>
        <p:spPr>
          <a:ln/>
        </p:spPr>
        <p:txBody>
          <a:bodyPr/>
          <a:lstStyle>
            <a:lvl1pPr>
              <a:defRPr b="0">
                <a:latin typeface="+mn-lt"/>
              </a:defRPr>
            </a:lvl1pPr>
          </a:lstStyle>
          <a:p>
            <a:pPr>
              <a:defRPr/>
            </a:pPr>
            <a:endParaRPr lang="en-US" b="1"/>
          </a:p>
          <a:p>
            <a:pPr>
              <a:defRPr/>
            </a:pPr>
            <a:endParaRPr lang="en-US">
              <a:latin typeface="Tahoma" pitchFamily="34" charset="0"/>
            </a:endParaRPr>
          </a:p>
          <a:p>
            <a:pPr>
              <a:defRPr/>
            </a:pPr>
            <a:endParaRPr lang="en-US" b="1">
              <a:latin typeface="Tahoma" pitchFamily="34" charset="0"/>
            </a:endParaRPr>
          </a:p>
          <a:p>
            <a:pPr>
              <a:defRPr/>
            </a:pPr>
            <a:r>
              <a:rPr lang="en-US" b="1">
                <a:latin typeface="Tahoma" pitchFamily="34" charset="0"/>
              </a:rPr>
              <a:t>© A+ Computer Science  -  www.apluscompsci.com</a:t>
            </a:r>
          </a:p>
        </p:txBody>
      </p:sp>
    </p:spTree>
    <p:extLst>
      <p:ext uri="{BB962C8B-B14F-4D97-AF65-F5344CB8AC3E}">
        <p14:creationId xmlns:p14="http://schemas.microsoft.com/office/powerpoint/2010/main" val="22716898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Rectangle 4">
            <a:extLst>
              <a:ext uri="{FF2B5EF4-FFF2-40B4-BE49-F238E27FC236}">
                <a16:creationId xmlns:a16="http://schemas.microsoft.com/office/drawing/2014/main" id="{429F3D44-48C3-422A-AB85-66B1118E2EA6}"/>
              </a:ext>
            </a:extLst>
          </p:cNvPr>
          <p:cNvSpPr>
            <a:spLocks noGrp="1" noChangeArrowheads="1"/>
          </p:cNvSpPr>
          <p:nvPr>
            <p:ph type="dt" sz="half" idx="10"/>
          </p:nvPr>
        </p:nvSpPr>
        <p:spPr>
          <a:ln/>
        </p:spPr>
        <p:txBody>
          <a:bodyPr/>
          <a:lstStyle>
            <a:lvl1pPr>
              <a:defRPr/>
            </a:lvl1pPr>
          </a:lstStyle>
          <a:p>
            <a:pPr>
              <a:defRPr/>
            </a:pPr>
            <a:endParaRPr lang="en-US"/>
          </a:p>
        </p:txBody>
      </p:sp>
      <p:sp>
        <p:nvSpPr>
          <p:cNvPr id="5" name="Rectangle 6">
            <a:extLst>
              <a:ext uri="{FF2B5EF4-FFF2-40B4-BE49-F238E27FC236}">
                <a16:creationId xmlns:a16="http://schemas.microsoft.com/office/drawing/2014/main" id="{870E2F4A-F8F1-4119-9176-094829F6509C}"/>
              </a:ext>
            </a:extLst>
          </p:cNvPr>
          <p:cNvSpPr>
            <a:spLocks noGrp="1" noChangeArrowheads="1"/>
          </p:cNvSpPr>
          <p:nvPr>
            <p:ph type="sldNum" sz="quarter" idx="11"/>
          </p:nvPr>
        </p:nvSpPr>
        <p:spPr>
          <a:ln/>
        </p:spPr>
        <p:txBody>
          <a:bodyPr/>
          <a:lstStyle>
            <a:lvl1pPr>
              <a:defRPr/>
            </a:lvl1pPr>
          </a:lstStyle>
          <a:p>
            <a:fld id="{B7EB9049-9A9E-4BB3-A10C-49F2FCD3D139}" type="slidenum">
              <a:rPr lang="en-US" altLang="en-US"/>
              <a:pPr/>
              <a:t>‹#›</a:t>
            </a:fld>
            <a:endParaRPr lang="en-US" altLang="en-US"/>
          </a:p>
        </p:txBody>
      </p:sp>
      <p:sp>
        <p:nvSpPr>
          <p:cNvPr id="6" name="Rectangle 7">
            <a:extLst>
              <a:ext uri="{FF2B5EF4-FFF2-40B4-BE49-F238E27FC236}">
                <a16:creationId xmlns:a16="http://schemas.microsoft.com/office/drawing/2014/main" id="{0393AC1A-0F61-42BB-8E00-DFFF4A0A6224}"/>
              </a:ext>
            </a:extLst>
          </p:cNvPr>
          <p:cNvSpPr>
            <a:spLocks noGrp="1" noChangeArrowheads="1"/>
          </p:cNvSpPr>
          <p:nvPr>
            <p:ph type="ftr" sz="quarter" idx="12"/>
          </p:nvPr>
        </p:nvSpPr>
        <p:spPr>
          <a:ln/>
        </p:spPr>
        <p:txBody>
          <a:bodyPr/>
          <a:lstStyle>
            <a:lvl1pPr>
              <a:defRPr b="0">
                <a:latin typeface="+mn-lt"/>
              </a:defRPr>
            </a:lvl1pPr>
          </a:lstStyle>
          <a:p>
            <a:pPr>
              <a:defRPr/>
            </a:pPr>
            <a:endParaRPr lang="en-US" b="1"/>
          </a:p>
          <a:p>
            <a:pPr>
              <a:defRPr/>
            </a:pPr>
            <a:endParaRPr lang="en-US">
              <a:latin typeface="Tahoma" pitchFamily="34" charset="0"/>
            </a:endParaRPr>
          </a:p>
          <a:p>
            <a:pPr>
              <a:defRPr/>
            </a:pPr>
            <a:endParaRPr lang="en-US" b="1">
              <a:latin typeface="Tahoma" pitchFamily="34" charset="0"/>
            </a:endParaRPr>
          </a:p>
          <a:p>
            <a:pPr>
              <a:defRPr/>
            </a:pPr>
            <a:r>
              <a:rPr lang="en-US" b="1">
                <a:latin typeface="Tahoma" pitchFamily="34" charset="0"/>
              </a:rPr>
              <a:t>© A+ Computer Science  -  www.apluscompsci.com</a:t>
            </a:r>
          </a:p>
        </p:txBody>
      </p:sp>
    </p:spTree>
    <p:extLst>
      <p:ext uri="{BB962C8B-B14F-4D97-AF65-F5344CB8AC3E}">
        <p14:creationId xmlns:p14="http://schemas.microsoft.com/office/powerpoint/2010/main" val="206833672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85800" y="1981200"/>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981200"/>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4">
            <a:extLst>
              <a:ext uri="{FF2B5EF4-FFF2-40B4-BE49-F238E27FC236}">
                <a16:creationId xmlns:a16="http://schemas.microsoft.com/office/drawing/2014/main" id="{01EF48D0-A77A-4B6D-A2CE-F2198F562981}"/>
              </a:ext>
            </a:extLst>
          </p:cNvPr>
          <p:cNvSpPr>
            <a:spLocks noGrp="1" noChangeArrowheads="1"/>
          </p:cNvSpPr>
          <p:nvPr>
            <p:ph type="dt" sz="half" idx="10"/>
          </p:nvPr>
        </p:nvSpPr>
        <p:spPr>
          <a:ln/>
        </p:spPr>
        <p:txBody>
          <a:bodyPr/>
          <a:lstStyle>
            <a:lvl1pPr>
              <a:defRPr/>
            </a:lvl1pPr>
          </a:lstStyle>
          <a:p>
            <a:pPr>
              <a:defRPr/>
            </a:pPr>
            <a:endParaRPr lang="en-US"/>
          </a:p>
        </p:txBody>
      </p:sp>
      <p:sp>
        <p:nvSpPr>
          <p:cNvPr id="6" name="Rectangle 6">
            <a:extLst>
              <a:ext uri="{FF2B5EF4-FFF2-40B4-BE49-F238E27FC236}">
                <a16:creationId xmlns:a16="http://schemas.microsoft.com/office/drawing/2014/main" id="{FABF3ED2-0600-41FE-8668-1102E04E4525}"/>
              </a:ext>
            </a:extLst>
          </p:cNvPr>
          <p:cNvSpPr>
            <a:spLocks noGrp="1" noChangeArrowheads="1"/>
          </p:cNvSpPr>
          <p:nvPr>
            <p:ph type="sldNum" sz="quarter" idx="11"/>
          </p:nvPr>
        </p:nvSpPr>
        <p:spPr>
          <a:ln/>
        </p:spPr>
        <p:txBody>
          <a:bodyPr/>
          <a:lstStyle>
            <a:lvl1pPr>
              <a:defRPr/>
            </a:lvl1pPr>
          </a:lstStyle>
          <a:p>
            <a:fld id="{2D16CC07-B111-4A45-B1FE-13946377713F}" type="slidenum">
              <a:rPr lang="en-US" altLang="en-US"/>
              <a:pPr/>
              <a:t>‹#›</a:t>
            </a:fld>
            <a:endParaRPr lang="en-US" altLang="en-US"/>
          </a:p>
        </p:txBody>
      </p:sp>
      <p:sp>
        <p:nvSpPr>
          <p:cNvPr id="7" name="Rectangle 7">
            <a:extLst>
              <a:ext uri="{FF2B5EF4-FFF2-40B4-BE49-F238E27FC236}">
                <a16:creationId xmlns:a16="http://schemas.microsoft.com/office/drawing/2014/main" id="{3B7DBE6D-1C80-4344-9CE8-666957430DE7}"/>
              </a:ext>
            </a:extLst>
          </p:cNvPr>
          <p:cNvSpPr>
            <a:spLocks noGrp="1" noChangeArrowheads="1"/>
          </p:cNvSpPr>
          <p:nvPr>
            <p:ph type="ftr" sz="quarter" idx="12"/>
          </p:nvPr>
        </p:nvSpPr>
        <p:spPr>
          <a:ln/>
        </p:spPr>
        <p:txBody>
          <a:bodyPr/>
          <a:lstStyle>
            <a:lvl1pPr>
              <a:defRPr b="0">
                <a:latin typeface="+mn-lt"/>
              </a:defRPr>
            </a:lvl1pPr>
          </a:lstStyle>
          <a:p>
            <a:pPr>
              <a:defRPr/>
            </a:pPr>
            <a:endParaRPr lang="en-US" b="1"/>
          </a:p>
          <a:p>
            <a:pPr>
              <a:defRPr/>
            </a:pPr>
            <a:endParaRPr lang="en-US">
              <a:latin typeface="Tahoma" pitchFamily="34" charset="0"/>
            </a:endParaRPr>
          </a:p>
          <a:p>
            <a:pPr>
              <a:defRPr/>
            </a:pPr>
            <a:endParaRPr lang="en-US" b="1">
              <a:latin typeface="Tahoma" pitchFamily="34" charset="0"/>
            </a:endParaRPr>
          </a:p>
          <a:p>
            <a:pPr>
              <a:defRPr/>
            </a:pPr>
            <a:r>
              <a:rPr lang="en-US" b="1">
                <a:latin typeface="Tahoma" pitchFamily="34" charset="0"/>
              </a:rPr>
              <a:t>© A+ Computer Science  -  www.apluscompsci.com</a:t>
            </a:r>
          </a:p>
        </p:txBody>
      </p:sp>
    </p:spTree>
    <p:extLst>
      <p:ext uri="{BB962C8B-B14F-4D97-AF65-F5344CB8AC3E}">
        <p14:creationId xmlns:p14="http://schemas.microsoft.com/office/powerpoint/2010/main" val="285615807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4">
            <a:extLst>
              <a:ext uri="{FF2B5EF4-FFF2-40B4-BE49-F238E27FC236}">
                <a16:creationId xmlns:a16="http://schemas.microsoft.com/office/drawing/2014/main" id="{C9447A4D-D0A6-4E02-B841-CCDDFD152232}"/>
              </a:ext>
            </a:extLst>
          </p:cNvPr>
          <p:cNvSpPr>
            <a:spLocks noGrp="1" noChangeArrowheads="1"/>
          </p:cNvSpPr>
          <p:nvPr>
            <p:ph type="dt" sz="half" idx="10"/>
          </p:nvPr>
        </p:nvSpPr>
        <p:spPr>
          <a:ln/>
        </p:spPr>
        <p:txBody>
          <a:bodyPr/>
          <a:lstStyle>
            <a:lvl1pPr>
              <a:defRPr/>
            </a:lvl1pPr>
          </a:lstStyle>
          <a:p>
            <a:pPr>
              <a:defRPr/>
            </a:pPr>
            <a:endParaRPr lang="en-US"/>
          </a:p>
        </p:txBody>
      </p:sp>
      <p:sp>
        <p:nvSpPr>
          <p:cNvPr id="8" name="Rectangle 6">
            <a:extLst>
              <a:ext uri="{FF2B5EF4-FFF2-40B4-BE49-F238E27FC236}">
                <a16:creationId xmlns:a16="http://schemas.microsoft.com/office/drawing/2014/main" id="{022F68A2-E989-481C-A18E-EE4AC115E821}"/>
              </a:ext>
            </a:extLst>
          </p:cNvPr>
          <p:cNvSpPr>
            <a:spLocks noGrp="1" noChangeArrowheads="1"/>
          </p:cNvSpPr>
          <p:nvPr>
            <p:ph type="sldNum" sz="quarter" idx="11"/>
          </p:nvPr>
        </p:nvSpPr>
        <p:spPr>
          <a:ln/>
        </p:spPr>
        <p:txBody>
          <a:bodyPr/>
          <a:lstStyle>
            <a:lvl1pPr>
              <a:defRPr/>
            </a:lvl1pPr>
          </a:lstStyle>
          <a:p>
            <a:fld id="{DB0C5E76-4E8F-437E-9CA1-82177345EE37}" type="slidenum">
              <a:rPr lang="en-US" altLang="en-US"/>
              <a:pPr/>
              <a:t>‹#›</a:t>
            </a:fld>
            <a:endParaRPr lang="en-US" altLang="en-US"/>
          </a:p>
        </p:txBody>
      </p:sp>
      <p:sp>
        <p:nvSpPr>
          <p:cNvPr id="9" name="Rectangle 7">
            <a:extLst>
              <a:ext uri="{FF2B5EF4-FFF2-40B4-BE49-F238E27FC236}">
                <a16:creationId xmlns:a16="http://schemas.microsoft.com/office/drawing/2014/main" id="{921F8978-EA1A-4873-B2FF-BB4B3F81EA90}"/>
              </a:ext>
            </a:extLst>
          </p:cNvPr>
          <p:cNvSpPr>
            <a:spLocks noGrp="1" noChangeArrowheads="1"/>
          </p:cNvSpPr>
          <p:nvPr>
            <p:ph type="ftr" sz="quarter" idx="12"/>
          </p:nvPr>
        </p:nvSpPr>
        <p:spPr>
          <a:ln/>
        </p:spPr>
        <p:txBody>
          <a:bodyPr/>
          <a:lstStyle>
            <a:lvl1pPr>
              <a:defRPr b="0">
                <a:latin typeface="+mn-lt"/>
              </a:defRPr>
            </a:lvl1pPr>
          </a:lstStyle>
          <a:p>
            <a:pPr>
              <a:defRPr/>
            </a:pPr>
            <a:endParaRPr lang="en-US" b="1"/>
          </a:p>
          <a:p>
            <a:pPr>
              <a:defRPr/>
            </a:pPr>
            <a:endParaRPr lang="en-US">
              <a:latin typeface="Tahoma" pitchFamily="34" charset="0"/>
            </a:endParaRPr>
          </a:p>
          <a:p>
            <a:pPr>
              <a:defRPr/>
            </a:pPr>
            <a:endParaRPr lang="en-US" b="1">
              <a:latin typeface="Tahoma" pitchFamily="34" charset="0"/>
            </a:endParaRPr>
          </a:p>
          <a:p>
            <a:pPr>
              <a:defRPr/>
            </a:pPr>
            <a:r>
              <a:rPr lang="en-US" b="1">
                <a:latin typeface="Tahoma" pitchFamily="34" charset="0"/>
              </a:rPr>
              <a:t>© A+ Computer Science  -  www.apluscompsci.com</a:t>
            </a:r>
          </a:p>
        </p:txBody>
      </p:sp>
    </p:spTree>
    <p:extLst>
      <p:ext uri="{BB962C8B-B14F-4D97-AF65-F5344CB8AC3E}">
        <p14:creationId xmlns:p14="http://schemas.microsoft.com/office/powerpoint/2010/main" val="413866883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Rectangle 4">
            <a:extLst>
              <a:ext uri="{FF2B5EF4-FFF2-40B4-BE49-F238E27FC236}">
                <a16:creationId xmlns:a16="http://schemas.microsoft.com/office/drawing/2014/main" id="{9B733832-9C6A-4958-9D04-1954BAA96BA0}"/>
              </a:ext>
            </a:extLst>
          </p:cNvPr>
          <p:cNvSpPr>
            <a:spLocks noGrp="1" noChangeArrowheads="1"/>
          </p:cNvSpPr>
          <p:nvPr>
            <p:ph type="dt" sz="half" idx="10"/>
          </p:nvPr>
        </p:nvSpPr>
        <p:spPr>
          <a:ln/>
        </p:spPr>
        <p:txBody>
          <a:bodyPr/>
          <a:lstStyle>
            <a:lvl1pPr>
              <a:defRPr/>
            </a:lvl1pPr>
          </a:lstStyle>
          <a:p>
            <a:pPr>
              <a:defRPr/>
            </a:pPr>
            <a:endParaRPr lang="en-US"/>
          </a:p>
        </p:txBody>
      </p:sp>
      <p:sp>
        <p:nvSpPr>
          <p:cNvPr id="4" name="Rectangle 6">
            <a:extLst>
              <a:ext uri="{FF2B5EF4-FFF2-40B4-BE49-F238E27FC236}">
                <a16:creationId xmlns:a16="http://schemas.microsoft.com/office/drawing/2014/main" id="{03CF4D70-4984-43D4-A8E8-28F7605AAB3F}"/>
              </a:ext>
            </a:extLst>
          </p:cNvPr>
          <p:cNvSpPr>
            <a:spLocks noGrp="1" noChangeArrowheads="1"/>
          </p:cNvSpPr>
          <p:nvPr>
            <p:ph type="sldNum" sz="quarter" idx="11"/>
          </p:nvPr>
        </p:nvSpPr>
        <p:spPr>
          <a:ln/>
        </p:spPr>
        <p:txBody>
          <a:bodyPr/>
          <a:lstStyle>
            <a:lvl1pPr>
              <a:defRPr/>
            </a:lvl1pPr>
          </a:lstStyle>
          <a:p>
            <a:fld id="{F07EC92D-ABA4-4239-8C1F-22498E81571B}" type="slidenum">
              <a:rPr lang="en-US" altLang="en-US"/>
              <a:pPr/>
              <a:t>‹#›</a:t>
            </a:fld>
            <a:endParaRPr lang="en-US" altLang="en-US"/>
          </a:p>
        </p:txBody>
      </p:sp>
      <p:sp>
        <p:nvSpPr>
          <p:cNvPr id="5" name="Rectangle 7">
            <a:extLst>
              <a:ext uri="{FF2B5EF4-FFF2-40B4-BE49-F238E27FC236}">
                <a16:creationId xmlns:a16="http://schemas.microsoft.com/office/drawing/2014/main" id="{5BD23770-6883-4B40-97DD-6D800903276D}"/>
              </a:ext>
            </a:extLst>
          </p:cNvPr>
          <p:cNvSpPr>
            <a:spLocks noGrp="1" noChangeArrowheads="1"/>
          </p:cNvSpPr>
          <p:nvPr>
            <p:ph type="ftr" sz="quarter" idx="12"/>
          </p:nvPr>
        </p:nvSpPr>
        <p:spPr>
          <a:ln/>
        </p:spPr>
        <p:txBody>
          <a:bodyPr/>
          <a:lstStyle>
            <a:lvl1pPr>
              <a:defRPr b="0">
                <a:latin typeface="+mn-lt"/>
              </a:defRPr>
            </a:lvl1pPr>
          </a:lstStyle>
          <a:p>
            <a:pPr>
              <a:defRPr/>
            </a:pPr>
            <a:endParaRPr lang="en-US" b="1"/>
          </a:p>
          <a:p>
            <a:pPr>
              <a:defRPr/>
            </a:pPr>
            <a:endParaRPr lang="en-US">
              <a:latin typeface="Tahoma" pitchFamily="34" charset="0"/>
            </a:endParaRPr>
          </a:p>
          <a:p>
            <a:pPr>
              <a:defRPr/>
            </a:pPr>
            <a:endParaRPr lang="en-US" b="1">
              <a:latin typeface="Tahoma" pitchFamily="34" charset="0"/>
            </a:endParaRPr>
          </a:p>
          <a:p>
            <a:pPr>
              <a:defRPr/>
            </a:pPr>
            <a:r>
              <a:rPr lang="en-US" b="1">
                <a:latin typeface="Tahoma" pitchFamily="34" charset="0"/>
              </a:rPr>
              <a:t>© A+ Computer Science  -  www.apluscompsci.com</a:t>
            </a:r>
          </a:p>
        </p:txBody>
      </p:sp>
    </p:spTree>
    <p:extLst>
      <p:ext uri="{BB962C8B-B14F-4D97-AF65-F5344CB8AC3E}">
        <p14:creationId xmlns:p14="http://schemas.microsoft.com/office/powerpoint/2010/main" val="226969555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4">
            <a:extLst>
              <a:ext uri="{FF2B5EF4-FFF2-40B4-BE49-F238E27FC236}">
                <a16:creationId xmlns:a16="http://schemas.microsoft.com/office/drawing/2014/main" id="{8929B77B-A92D-4E4F-BCBA-0432FE204762}"/>
              </a:ext>
            </a:extLst>
          </p:cNvPr>
          <p:cNvSpPr>
            <a:spLocks noGrp="1" noChangeArrowheads="1"/>
          </p:cNvSpPr>
          <p:nvPr>
            <p:ph type="dt" sz="half" idx="10"/>
          </p:nvPr>
        </p:nvSpPr>
        <p:spPr>
          <a:ln/>
        </p:spPr>
        <p:txBody>
          <a:bodyPr/>
          <a:lstStyle>
            <a:lvl1pPr>
              <a:defRPr/>
            </a:lvl1pPr>
          </a:lstStyle>
          <a:p>
            <a:pPr>
              <a:defRPr/>
            </a:pPr>
            <a:endParaRPr lang="en-US"/>
          </a:p>
        </p:txBody>
      </p:sp>
      <p:sp>
        <p:nvSpPr>
          <p:cNvPr id="3" name="Rectangle 6">
            <a:extLst>
              <a:ext uri="{FF2B5EF4-FFF2-40B4-BE49-F238E27FC236}">
                <a16:creationId xmlns:a16="http://schemas.microsoft.com/office/drawing/2014/main" id="{57D9B42C-4135-4DC5-9CAD-93E7839086C5}"/>
              </a:ext>
            </a:extLst>
          </p:cNvPr>
          <p:cNvSpPr>
            <a:spLocks noGrp="1" noChangeArrowheads="1"/>
          </p:cNvSpPr>
          <p:nvPr>
            <p:ph type="sldNum" sz="quarter" idx="11"/>
          </p:nvPr>
        </p:nvSpPr>
        <p:spPr>
          <a:ln/>
        </p:spPr>
        <p:txBody>
          <a:bodyPr/>
          <a:lstStyle>
            <a:lvl1pPr>
              <a:defRPr/>
            </a:lvl1pPr>
          </a:lstStyle>
          <a:p>
            <a:fld id="{F7CD95E3-801B-4EE8-9CCB-8DF519F339C2}" type="slidenum">
              <a:rPr lang="en-US" altLang="en-US"/>
              <a:pPr/>
              <a:t>‹#›</a:t>
            </a:fld>
            <a:endParaRPr lang="en-US" altLang="en-US"/>
          </a:p>
        </p:txBody>
      </p:sp>
      <p:sp>
        <p:nvSpPr>
          <p:cNvPr id="4" name="Rectangle 7">
            <a:extLst>
              <a:ext uri="{FF2B5EF4-FFF2-40B4-BE49-F238E27FC236}">
                <a16:creationId xmlns:a16="http://schemas.microsoft.com/office/drawing/2014/main" id="{C3F1ED64-D692-451F-A151-97B2350C16AD}"/>
              </a:ext>
            </a:extLst>
          </p:cNvPr>
          <p:cNvSpPr>
            <a:spLocks noGrp="1" noChangeArrowheads="1"/>
          </p:cNvSpPr>
          <p:nvPr>
            <p:ph type="ftr" sz="quarter" idx="12"/>
          </p:nvPr>
        </p:nvSpPr>
        <p:spPr>
          <a:ln/>
        </p:spPr>
        <p:txBody>
          <a:bodyPr/>
          <a:lstStyle>
            <a:lvl1pPr>
              <a:defRPr b="0">
                <a:latin typeface="+mn-lt"/>
              </a:defRPr>
            </a:lvl1pPr>
          </a:lstStyle>
          <a:p>
            <a:pPr>
              <a:defRPr/>
            </a:pPr>
            <a:endParaRPr lang="en-US" b="1"/>
          </a:p>
          <a:p>
            <a:pPr>
              <a:defRPr/>
            </a:pPr>
            <a:endParaRPr lang="en-US">
              <a:latin typeface="Tahoma" pitchFamily="34" charset="0"/>
            </a:endParaRPr>
          </a:p>
          <a:p>
            <a:pPr>
              <a:defRPr/>
            </a:pPr>
            <a:endParaRPr lang="en-US" b="1">
              <a:latin typeface="Tahoma" pitchFamily="34" charset="0"/>
            </a:endParaRPr>
          </a:p>
          <a:p>
            <a:pPr>
              <a:defRPr/>
            </a:pPr>
            <a:r>
              <a:rPr lang="en-US" b="1">
                <a:latin typeface="Tahoma" pitchFamily="34" charset="0"/>
              </a:rPr>
              <a:t>© A+ Computer Science  -  www.apluscompsci.com</a:t>
            </a:r>
          </a:p>
        </p:txBody>
      </p:sp>
    </p:spTree>
    <p:extLst>
      <p:ext uri="{BB962C8B-B14F-4D97-AF65-F5344CB8AC3E}">
        <p14:creationId xmlns:p14="http://schemas.microsoft.com/office/powerpoint/2010/main" val="76051029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4">
            <a:extLst>
              <a:ext uri="{FF2B5EF4-FFF2-40B4-BE49-F238E27FC236}">
                <a16:creationId xmlns:a16="http://schemas.microsoft.com/office/drawing/2014/main" id="{B8D60706-424D-4F60-8BC1-16445A063A48}"/>
              </a:ext>
            </a:extLst>
          </p:cNvPr>
          <p:cNvSpPr>
            <a:spLocks noGrp="1" noChangeArrowheads="1"/>
          </p:cNvSpPr>
          <p:nvPr>
            <p:ph type="dt" sz="half" idx="10"/>
          </p:nvPr>
        </p:nvSpPr>
        <p:spPr>
          <a:ln/>
        </p:spPr>
        <p:txBody>
          <a:bodyPr/>
          <a:lstStyle>
            <a:lvl1pPr>
              <a:defRPr/>
            </a:lvl1pPr>
          </a:lstStyle>
          <a:p>
            <a:pPr>
              <a:defRPr/>
            </a:pPr>
            <a:endParaRPr lang="en-US"/>
          </a:p>
        </p:txBody>
      </p:sp>
      <p:sp>
        <p:nvSpPr>
          <p:cNvPr id="6" name="Rectangle 6">
            <a:extLst>
              <a:ext uri="{FF2B5EF4-FFF2-40B4-BE49-F238E27FC236}">
                <a16:creationId xmlns:a16="http://schemas.microsoft.com/office/drawing/2014/main" id="{FCF7BF56-0C97-4D3F-96D2-1139CF029AB3}"/>
              </a:ext>
            </a:extLst>
          </p:cNvPr>
          <p:cNvSpPr>
            <a:spLocks noGrp="1" noChangeArrowheads="1"/>
          </p:cNvSpPr>
          <p:nvPr>
            <p:ph type="sldNum" sz="quarter" idx="11"/>
          </p:nvPr>
        </p:nvSpPr>
        <p:spPr>
          <a:ln/>
        </p:spPr>
        <p:txBody>
          <a:bodyPr/>
          <a:lstStyle>
            <a:lvl1pPr>
              <a:defRPr/>
            </a:lvl1pPr>
          </a:lstStyle>
          <a:p>
            <a:fld id="{669C505F-9280-457C-8B7C-6A5C0FF065F3}" type="slidenum">
              <a:rPr lang="en-US" altLang="en-US"/>
              <a:pPr/>
              <a:t>‹#›</a:t>
            </a:fld>
            <a:endParaRPr lang="en-US" altLang="en-US"/>
          </a:p>
        </p:txBody>
      </p:sp>
      <p:sp>
        <p:nvSpPr>
          <p:cNvPr id="7" name="Rectangle 7">
            <a:extLst>
              <a:ext uri="{FF2B5EF4-FFF2-40B4-BE49-F238E27FC236}">
                <a16:creationId xmlns:a16="http://schemas.microsoft.com/office/drawing/2014/main" id="{722E55DA-92A0-4B62-812C-65D9291B58C2}"/>
              </a:ext>
            </a:extLst>
          </p:cNvPr>
          <p:cNvSpPr>
            <a:spLocks noGrp="1" noChangeArrowheads="1"/>
          </p:cNvSpPr>
          <p:nvPr>
            <p:ph type="ftr" sz="quarter" idx="12"/>
          </p:nvPr>
        </p:nvSpPr>
        <p:spPr>
          <a:ln/>
        </p:spPr>
        <p:txBody>
          <a:bodyPr/>
          <a:lstStyle>
            <a:lvl1pPr>
              <a:defRPr b="0">
                <a:latin typeface="+mn-lt"/>
              </a:defRPr>
            </a:lvl1pPr>
          </a:lstStyle>
          <a:p>
            <a:pPr>
              <a:defRPr/>
            </a:pPr>
            <a:endParaRPr lang="en-US" b="1"/>
          </a:p>
          <a:p>
            <a:pPr>
              <a:defRPr/>
            </a:pPr>
            <a:endParaRPr lang="en-US">
              <a:latin typeface="Tahoma" pitchFamily="34" charset="0"/>
            </a:endParaRPr>
          </a:p>
          <a:p>
            <a:pPr>
              <a:defRPr/>
            </a:pPr>
            <a:endParaRPr lang="en-US" b="1">
              <a:latin typeface="Tahoma" pitchFamily="34" charset="0"/>
            </a:endParaRPr>
          </a:p>
          <a:p>
            <a:pPr>
              <a:defRPr/>
            </a:pPr>
            <a:r>
              <a:rPr lang="en-US" b="1">
                <a:latin typeface="Tahoma" pitchFamily="34" charset="0"/>
              </a:rPr>
              <a:t>© A+ Computer Science  -  www.apluscompsci.com</a:t>
            </a:r>
          </a:p>
        </p:txBody>
      </p:sp>
    </p:spTree>
    <p:extLst>
      <p:ext uri="{BB962C8B-B14F-4D97-AF65-F5344CB8AC3E}">
        <p14:creationId xmlns:p14="http://schemas.microsoft.com/office/powerpoint/2010/main" val="179832189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4">
            <a:extLst>
              <a:ext uri="{FF2B5EF4-FFF2-40B4-BE49-F238E27FC236}">
                <a16:creationId xmlns:a16="http://schemas.microsoft.com/office/drawing/2014/main" id="{BA4B1E3B-0CA2-44D6-A556-A7A6CB92601F}"/>
              </a:ext>
            </a:extLst>
          </p:cNvPr>
          <p:cNvSpPr>
            <a:spLocks noGrp="1" noChangeArrowheads="1"/>
          </p:cNvSpPr>
          <p:nvPr>
            <p:ph type="dt" sz="half" idx="10"/>
          </p:nvPr>
        </p:nvSpPr>
        <p:spPr>
          <a:ln/>
        </p:spPr>
        <p:txBody>
          <a:bodyPr/>
          <a:lstStyle>
            <a:lvl1pPr>
              <a:defRPr/>
            </a:lvl1pPr>
          </a:lstStyle>
          <a:p>
            <a:pPr>
              <a:defRPr/>
            </a:pPr>
            <a:endParaRPr lang="en-US"/>
          </a:p>
        </p:txBody>
      </p:sp>
      <p:sp>
        <p:nvSpPr>
          <p:cNvPr id="6" name="Rectangle 6">
            <a:extLst>
              <a:ext uri="{FF2B5EF4-FFF2-40B4-BE49-F238E27FC236}">
                <a16:creationId xmlns:a16="http://schemas.microsoft.com/office/drawing/2014/main" id="{2599CB26-8019-4794-8407-24695596611D}"/>
              </a:ext>
            </a:extLst>
          </p:cNvPr>
          <p:cNvSpPr>
            <a:spLocks noGrp="1" noChangeArrowheads="1"/>
          </p:cNvSpPr>
          <p:nvPr>
            <p:ph type="sldNum" sz="quarter" idx="11"/>
          </p:nvPr>
        </p:nvSpPr>
        <p:spPr>
          <a:ln/>
        </p:spPr>
        <p:txBody>
          <a:bodyPr/>
          <a:lstStyle>
            <a:lvl1pPr>
              <a:defRPr/>
            </a:lvl1pPr>
          </a:lstStyle>
          <a:p>
            <a:fld id="{17F0E03D-3618-4D24-90C1-2808C8993A23}" type="slidenum">
              <a:rPr lang="en-US" altLang="en-US"/>
              <a:pPr/>
              <a:t>‹#›</a:t>
            </a:fld>
            <a:endParaRPr lang="en-US" altLang="en-US"/>
          </a:p>
        </p:txBody>
      </p:sp>
      <p:sp>
        <p:nvSpPr>
          <p:cNvPr id="7" name="Rectangle 7">
            <a:extLst>
              <a:ext uri="{FF2B5EF4-FFF2-40B4-BE49-F238E27FC236}">
                <a16:creationId xmlns:a16="http://schemas.microsoft.com/office/drawing/2014/main" id="{D90FDD36-00A8-43F9-933C-58F42203A49C}"/>
              </a:ext>
            </a:extLst>
          </p:cNvPr>
          <p:cNvSpPr>
            <a:spLocks noGrp="1" noChangeArrowheads="1"/>
          </p:cNvSpPr>
          <p:nvPr>
            <p:ph type="ftr" sz="quarter" idx="12"/>
          </p:nvPr>
        </p:nvSpPr>
        <p:spPr>
          <a:ln/>
        </p:spPr>
        <p:txBody>
          <a:bodyPr/>
          <a:lstStyle>
            <a:lvl1pPr>
              <a:defRPr b="0">
                <a:latin typeface="+mn-lt"/>
              </a:defRPr>
            </a:lvl1pPr>
          </a:lstStyle>
          <a:p>
            <a:pPr>
              <a:defRPr/>
            </a:pPr>
            <a:endParaRPr lang="en-US" b="1"/>
          </a:p>
          <a:p>
            <a:pPr>
              <a:defRPr/>
            </a:pPr>
            <a:endParaRPr lang="en-US">
              <a:latin typeface="Tahoma" pitchFamily="34" charset="0"/>
            </a:endParaRPr>
          </a:p>
          <a:p>
            <a:pPr>
              <a:defRPr/>
            </a:pPr>
            <a:endParaRPr lang="en-US" b="1">
              <a:latin typeface="Tahoma" pitchFamily="34" charset="0"/>
            </a:endParaRPr>
          </a:p>
          <a:p>
            <a:pPr>
              <a:defRPr/>
            </a:pPr>
            <a:r>
              <a:rPr lang="en-US" b="1">
                <a:latin typeface="Tahoma" pitchFamily="34" charset="0"/>
              </a:rPr>
              <a:t>© A+ Computer Science  -  www.apluscompsci.com</a:t>
            </a:r>
          </a:p>
        </p:txBody>
      </p:sp>
    </p:spTree>
    <p:extLst>
      <p:ext uri="{BB962C8B-B14F-4D97-AF65-F5344CB8AC3E}">
        <p14:creationId xmlns:p14="http://schemas.microsoft.com/office/powerpoint/2010/main" val="313856048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a:extLst>
              <a:ext uri="{FF2B5EF4-FFF2-40B4-BE49-F238E27FC236}">
                <a16:creationId xmlns:a16="http://schemas.microsoft.com/office/drawing/2014/main" id="{CB8DEA08-3BE5-4E20-B1FF-0C9F9C279FDD}"/>
              </a:ext>
            </a:extLst>
          </p:cNvPr>
          <p:cNvSpPr>
            <a:spLocks noGrp="1" noChangeArrowheads="1"/>
          </p:cNvSpPr>
          <p:nvPr>
            <p:ph type="dt" sz="half" idx="10"/>
          </p:nvPr>
        </p:nvSpPr>
        <p:spPr>
          <a:ln/>
        </p:spPr>
        <p:txBody>
          <a:bodyPr/>
          <a:lstStyle>
            <a:lvl1pPr>
              <a:defRPr/>
            </a:lvl1pPr>
          </a:lstStyle>
          <a:p>
            <a:pPr>
              <a:defRPr/>
            </a:pPr>
            <a:endParaRPr lang="en-US"/>
          </a:p>
        </p:txBody>
      </p:sp>
      <p:sp>
        <p:nvSpPr>
          <p:cNvPr id="5" name="Rectangle 6">
            <a:extLst>
              <a:ext uri="{FF2B5EF4-FFF2-40B4-BE49-F238E27FC236}">
                <a16:creationId xmlns:a16="http://schemas.microsoft.com/office/drawing/2014/main" id="{E63AF62E-D528-4F02-9336-8456ED301FDC}"/>
              </a:ext>
            </a:extLst>
          </p:cNvPr>
          <p:cNvSpPr>
            <a:spLocks noGrp="1" noChangeArrowheads="1"/>
          </p:cNvSpPr>
          <p:nvPr>
            <p:ph type="sldNum" sz="quarter" idx="11"/>
          </p:nvPr>
        </p:nvSpPr>
        <p:spPr>
          <a:ln/>
        </p:spPr>
        <p:txBody>
          <a:bodyPr/>
          <a:lstStyle>
            <a:lvl1pPr>
              <a:defRPr/>
            </a:lvl1pPr>
          </a:lstStyle>
          <a:p>
            <a:fld id="{CA93D138-9D99-4DE9-8A63-592821B87170}" type="slidenum">
              <a:rPr lang="en-US" altLang="en-US"/>
              <a:pPr/>
              <a:t>‹#›</a:t>
            </a:fld>
            <a:endParaRPr lang="en-US" altLang="en-US"/>
          </a:p>
        </p:txBody>
      </p:sp>
      <p:sp>
        <p:nvSpPr>
          <p:cNvPr id="6" name="Rectangle 7">
            <a:extLst>
              <a:ext uri="{FF2B5EF4-FFF2-40B4-BE49-F238E27FC236}">
                <a16:creationId xmlns:a16="http://schemas.microsoft.com/office/drawing/2014/main" id="{D31989B3-92D7-408D-ABF3-F7CB21C4C7DB}"/>
              </a:ext>
            </a:extLst>
          </p:cNvPr>
          <p:cNvSpPr>
            <a:spLocks noGrp="1" noChangeArrowheads="1"/>
          </p:cNvSpPr>
          <p:nvPr>
            <p:ph type="ftr" sz="quarter" idx="12"/>
          </p:nvPr>
        </p:nvSpPr>
        <p:spPr>
          <a:ln/>
        </p:spPr>
        <p:txBody>
          <a:bodyPr/>
          <a:lstStyle>
            <a:lvl1pPr>
              <a:defRPr b="0">
                <a:latin typeface="+mn-lt"/>
              </a:defRPr>
            </a:lvl1pPr>
          </a:lstStyle>
          <a:p>
            <a:pPr>
              <a:defRPr/>
            </a:pPr>
            <a:endParaRPr lang="en-US" b="1"/>
          </a:p>
          <a:p>
            <a:pPr>
              <a:defRPr/>
            </a:pPr>
            <a:endParaRPr lang="en-US">
              <a:latin typeface="Tahoma" pitchFamily="34" charset="0"/>
            </a:endParaRPr>
          </a:p>
          <a:p>
            <a:pPr>
              <a:defRPr/>
            </a:pPr>
            <a:endParaRPr lang="en-US" b="1">
              <a:latin typeface="Tahoma" pitchFamily="34" charset="0"/>
            </a:endParaRPr>
          </a:p>
          <a:p>
            <a:pPr>
              <a:defRPr/>
            </a:pPr>
            <a:r>
              <a:rPr lang="en-US" b="1">
                <a:latin typeface="Tahoma" pitchFamily="34" charset="0"/>
              </a:rPr>
              <a:t>© A+ Computer Science  -  www.apluscompsci.com</a:t>
            </a:r>
          </a:p>
        </p:txBody>
      </p:sp>
    </p:spTree>
    <p:extLst>
      <p:ext uri="{BB962C8B-B14F-4D97-AF65-F5344CB8AC3E}">
        <p14:creationId xmlns:p14="http://schemas.microsoft.com/office/powerpoint/2010/main" val="379166225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15100" y="609600"/>
            <a:ext cx="1943100" cy="548640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85800" y="609600"/>
            <a:ext cx="5676900" cy="54864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a:extLst>
              <a:ext uri="{FF2B5EF4-FFF2-40B4-BE49-F238E27FC236}">
                <a16:creationId xmlns:a16="http://schemas.microsoft.com/office/drawing/2014/main" id="{02D1ABD7-3558-40BF-9CA9-184B62831F42}"/>
              </a:ext>
            </a:extLst>
          </p:cNvPr>
          <p:cNvSpPr>
            <a:spLocks noGrp="1" noChangeArrowheads="1"/>
          </p:cNvSpPr>
          <p:nvPr>
            <p:ph type="dt" sz="half" idx="10"/>
          </p:nvPr>
        </p:nvSpPr>
        <p:spPr>
          <a:ln/>
        </p:spPr>
        <p:txBody>
          <a:bodyPr/>
          <a:lstStyle>
            <a:lvl1pPr>
              <a:defRPr/>
            </a:lvl1pPr>
          </a:lstStyle>
          <a:p>
            <a:pPr>
              <a:defRPr/>
            </a:pPr>
            <a:endParaRPr lang="en-US"/>
          </a:p>
        </p:txBody>
      </p:sp>
      <p:sp>
        <p:nvSpPr>
          <p:cNvPr id="5" name="Rectangle 6">
            <a:extLst>
              <a:ext uri="{FF2B5EF4-FFF2-40B4-BE49-F238E27FC236}">
                <a16:creationId xmlns:a16="http://schemas.microsoft.com/office/drawing/2014/main" id="{9DC3A898-2FE7-473C-A136-C45CE0113131}"/>
              </a:ext>
            </a:extLst>
          </p:cNvPr>
          <p:cNvSpPr>
            <a:spLocks noGrp="1" noChangeArrowheads="1"/>
          </p:cNvSpPr>
          <p:nvPr>
            <p:ph type="sldNum" sz="quarter" idx="11"/>
          </p:nvPr>
        </p:nvSpPr>
        <p:spPr>
          <a:ln/>
        </p:spPr>
        <p:txBody>
          <a:bodyPr/>
          <a:lstStyle>
            <a:lvl1pPr>
              <a:defRPr/>
            </a:lvl1pPr>
          </a:lstStyle>
          <a:p>
            <a:fld id="{16FA3543-3484-4C28-B54F-ED496002A98B}" type="slidenum">
              <a:rPr lang="en-US" altLang="en-US"/>
              <a:pPr/>
              <a:t>‹#›</a:t>
            </a:fld>
            <a:endParaRPr lang="en-US" altLang="en-US"/>
          </a:p>
        </p:txBody>
      </p:sp>
      <p:sp>
        <p:nvSpPr>
          <p:cNvPr id="6" name="Rectangle 7">
            <a:extLst>
              <a:ext uri="{FF2B5EF4-FFF2-40B4-BE49-F238E27FC236}">
                <a16:creationId xmlns:a16="http://schemas.microsoft.com/office/drawing/2014/main" id="{EE186F32-CF9E-4C7E-915F-161B8B0258BF}"/>
              </a:ext>
            </a:extLst>
          </p:cNvPr>
          <p:cNvSpPr>
            <a:spLocks noGrp="1" noChangeArrowheads="1"/>
          </p:cNvSpPr>
          <p:nvPr>
            <p:ph type="ftr" sz="quarter" idx="12"/>
          </p:nvPr>
        </p:nvSpPr>
        <p:spPr>
          <a:ln/>
        </p:spPr>
        <p:txBody>
          <a:bodyPr/>
          <a:lstStyle>
            <a:lvl1pPr>
              <a:defRPr b="0">
                <a:latin typeface="+mn-lt"/>
              </a:defRPr>
            </a:lvl1pPr>
          </a:lstStyle>
          <a:p>
            <a:pPr>
              <a:defRPr/>
            </a:pPr>
            <a:endParaRPr lang="en-US" b="1"/>
          </a:p>
          <a:p>
            <a:pPr>
              <a:defRPr/>
            </a:pPr>
            <a:endParaRPr lang="en-US">
              <a:latin typeface="Tahoma" pitchFamily="34" charset="0"/>
            </a:endParaRPr>
          </a:p>
          <a:p>
            <a:pPr>
              <a:defRPr/>
            </a:pPr>
            <a:endParaRPr lang="en-US" b="1">
              <a:latin typeface="Tahoma" pitchFamily="34" charset="0"/>
            </a:endParaRPr>
          </a:p>
          <a:p>
            <a:pPr>
              <a:defRPr/>
            </a:pPr>
            <a:r>
              <a:rPr lang="en-US" b="1">
                <a:latin typeface="Tahoma" pitchFamily="34" charset="0"/>
              </a:rPr>
              <a:t>© A+ Computer Science  -  www.apluscompsci.com</a:t>
            </a:r>
          </a:p>
        </p:txBody>
      </p:sp>
    </p:spTree>
    <p:extLst>
      <p:ext uri="{BB962C8B-B14F-4D97-AF65-F5344CB8AC3E}">
        <p14:creationId xmlns:p14="http://schemas.microsoft.com/office/powerpoint/2010/main" val="395472477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58580501-EC8C-0A27-78BE-ADC03462F0FF}"/>
              </a:ext>
            </a:extLst>
          </p:cNvPr>
          <p:cNvSpPr/>
          <p:nvPr/>
        </p:nvSpPr>
        <p:spPr>
          <a:xfrm>
            <a:off x="904875" y="3648075"/>
            <a:ext cx="7315200" cy="1279525"/>
          </a:xfrm>
          <a:prstGeom prst="rect">
            <a:avLst/>
          </a:prstGeom>
          <a:noFill/>
          <a:ln w="6350" cap="rnd" cmpd="sng" algn="ctr">
            <a:solidFill>
              <a:schemeClr val="accent1"/>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defRPr/>
            </a:pPr>
            <a:endParaRPr lang="en-US"/>
          </a:p>
        </p:txBody>
      </p:sp>
      <p:sp>
        <p:nvSpPr>
          <p:cNvPr id="3" name="Rectangle 2">
            <a:extLst>
              <a:ext uri="{FF2B5EF4-FFF2-40B4-BE49-F238E27FC236}">
                <a16:creationId xmlns:a16="http://schemas.microsoft.com/office/drawing/2014/main" id="{CCD22F27-DEED-C413-E7EF-DC2BBA8BD81A}"/>
              </a:ext>
            </a:extLst>
          </p:cNvPr>
          <p:cNvSpPr/>
          <p:nvPr/>
        </p:nvSpPr>
        <p:spPr>
          <a:xfrm>
            <a:off x="914400" y="5048250"/>
            <a:ext cx="7315200" cy="685800"/>
          </a:xfrm>
          <a:prstGeom prst="rect">
            <a:avLst/>
          </a:prstGeom>
          <a:noFill/>
          <a:ln w="6350" cap="rnd" cmpd="sng" algn="ctr">
            <a:solidFill>
              <a:schemeClr val="accent2"/>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defRPr/>
            </a:pPr>
            <a:endParaRPr lang="en-US"/>
          </a:p>
        </p:txBody>
      </p:sp>
      <p:sp>
        <p:nvSpPr>
          <p:cNvPr id="4" name="Rectangle 3">
            <a:extLst>
              <a:ext uri="{FF2B5EF4-FFF2-40B4-BE49-F238E27FC236}">
                <a16:creationId xmlns:a16="http://schemas.microsoft.com/office/drawing/2014/main" id="{FE8E9AF6-64DD-ECE1-2AC8-68B396C9B1D7}"/>
              </a:ext>
            </a:extLst>
          </p:cNvPr>
          <p:cNvSpPr/>
          <p:nvPr/>
        </p:nvSpPr>
        <p:spPr>
          <a:xfrm>
            <a:off x="904875" y="3648075"/>
            <a:ext cx="228600" cy="1279525"/>
          </a:xfrm>
          <a:prstGeom prst="rect">
            <a:avLst/>
          </a:prstGeom>
          <a:solidFill>
            <a:schemeClr val="accent1"/>
          </a:solidFill>
          <a:ln w="635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defRPr/>
            </a:pPr>
            <a:endParaRPr lang="en-US"/>
          </a:p>
        </p:txBody>
      </p:sp>
      <p:sp>
        <p:nvSpPr>
          <p:cNvPr id="5" name="Rectangle 4">
            <a:extLst>
              <a:ext uri="{FF2B5EF4-FFF2-40B4-BE49-F238E27FC236}">
                <a16:creationId xmlns:a16="http://schemas.microsoft.com/office/drawing/2014/main" id="{6DD16D98-D9FD-EC8F-EABC-F8D58B031C8E}"/>
              </a:ext>
            </a:extLst>
          </p:cNvPr>
          <p:cNvSpPr/>
          <p:nvPr/>
        </p:nvSpPr>
        <p:spPr>
          <a:xfrm>
            <a:off x="914400" y="5048250"/>
            <a:ext cx="228600" cy="685800"/>
          </a:xfrm>
          <a:prstGeom prst="rect">
            <a:avLst/>
          </a:prstGeom>
          <a:solidFill>
            <a:schemeClr val="accent2"/>
          </a:solidFill>
          <a:ln w="635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defRPr/>
            </a:pPr>
            <a:endParaRPr lang="en-US"/>
          </a:p>
        </p:txBody>
      </p:sp>
      <p:sp>
        <p:nvSpPr>
          <p:cNvPr id="8" name="Title 7"/>
          <p:cNvSpPr>
            <a:spLocks noGrp="1"/>
          </p:cNvSpPr>
          <p:nvPr>
            <p:ph type="ctrTitle"/>
          </p:nvPr>
        </p:nvSpPr>
        <p:spPr>
          <a:xfrm>
            <a:off x="1219200" y="3886200"/>
            <a:ext cx="6858000" cy="990600"/>
          </a:xfrm>
        </p:spPr>
        <p:txBody>
          <a:bodyPr anchor="t"/>
          <a:lstStyle>
            <a:lvl1pPr algn="r">
              <a:defRPr sz="3200">
                <a:solidFill>
                  <a:schemeClr val="tx1"/>
                </a:solidFill>
              </a:defRPr>
            </a:lvl1pPr>
          </a:lstStyle>
          <a:p>
            <a:r>
              <a:rPr lang="en-US"/>
              <a:t>Click to edit Master title style</a:t>
            </a:r>
          </a:p>
        </p:txBody>
      </p:sp>
      <p:sp>
        <p:nvSpPr>
          <p:cNvPr id="9" name="Subtitle 8"/>
          <p:cNvSpPr>
            <a:spLocks noGrp="1"/>
          </p:cNvSpPr>
          <p:nvPr>
            <p:ph type="subTitle" idx="1"/>
          </p:nvPr>
        </p:nvSpPr>
        <p:spPr>
          <a:xfrm>
            <a:off x="1219200" y="5124450"/>
            <a:ext cx="6858000" cy="533400"/>
          </a:xfrm>
        </p:spPr>
        <p:txBody>
          <a:bodyPr/>
          <a:lstStyle>
            <a:lvl1pPr marL="0" indent="0" algn="r">
              <a:buNone/>
              <a:defRPr sz="2000">
                <a:solidFill>
                  <a:schemeClr val="tx2"/>
                </a:solidFill>
                <a:latin typeface="+mj-lt"/>
                <a:ea typeface="+mj-ea"/>
                <a:cs typeface="+mj-cs"/>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lang="en-US"/>
              <a:t>Click to edit Master subtitle style</a:t>
            </a:r>
          </a:p>
        </p:txBody>
      </p:sp>
      <p:sp>
        <p:nvSpPr>
          <p:cNvPr id="6" name="Date Placeholder 27">
            <a:extLst>
              <a:ext uri="{FF2B5EF4-FFF2-40B4-BE49-F238E27FC236}">
                <a16:creationId xmlns:a16="http://schemas.microsoft.com/office/drawing/2014/main" id="{DA9968B1-A123-6366-4351-FA7883E52FEA}"/>
              </a:ext>
            </a:extLst>
          </p:cNvPr>
          <p:cNvSpPr>
            <a:spLocks noGrp="1"/>
          </p:cNvSpPr>
          <p:nvPr>
            <p:ph type="dt" sz="half" idx="10"/>
          </p:nvPr>
        </p:nvSpPr>
        <p:spPr>
          <a:xfrm>
            <a:off x="6400800" y="6354763"/>
            <a:ext cx="2286000" cy="366712"/>
          </a:xfrm>
        </p:spPr>
        <p:txBody>
          <a:bodyPr/>
          <a:lstStyle>
            <a:lvl1pPr>
              <a:defRPr/>
            </a:lvl1pPr>
          </a:lstStyle>
          <a:p>
            <a:fld id="{305D531A-7AB3-4B96-8E52-F020EEA2103D}" type="datetime1">
              <a:rPr lang="en-US" altLang="en-US"/>
              <a:pPr/>
              <a:t>11/21/2025</a:t>
            </a:fld>
            <a:endParaRPr lang="en-US" altLang="en-US"/>
          </a:p>
        </p:txBody>
      </p:sp>
      <p:sp>
        <p:nvSpPr>
          <p:cNvPr id="7" name="Footer Placeholder 16">
            <a:extLst>
              <a:ext uri="{FF2B5EF4-FFF2-40B4-BE49-F238E27FC236}">
                <a16:creationId xmlns:a16="http://schemas.microsoft.com/office/drawing/2014/main" id="{CAFC4C2A-D5A1-DEBC-51FB-7A3129AA0690}"/>
              </a:ext>
            </a:extLst>
          </p:cNvPr>
          <p:cNvSpPr>
            <a:spLocks noGrp="1"/>
          </p:cNvSpPr>
          <p:nvPr>
            <p:ph type="ftr" sz="quarter" idx="11"/>
          </p:nvPr>
        </p:nvSpPr>
        <p:spPr>
          <a:xfrm>
            <a:off x="2898775" y="6354763"/>
            <a:ext cx="3475038" cy="366712"/>
          </a:xfrm>
        </p:spPr>
        <p:txBody>
          <a:bodyPr/>
          <a:lstStyle>
            <a:lvl1pPr>
              <a:defRPr/>
            </a:lvl1pPr>
          </a:lstStyle>
          <a:p>
            <a:pPr>
              <a:defRPr/>
            </a:pPr>
            <a:endParaRPr lang="en-US"/>
          </a:p>
        </p:txBody>
      </p:sp>
    </p:spTree>
    <p:extLst>
      <p:ext uri="{BB962C8B-B14F-4D97-AF65-F5344CB8AC3E}">
        <p14:creationId xmlns:p14="http://schemas.microsoft.com/office/powerpoint/2010/main" val="8874791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8" name="Content Placeholder 7"/>
          <p:cNvSpPr>
            <a:spLocks noGrp="1"/>
          </p:cNvSpPr>
          <p:nvPr>
            <p:ph sz="quarter" idx="1"/>
          </p:nvPr>
        </p:nvSpPr>
        <p:spPr>
          <a:xfrm>
            <a:off x="457200" y="1219200"/>
            <a:ext cx="8229600" cy="49377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Date Placeholder 13">
            <a:extLst>
              <a:ext uri="{FF2B5EF4-FFF2-40B4-BE49-F238E27FC236}">
                <a16:creationId xmlns:a16="http://schemas.microsoft.com/office/drawing/2014/main" id="{D6294AE3-5732-1BE8-322E-51B4E998F165}"/>
              </a:ext>
            </a:extLst>
          </p:cNvPr>
          <p:cNvSpPr>
            <a:spLocks noGrp="1"/>
          </p:cNvSpPr>
          <p:nvPr>
            <p:ph type="dt" sz="half" idx="10"/>
          </p:nvPr>
        </p:nvSpPr>
        <p:spPr/>
        <p:txBody>
          <a:bodyPr/>
          <a:lstStyle>
            <a:lvl1pPr>
              <a:defRPr/>
            </a:lvl1pPr>
          </a:lstStyle>
          <a:p>
            <a:fld id="{D920E74B-684C-46F2-B5D5-A6BE92FDF52F}" type="datetime1">
              <a:rPr lang="en-US" altLang="en-US"/>
              <a:pPr/>
              <a:t>11/21/2025</a:t>
            </a:fld>
            <a:endParaRPr lang="en-US" altLang="en-US"/>
          </a:p>
        </p:txBody>
      </p:sp>
      <p:sp>
        <p:nvSpPr>
          <p:cNvPr id="4" name="Footer Placeholder 2">
            <a:extLst>
              <a:ext uri="{FF2B5EF4-FFF2-40B4-BE49-F238E27FC236}">
                <a16:creationId xmlns:a16="http://schemas.microsoft.com/office/drawing/2014/main" id="{7C50BBF4-06AB-6E23-4095-4C980CA97E6D}"/>
              </a:ext>
            </a:extLst>
          </p:cNvPr>
          <p:cNvSpPr>
            <a:spLocks noGrp="1"/>
          </p:cNvSpPr>
          <p:nvPr>
            <p:ph type="ftr" sz="quarter" idx="11"/>
          </p:nvPr>
        </p:nvSpPr>
        <p:spPr/>
        <p:txBody>
          <a:bodyPr/>
          <a:lstStyle>
            <a:lvl1pPr>
              <a:defRPr/>
            </a:lvl1pPr>
          </a:lstStyle>
          <a:p>
            <a:pPr>
              <a:defRPr/>
            </a:pPr>
            <a:endParaRPr lang="en-US"/>
          </a:p>
        </p:txBody>
      </p:sp>
      <p:sp>
        <p:nvSpPr>
          <p:cNvPr id="5" name="Slide Number Placeholder 22">
            <a:extLst>
              <a:ext uri="{FF2B5EF4-FFF2-40B4-BE49-F238E27FC236}">
                <a16:creationId xmlns:a16="http://schemas.microsoft.com/office/drawing/2014/main" id="{9444BF63-BFE4-8970-53EC-D66F0B69855C}"/>
              </a:ext>
            </a:extLst>
          </p:cNvPr>
          <p:cNvSpPr>
            <a:spLocks noGrp="1"/>
          </p:cNvSpPr>
          <p:nvPr>
            <p:ph type="sldNum" sz="quarter" idx="12"/>
          </p:nvPr>
        </p:nvSpPr>
        <p:spPr/>
        <p:txBody>
          <a:bodyPr/>
          <a:lstStyle>
            <a:lvl1pPr>
              <a:defRPr/>
            </a:lvl1pPr>
          </a:lstStyle>
          <a:p>
            <a:fld id="{8E43B8A7-8889-4336-8AEA-5AF93A7CA5B3}" type="slidenum">
              <a:rPr lang="en-US" altLang="en-US"/>
              <a:pPr/>
              <a:t>‹#›</a:t>
            </a:fld>
            <a:endParaRPr lang="en-US" altLang="en-US"/>
          </a:p>
        </p:txBody>
      </p:sp>
    </p:spTree>
    <p:extLst>
      <p:ext uri="{BB962C8B-B14F-4D97-AF65-F5344CB8AC3E}">
        <p14:creationId xmlns:p14="http://schemas.microsoft.com/office/powerpoint/2010/main" val="214898024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solidFill>
          <a:schemeClr val="bg2"/>
        </a:solidFill>
        <a:effectLst/>
      </p:bgPr>
    </p:bg>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B7CBAF76-433C-4081-131F-F97A8C930622}"/>
              </a:ext>
            </a:extLst>
          </p:cNvPr>
          <p:cNvSpPr/>
          <p:nvPr/>
        </p:nvSpPr>
        <p:spPr>
          <a:xfrm>
            <a:off x="914400" y="2819400"/>
            <a:ext cx="7315200" cy="1279525"/>
          </a:xfrm>
          <a:prstGeom prst="rect">
            <a:avLst/>
          </a:prstGeom>
          <a:noFill/>
          <a:ln w="6350" cap="rnd" cmpd="sng" algn="ctr">
            <a:solidFill>
              <a:schemeClr val="accent1"/>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defRPr/>
            </a:pPr>
            <a:endParaRPr lang="en-US"/>
          </a:p>
        </p:txBody>
      </p:sp>
      <p:sp>
        <p:nvSpPr>
          <p:cNvPr id="5" name="Rectangle 4">
            <a:extLst>
              <a:ext uri="{FF2B5EF4-FFF2-40B4-BE49-F238E27FC236}">
                <a16:creationId xmlns:a16="http://schemas.microsoft.com/office/drawing/2014/main" id="{151892A1-7BC1-F439-999D-3F0CA80AB79B}"/>
              </a:ext>
            </a:extLst>
          </p:cNvPr>
          <p:cNvSpPr/>
          <p:nvPr/>
        </p:nvSpPr>
        <p:spPr>
          <a:xfrm>
            <a:off x="914400" y="2819400"/>
            <a:ext cx="228600" cy="1279525"/>
          </a:xfrm>
          <a:prstGeom prst="rect">
            <a:avLst/>
          </a:prstGeom>
          <a:solidFill>
            <a:schemeClr val="accent1"/>
          </a:solidFill>
          <a:ln w="635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defRPr/>
            </a:pPr>
            <a:endParaRPr lang="en-US"/>
          </a:p>
        </p:txBody>
      </p:sp>
      <p:sp>
        <p:nvSpPr>
          <p:cNvPr id="2" name="Title 1"/>
          <p:cNvSpPr>
            <a:spLocks noGrp="1"/>
          </p:cNvSpPr>
          <p:nvPr>
            <p:ph type="title"/>
          </p:nvPr>
        </p:nvSpPr>
        <p:spPr>
          <a:xfrm>
            <a:off x="1219200" y="2971800"/>
            <a:ext cx="6858000" cy="1066800"/>
          </a:xfrm>
        </p:spPr>
        <p:txBody>
          <a:bodyPr anchor="t"/>
          <a:lstStyle>
            <a:lvl1pPr algn="r">
              <a:buNone/>
              <a:defRPr sz="3200" b="0" cap="none" baseline="0"/>
            </a:lvl1pPr>
          </a:lstStyle>
          <a:p>
            <a:r>
              <a:rPr lang="en-US"/>
              <a:t>Click to edit Master title style</a:t>
            </a:r>
          </a:p>
        </p:txBody>
      </p:sp>
      <p:sp>
        <p:nvSpPr>
          <p:cNvPr id="3" name="Text Placeholder 2"/>
          <p:cNvSpPr>
            <a:spLocks noGrp="1"/>
          </p:cNvSpPr>
          <p:nvPr>
            <p:ph type="body" idx="1"/>
          </p:nvPr>
        </p:nvSpPr>
        <p:spPr>
          <a:xfrm>
            <a:off x="1295400" y="4267200"/>
            <a:ext cx="6781800" cy="1143000"/>
          </a:xfrm>
        </p:spPr>
        <p:txBody>
          <a:bodyPr/>
          <a:lstStyle>
            <a:lvl1pPr marL="0" indent="0" algn="r">
              <a:buNone/>
              <a:defRPr sz="2000">
                <a:solidFill>
                  <a:schemeClr val="tx1">
                    <a:tint val="75000"/>
                  </a:schemeClr>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a:r>
              <a:rPr lang="en-US"/>
              <a:t>Click to edit Master text styles</a:t>
            </a:r>
          </a:p>
        </p:txBody>
      </p:sp>
      <p:sp>
        <p:nvSpPr>
          <p:cNvPr id="6" name="Date Placeholder 3">
            <a:extLst>
              <a:ext uri="{FF2B5EF4-FFF2-40B4-BE49-F238E27FC236}">
                <a16:creationId xmlns:a16="http://schemas.microsoft.com/office/drawing/2014/main" id="{15492195-D2B7-CAC9-500D-D27472E8649E}"/>
              </a:ext>
            </a:extLst>
          </p:cNvPr>
          <p:cNvSpPr>
            <a:spLocks noGrp="1"/>
          </p:cNvSpPr>
          <p:nvPr>
            <p:ph type="dt" sz="half" idx="10"/>
          </p:nvPr>
        </p:nvSpPr>
        <p:spPr>
          <a:xfrm>
            <a:off x="6400800" y="6354763"/>
            <a:ext cx="2286000" cy="366712"/>
          </a:xfrm>
        </p:spPr>
        <p:txBody>
          <a:bodyPr/>
          <a:lstStyle>
            <a:lvl1pPr>
              <a:defRPr/>
            </a:lvl1pPr>
          </a:lstStyle>
          <a:p>
            <a:fld id="{4B12E7DF-AE82-4EFA-8F55-E9D341F03E4E}" type="datetime1">
              <a:rPr lang="en-US" altLang="en-US"/>
              <a:pPr/>
              <a:t>11/21/2025</a:t>
            </a:fld>
            <a:endParaRPr lang="en-US" altLang="en-US"/>
          </a:p>
        </p:txBody>
      </p:sp>
      <p:sp>
        <p:nvSpPr>
          <p:cNvPr id="7" name="Footer Placeholder 4">
            <a:extLst>
              <a:ext uri="{FF2B5EF4-FFF2-40B4-BE49-F238E27FC236}">
                <a16:creationId xmlns:a16="http://schemas.microsoft.com/office/drawing/2014/main" id="{D03BFED3-D5D4-7BC7-FA0F-824CC0FAC348}"/>
              </a:ext>
            </a:extLst>
          </p:cNvPr>
          <p:cNvSpPr>
            <a:spLocks noGrp="1"/>
          </p:cNvSpPr>
          <p:nvPr>
            <p:ph type="ftr" sz="quarter" idx="11"/>
          </p:nvPr>
        </p:nvSpPr>
        <p:spPr>
          <a:xfrm>
            <a:off x="2898775" y="6354763"/>
            <a:ext cx="3475038" cy="366712"/>
          </a:xfrm>
        </p:spPr>
        <p:txBody>
          <a:bodyPr/>
          <a:lstStyle>
            <a:lvl1pPr>
              <a:defRPr/>
            </a:lvl1pPr>
          </a:lstStyle>
          <a:p>
            <a:pPr>
              <a:defRPr/>
            </a:pPr>
            <a:endParaRPr lang="en-US"/>
          </a:p>
        </p:txBody>
      </p:sp>
      <p:sp>
        <p:nvSpPr>
          <p:cNvPr id="8" name="Slide Number Placeholder 5">
            <a:extLst>
              <a:ext uri="{FF2B5EF4-FFF2-40B4-BE49-F238E27FC236}">
                <a16:creationId xmlns:a16="http://schemas.microsoft.com/office/drawing/2014/main" id="{68FFBD3A-EB8E-DA3D-6221-AF65DDCEFFB5}"/>
              </a:ext>
            </a:extLst>
          </p:cNvPr>
          <p:cNvSpPr>
            <a:spLocks noGrp="1"/>
          </p:cNvSpPr>
          <p:nvPr>
            <p:ph type="sldNum" sz="quarter" idx="12"/>
          </p:nvPr>
        </p:nvSpPr>
        <p:spPr>
          <a:xfrm>
            <a:off x="1069975" y="6354763"/>
            <a:ext cx="1520825" cy="366712"/>
          </a:xfrm>
        </p:spPr>
        <p:txBody>
          <a:bodyPr/>
          <a:lstStyle>
            <a:lvl1pPr>
              <a:defRPr/>
            </a:lvl1pPr>
          </a:lstStyle>
          <a:p>
            <a:fld id="{FD1A4A2D-1641-4321-A2BC-009C7D47364A}" type="slidenum">
              <a:rPr lang="en-US" altLang="en-US"/>
              <a:pPr/>
              <a:t>‹#›</a:t>
            </a:fld>
            <a:endParaRPr lang="en-US" altLang="en-US"/>
          </a:p>
        </p:txBody>
      </p:sp>
    </p:spTree>
    <p:extLst>
      <p:ext uri="{BB962C8B-B14F-4D97-AF65-F5344CB8AC3E}">
        <p14:creationId xmlns:p14="http://schemas.microsoft.com/office/powerpoint/2010/main" val="3341408071"/>
      </p:ext>
    </p:extLst>
  </p:cSld>
  <p:clrMapOvr>
    <a:overrideClrMapping bg1="dk1" tx1="lt1" bg2="dk2" tx2="lt2" accent1="accent1" accent2="accent2" accent3="accent3" accent4="accent4" accent5="accent5" accent6="accent6" hlink="hlink" folHlink="folHlink"/>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8229600" cy="914400"/>
          </a:xfrm>
        </p:spPr>
        <p:txBody>
          <a:bodyPr/>
          <a:lstStyle/>
          <a:p>
            <a:r>
              <a:rPr lang="en-US"/>
              <a:t>Click to edit Master title style</a:t>
            </a:r>
          </a:p>
        </p:txBody>
      </p:sp>
      <p:sp>
        <p:nvSpPr>
          <p:cNvPr id="9" name="Content Placeholder 8"/>
          <p:cNvSpPr>
            <a:spLocks noGrp="1"/>
          </p:cNvSpPr>
          <p:nvPr>
            <p:ph sz="quarter" idx="1"/>
          </p:nvPr>
        </p:nvSpPr>
        <p:spPr>
          <a:xfrm>
            <a:off x="457200" y="1219200"/>
            <a:ext cx="4041648" cy="49377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Content Placeholder 10"/>
          <p:cNvSpPr>
            <a:spLocks noGrp="1"/>
          </p:cNvSpPr>
          <p:nvPr>
            <p:ph sz="quarter" idx="2"/>
          </p:nvPr>
        </p:nvSpPr>
        <p:spPr>
          <a:xfrm>
            <a:off x="4632198" y="1216152"/>
            <a:ext cx="4041648" cy="49377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Date Placeholder 13">
            <a:extLst>
              <a:ext uri="{FF2B5EF4-FFF2-40B4-BE49-F238E27FC236}">
                <a16:creationId xmlns:a16="http://schemas.microsoft.com/office/drawing/2014/main" id="{FB44A8D5-C91D-6EC5-4C90-40F999703553}"/>
              </a:ext>
            </a:extLst>
          </p:cNvPr>
          <p:cNvSpPr>
            <a:spLocks noGrp="1"/>
          </p:cNvSpPr>
          <p:nvPr>
            <p:ph type="dt" sz="half" idx="10"/>
          </p:nvPr>
        </p:nvSpPr>
        <p:spPr/>
        <p:txBody>
          <a:bodyPr/>
          <a:lstStyle>
            <a:lvl1pPr>
              <a:defRPr/>
            </a:lvl1pPr>
          </a:lstStyle>
          <a:p>
            <a:fld id="{CCA652E5-FB34-42BF-83DC-02690BC9CC4A}" type="datetime1">
              <a:rPr lang="en-US" altLang="en-US"/>
              <a:pPr/>
              <a:t>11/21/2025</a:t>
            </a:fld>
            <a:endParaRPr lang="en-US" altLang="en-US"/>
          </a:p>
        </p:txBody>
      </p:sp>
      <p:sp>
        <p:nvSpPr>
          <p:cNvPr id="4" name="Footer Placeholder 2">
            <a:extLst>
              <a:ext uri="{FF2B5EF4-FFF2-40B4-BE49-F238E27FC236}">
                <a16:creationId xmlns:a16="http://schemas.microsoft.com/office/drawing/2014/main" id="{99F1EA6D-755B-B23F-F1B4-4C7CCF8F3C6D}"/>
              </a:ext>
            </a:extLst>
          </p:cNvPr>
          <p:cNvSpPr>
            <a:spLocks noGrp="1"/>
          </p:cNvSpPr>
          <p:nvPr>
            <p:ph type="ftr" sz="quarter" idx="11"/>
          </p:nvPr>
        </p:nvSpPr>
        <p:spPr/>
        <p:txBody>
          <a:bodyPr/>
          <a:lstStyle>
            <a:lvl1pPr>
              <a:defRPr/>
            </a:lvl1pPr>
          </a:lstStyle>
          <a:p>
            <a:pPr>
              <a:defRPr/>
            </a:pPr>
            <a:endParaRPr lang="en-US"/>
          </a:p>
        </p:txBody>
      </p:sp>
      <p:sp>
        <p:nvSpPr>
          <p:cNvPr id="5" name="Slide Number Placeholder 22">
            <a:extLst>
              <a:ext uri="{FF2B5EF4-FFF2-40B4-BE49-F238E27FC236}">
                <a16:creationId xmlns:a16="http://schemas.microsoft.com/office/drawing/2014/main" id="{36EFA58B-F242-EF23-5721-02FAC0D61EB3}"/>
              </a:ext>
            </a:extLst>
          </p:cNvPr>
          <p:cNvSpPr>
            <a:spLocks noGrp="1"/>
          </p:cNvSpPr>
          <p:nvPr>
            <p:ph type="sldNum" sz="quarter" idx="12"/>
          </p:nvPr>
        </p:nvSpPr>
        <p:spPr/>
        <p:txBody>
          <a:bodyPr/>
          <a:lstStyle>
            <a:lvl1pPr>
              <a:defRPr/>
            </a:lvl1pPr>
          </a:lstStyle>
          <a:p>
            <a:fld id="{83218907-B117-40EE-8476-A3DFA27DA62A}" type="slidenum">
              <a:rPr lang="en-US" altLang="en-US"/>
              <a:pPr/>
              <a:t>‹#›</a:t>
            </a:fld>
            <a:endParaRPr lang="en-US" altLang="en-US"/>
          </a:p>
        </p:txBody>
      </p:sp>
    </p:spTree>
    <p:extLst>
      <p:ext uri="{BB962C8B-B14F-4D97-AF65-F5344CB8AC3E}">
        <p14:creationId xmlns:p14="http://schemas.microsoft.com/office/powerpoint/2010/main" val="28896208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8229600" cy="914400"/>
          </a:xfrm>
        </p:spPr>
        <p:txBody>
          <a:bodyPr anchor="ctr"/>
          <a:lstStyle>
            <a:lvl1pPr>
              <a:defRPr/>
            </a:lvl1pPr>
          </a:lstStyle>
          <a:p>
            <a:r>
              <a:rPr lang="en-US"/>
              <a:t>Click to edit Master title style</a:t>
            </a:r>
          </a:p>
        </p:txBody>
      </p:sp>
      <p:sp>
        <p:nvSpPr>
          <p:cNvPr id="3" name="Text Placeholder 2"/>
          <p:cNvSpPr>
            <a:spLocks noGrp="1"/>
          </p:cNvSpPr>
          <p:nvPr>
            <p:ph type="body" idx="1"/>
          </p:nvPr>
        </p:nvSpPr>
        <p:spPr>
          <a:xfrm>
            <a:off x="457200" y="1285875"/>
            <a:ext cx="4040188" cy="685800"/>
          </a:xfrm>
          <a:noFill/>
          <a:ln>
            <a:noFill/>
          </a:ln>
        </p:spPr>
        <p:txBody>
          <a:bodyPr anchor="b">
            <a:noAutofit/>
          </a:bodyPr>
          <a:lstStyle>
            <a:lvl1pPr marL="0" indent="0">
              <a:buNone/>
              <a:defRPr sz="2400" b="1">
                <a:solidFill>
                  <a:schemeClr val="accent2"/>
                </a:solidFill>
              </a:defRPr>
            </a:lvl1pPr>
            <a:lvl2pPr>
              <a:buNone/>
              <a:defRPr sz="2000" b="1"/>
            </a:lvl2pPr>
            <a:lvl3pPr>
              <a:buNone/>
              <a:defRPr sz="1800" b="1"/>
            </a:lvl3pPr>
            <a:lvl4pPr>
              <a:buNone/>
              <a:defRPr sz="1600" b="1"/>
            </a:lvl4pPr>
            <a:lvl5pPr>
              <a:buNone/>
              <a:defRPr sz="1600" b="1"/>
            </a:lvl5pPr>
          </a:lstStyle>
          <a:p>
            <a:pPr lvl="0"/>
            <a:r>
              <a:rPr lang="en-US"/>
              <a:t>Click to edit Master text styles</a:t>
            </a:r>
          </a:p>
        </p:txBody>
      </p:sp>
      <p:sp>
        <p:nvSpPr>
          <p:cNvPr id="4" name="Text Placeholder 3"/>
          <p:cNvSpPr>
            <a:spLocks noGrp="1"/>
          </p:cNvSpPr>
          <p:nvPr>
            <p:ph type="body" sz="half" idx="3"/>
          </p:nvPr>
        </p:nvSpPr>
        <p:spPr>
          <a:xfrm>
            <a:off x="4648200" y="1295400"/>
            <a:ext cx="4041775" cy="685800"/>
          </a:xfrm>
          <a:noFill/>
          <a:ln>
            <a:noFill/>
          </a:ln>
        </p:spPr>
        <p:txBody>
          <a:bodyPr anchor="b"/>
          <a:lstStyle>
            <a:lvl1pPr marL="0" indent="0">
              <a:buNone/>
              <a:defRPr sz="2400" b="1">
                <a:solidFill>
                  <a:schemeClr val="accent2"/>
                </a:solidFill>
              </a:defRPr>
            </a:lvl1pPr>
            <a:lvl2pPr>
              <a:buNone/>
              <a:defRPr sz="2000" b="1"/>
            </a:lvl2pPr>
            <a:lvl3pPr>
              <a:buNone/>
              <a:defRPr sz="1800" b="1"/>
            </a:lvl3pPr>
            <a:lvl4pPr>
              <a:buNone/>
              <a:defRPr sz="1600" b="1"/>
            </a:lvl4pPr>
            <a:lvl5pPr>
              <a:buNone/>
              <a:defRPr sz="1600" b="1"/>
            </a:lvl5pPr>
          </a:lstStyle>
          <a:p>
            <a:pPr lvl="0"/>
            <a:r>
              <a:rPr lang="en-US"/>
              <a:t>Click to edit Master text styles</a:t>
            </a:r>
          </a:p>
        </p:txBody>
      </p:sp>
      <p:sp>
        <p:nvSpPr>
          <p:cNvPr id="11" name="Content Placeholder 10"/>
          <p:cNvSpPr>
            <a:spLocks noGrp="1"/>
          </p:cNvSpPr>
          <p:nvPr>
            <p:ph sz="quarter" idx="2"/>
          </p:nvPr>
        </p:nvSpPr>
        <p:spPr>
          <a:xfrm>
            <a:off x="457200" y="2133600"/>
            <a:ext cx="4038600" cy="40386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Content Placeholder 12"/>
          <p:cNvSpPr>
            <a:spLocks noGrp="1"/>
          </p:cNvSpPr>
          <p:nvPr>
            <p:ph sz="quarter" idx="4"/>
          </p:nvPr>
        </p:nvSpPr>
        <p:spPr>
          <a:xfrm>
            <a:off x="4648200" y="2133600"/>
            <a:ext cx="4038600" cy="40386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13">
            <a:extLst>
              <a:ext uri="{FF2B5EF4-FFF2-40B4-BE49-F238E27FC236}">
                <a16:creationId xmlns:a16="http://schemas.microsoft.com/office/drawing/2014/main" id="{44938AB6-4F12-8D74-3A24-D6E7B94A3EDC}"/>
              </a:ext>
            </a:extLst>
          </p:cNvPr>
          <p:cNvSpPr>
            <a:spLocks noGrp="1"/>
          </p:cNvSpPr>
          <p:nvPr>
            <p:ph type="dt" sz="half" idx="10"/>
          </p:nvPr>
        </p:nvSpPr>
        <p:spPr/>
        <p:txBody>
          <a:bodyPr/>
          <a:lstStyle>
            <a:lvl1pPr>
              <a:defRPr/>
            </a:lvl1pPr>
          </a:lstStyle>
          <a:p>
            <a:fld id="{28DBD71C-1767-4314-A6C5-2CB4D8DEF85B}" type="datetime1">
              <a:rPr lang="en-US" altLang="en-US"/>
              <a:pPr/>
              <a:t>11/21/2025</a:t>
            </a:fld>
            <a:endParaRPr lang="en-US" altLang="en-US"/>
          </a:p>
        </p:txBody>
      </p:sp>
      <p:sp>
        <p:nvSpPr>
          <p:cNvPr id="6" name="Footer Placeholder 2">
            <a:extLst>
              <a:ext uri="{FF2B5EF4-FFF2-40B4-BE49-F238E27FC236}">
                <a16:creationId xmlns:a16="http://schemas.microsoft.com/office/drawing/2014/main" id="{97382296-AF09-F417-E8DF-B269FA19C893}"/>
              </a:ext>
            </a:extLst>
          </p:cNvPr>
          <p:cNvSpPr>
            <a:spLocks noGrp="1"/>
          </p:cNvSpPr>
          <p:nvPr>
            <p:ph type="ftr" sz="quarter" idx="11"/>
          </p:nvPr>
        </p:nvSpPr>
        <p:spPr/>
        <p:txBody>
          <a:bodyPr/>
          <a:lstStyle>
            <a:lvl1pPr>
              <a:defRPr/>
            </a:lvl1pPr>
          </a:lstStyle>
          <a:p>
            <a:pPr>
              <a:defRPr/>
            </a:pPr>
            <a:endParaRPr lang="en-US"/>
          </a:p>
        </p:txBody>
      </p:sp>
      <p:sp>
        <p:nvSpPr>
          <p:cNvPr id="7" name="Slide Number Placeholder 22">
            <a:extLst>
              <a:ext uri="{FF2B5EF4-FFF2-40B4-BE49-F238E27FC236}">
                <a16:creationId xmlns:a16="http://schemas.microsoft.com/office/drawing/2014/main" id="{F320244C-8D2E-AF38-C81C-C243C0984AB2}"/>
              </a:ext>
            </a:extLst>
          </p:cNvPr>
          <p:cNvSpPr>
            <a:spLocks noGrp="1"/>
          </p:cNvSpPr>
          <p:nvPr>
            <p:ph type="sldNum" sz="quarter" idx="12"/>
          </p:nvPr>
        </p:nvSpPr>
        <p:spPr/>
        <p:txBody>
          <a:bodyPr/>
          <a:lstStyle>
            <a:lvl1pPr>
              <a:defRPr/>
            </a:lvl1pPr>
          </a:lstStyle>
          <a:p>
            <a:fld id="{5236D9A9-696C-4EE4-BC58-2E54E0A33440}" type="slidenum">
              <a:rPr lang="en-US" altLang="en-US"/>
              <a:pPr/>
              <a:t>‹#›</a:t>
            </a:fld>
            <a:endParaRPr lang="en-US" altLang="en-US"/>
          </a:p>
        </p:txBody>
      </p:sp>
    </p:spTree>
    <p:extLst>
      <p:ext uri="{BB962C8B-B14F-4D97-AF65-F5344CB8AC3E}">
        <p14:creationId xmlns:p14="http://schemas.microsoft.com/office/powerpoint/2010/main" val="301382184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3" name="Isosceles Triangle 2">
            <a:extLst>
              <a:ext uri="{FF2B5EF4-FFF2-40B4-BE49-F238E27FC236}">
                <a16:creationId xmlns:a16="http://schemas.microsoft.com/office/drawing/2014/main" id="{1A29594A-B02A-53C9-A898-22F73A16F681}"/>
              </a:ext>
            </a:extLst>
          </p:cNvPr>
          <p:cNvSpPr>
            <a:spLocks noChangeAspect="1"/>
          </p:cNvSpPr>
          <p:nvPr/>
        </p:nvSpPr>
        <p:spPr>
          <a:xfrm rot="5400000">
            <a:off x="419100" y="6467475"/>
            <a:ext cx="190500" cy="120650"/>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defRPr/>
            </a:pPr>
            <a:endParaRPr lang="en-US"/>
          </a:p>
        </p:txBody>
      </p:sp>
      <p:sp>
        <p:nvSpPr>
          <p:cNvPr id="2" name="Title 1"/>
          <p:cNvSpPr>
            <a:spLocks noGrp="1"/>
          </p:cNvSpPr>
          <p:nvPr>
            <p:ph type="title"/>
          </p:nvPr>
        </p:nvSpPr>
        <p:spPr>
          <a:xfrm>
            <a:off x="457200" y="228600"/>
            <a:ext cx="8229600" cy="914400"/>
          </a:xfrm>
        </p:spPr>
        <p:txBody>
          <a:bodyPr/>
          <a:lstStyle/>
          <a:p>
            <a:r>
              <a:rPr lang="en-US"/>
              <a:t>Click to edit Master title style</a:t>
            </a:r>
          </a:p>
        </p:txBody>
      </p:sp>
      <p:sp>
        <p:nvSpPr>
          <p:cNvPr id="4" name="Date Placeholder 2">
            <a:extLst>
              <a:ext uri="{FF2B5EF4-FFF2-40B4-BE49-F238E27FC236}">
                <a16:creationId xmlns:a16="http://schemas.microsoft.com/office/drawing/2014/main" id="{676503B3-D98E-DCAA-59CF-24CF97D6FE5E}"/>
              </a:ext>
            </a:extLst>
          </p:cNvPr>
          <p:cNvSpPr>
            <a:spLocks noGrp="1"/>
          </p:cNvSpPr>
          <p:nvPr>
            <p:ph type="dt" sz="half" idx="10"/>
          </p:nvPr>
        </p:nvSpPr>
        <p:spPr/>
        <p:txBody>
          <a:bodyPr/>
          <a:lstStyle>
            <a:lvl1pPr>
              <a:defRPr/>
            </a:lvl1pPr>
          </a:lstStyle>
          <a:p>
            <a:fld id="{EA28E83C-AD7B-498E-B1B8-16B5B835811A}" type="datetime1">
              <a:rPr lang="en-US" altLang="en-US"/>
              <a:pPr/>
              <a:t>11/21/2025</a:t>
            </a:fld>
            <a:endParaRPr lang="en-US" altLang="en-US"/>
          </a:p>
        </p:txBody>
      </p:sp>
      <p:sp>
        <p:nvSpPr>
          <p:cNvPr id="5" name="Footer Placeholder 3">
            <a:extLst>
              <a:ext uri="{FF2B5EF4-FFF2-40B4-BE49-F238E27FC236}">
                <a16:creationId xmlns:a16="http://schemas.microsoft.com/office/drawing/2014/main" id="{8815D292-A90E-8F18-0CC4-C68D72397ADD}"/>
              </a:ext>
            </a:extLst>
          </p:cNvPr>
          <p:cNvSpPr>
            <a:spLocks noGrp="1"/>
          </p:cNvSpPr>
          <p:nvPr>
            <p:ph type="ftr" sz="quarter" idx="11"/>
          </p:nvPr>
        </p:nvSpPr>
        <p:spPr/>
        <p:txBody>
          <a:bodyPr/>
          <a:lstStyle>
            <a:lvl1pPr>
              <a:defRPr/>
            </a:lvl1pPr>
          </a:lstStyle>
          <a:p>
            <a:pPr>
              <a:defRPr/>
            </a:pPr>
            <a:endParaRPr lang="en-US"/>
          </a:p>
        </p:txBody>
      </p:sp>
      <p:sp>
        <p:nvSpPr>
          <p:cNvPr id="6" name="Slide Number Placeholder 4">
            <a:extLst>
              <a:ext uri="{FF2B5EF4-FFF2-40B4-BE49-F238E27FC236}">
                <a16:creationId xmlns:a16="http://schemas.microsoft.com/office/drawing/2014/main" id="{B6AB06DD-88DE-57C2-D80C-1C9526A32720}"/>
              </a:ext>
            </a:extLst>
          </p:cNvPr>
          <p:cNvSpPr>
            <a:spLocks noGrp="1"/>
          </p:cNvSpPr>
          <p:nvPr>
            <p:ph type="sldNum" sz="quarter" idx="12"/>
          </p:nvPr>
        </p:nvSpPr>
        <p:spPr/>
        <p:txBody>
          <a:bodyPr/>
          <a:lstStyle>
            <a:lvl1pPr>
              <a:defRPr/>
            </a:lvl1pPr>
          </a:lstStyle>
          <a:p>
            <a:fld id="{B0EA2A27-5E10-4719-A1E6-3FF288D4AC1C}" type="slidenum">
              <a:rPr lang="en-US" altLang="en-US"/>
              <a:pPr/>
              <a:t>‹#›</a:t>
            </a:fld>
            <a:endParaRPr lang="en-US" altLang="en-US"/>
          </a:p>
        </p:txBody>
      </p:sp>
    </p:spTree>
    <p:extLst>
      <p:ext uri="{BB962C8B-B14F-4D97-AF65-F5344CB8AC3E}">
        <p14:creationId xmlns:p14="http://schemas.microsoft.com/office/powerpoint/2010/main" val="953147035"/>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Straight Connector 1">
            <a:extLst>
              <a:ext uri="{FF2B5EF4-FFF2-40B4-BE49-F238E27FC236}">
                <a16:creationId xmlns:a16="http://schemas.microsoft.com/office/drawing/2014/main" id="{7AE78372-36C2-107A-D377-A0B5C8E1D2AC}"/>
              </a:ext>
            </a:extLst>
          </p:cNvPr>
          <p:cNvSpPr>
            <a:spLocks noChangeShapeType="1"/>
          </p:cNvSpPr>
          <p:nvPr/>
        </p:nvSpPr>
        <p:spPr bwMode="auto">
          <a:xfrm>
            <a:off x="457200" y="6353175"/>
            <a:ext cx="8229600" cy="0"/>
          </a:xfrm>
          <a:prstGeom prst="line">
            <a:avLst/>
          </a:prstGeom>
          <a:noFill/>
          <a:ln w="9525" cap="flat" cmpd="sng" algn="ctr">
            <a:solidFill>
              <a:schemeClr val="accent2"/>
            </a:solidFill>
            <a:prstDash val="dash"/>
            <a:round/>
            <a:headEnd type="none" w="med" len="med"/>
            <a:tailEnd type="none" w="med" len="med"/>
          </a:ln>
          <a:effectLst/>
        </p:spPr>
        <p:txBody>
          <a:bodyPr/>
          <a:lstStyle/>
          <a:p>
            <a:pPr>
              <a:defRPr/>
            </a:pPr>
            <a:endParaRPr lang="en-US">
              <a:latin typeface="Arial" pitchFamily="-1" charset="0"/>
              <a:ea typeface="ＭＳ Ｐゴシック" pitchFamily="-1" charset="-128"/>
              <a:cs typeface="ＭＳ Ｐゴシック" pitchFamily="-1" charset="-128"/>
            </a:endParaRPr>
          </a:p>
        </p:txBody>
      </p:sp>
      <p:sp>
        <p:nvSpPr>
          <p:cNvPr id="3" name="Isosceles Triangle 2">
            <a:extLst>
              <a:ext uri="{FF2B5EF4-FFF2-40B4-BE49-F238E27FC236}">
                <a16:creationId xmlns:a16="http://schemas.microsoft.com/office/drawing/2014/main" id="{08C6EFA6-3161-7831-1909-00FA681B91D3}"/>
              </a:ext>
            </a:extLst>
          </p:cNvPr>
          <p:cNvSpPr>
            <a:spLocks noChangeAspect="1"/>
          </p:cNvSpPr>
          <p:nvPr/>
        </p:nvSpPr>
        <p:spPr>
          <a:xfrm rot="5400000">
            <a:off x="419100" y="6467475"/>
            <a:ext cx="190500" cy="120650"/>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defRPr/>
            </a:pPr>
            <a:endParaRPr lang="en-US"/>
          </a:p>
        </p:txBody>
      </p:sp>
      <p:sp>
        <p:nvSpPr>
          <p:cNvPr id="4" name="Date Placeholder 1">
            <a:extLst>
              <a:ext uri="{FF2B5EF4-FFF2-40B4-BE49-F238E27FC236}">
                <a16:creationId xmlns:a16="http://schemas.microsoft.com/office/drawing/2014/main" id="{F85D0C2D-EFEC-2F34-D436-015A3FAB83B8}"/>
              </a:ext>
            </a:extLst>
          </p:cNvPr>
          <p:cNvSpPr>
            <a:spLocks noGrp="1"/>
          </p:cNvSpPr>
          <p:nvPr>
            <p:ph type="dt" sz="half" idx="10"/>
          </p:nvPr>
        </p:nvSpPr>
        <p:spPr/>
        <p:txBody>
          <a:bodyPr/>
          <a:lstStyle>
            <a:lvl1pPr>
              <a:defRPr/>
            </a:lvl1pPr>
          </a:lstStyle>
          <a:p>
            <a:fld id="{363908BC-A2CC-4FA6-8BA7-D4759357BD61}" type="datetime1">
              <a:rPr lang="en-US" altLang="en-US"/>
              <a:pPr/>
              <a:t>11/21/2025</a:t>
            </a:fld>
            <a:endParaRPr lang="en-US" altLang="en-US"/>
          </a:p>
        </p:txBody>
      </p:sp>
      <p:sp>
        <p:nvSpPr>
          <p:cNvPr id="5" name="Footer Placeholder 2">
            <a:extLst>
              <a:ext uri="{FF2B5EF4-FFF2-40B4-BE49-F238E27FC236}">
                <a16:creationId xmlns:a16="http://schemas.microsoft.com/office/drawing/2014/main" id="{610C639A-DE09-D573-3221-EB3C81AEEAC9}"/>
              </a:ext>
            </a:extLst>
          </p:cNvPr>
          <p:cNvSpPr>
            <a:spLocks noGrp="1"/>
          </p:cNvSpPr>
          <p:nvPr>
            <p:ph type="ftr" sz="quarter" idx="11"/>
          </p:nvPr>
        </p:nvSpPr>
        <p:spPr/>
        <p:txBody>
          <a:bodyPr/>
          <a:lstStyle>
            <a:lvl1pPr>
              <a:defRPr/>
            </a:lvl1pPr>
          </a:lstStyle>
          <a:p>
            <a:pPr>
              <a:defRPr/>
            </a:pPr>
            <a:endParaRPr lang="en-US"/>
          </a:p>
        </p:txBody>
      </p:sp>
      <p:sp>
        <p:nvSpPr>
          <p:cNvPr id="6" name="Slide Number Placeholder 3">
            <a:extLst>
              <a:ext uri="{FF2B5EF4-FFF2-40B4-BE49-F238E27FC236}">
                <a16:creationId xmlns:a16="http://schemas.microsoft.com/office/drawing/2014/main" id="{169E0B60-8358-99E5-3A31-9125621BFFF4}"/>
              </a:ext>
            </a:extLst>
          </p:cNvPr>
          <p:cNvSpPr>
            <a:spLocks noGrp="1"/>
          </p:cNvSpPr>
          <p:nvPr>
            <p:ph type="sldNum" sz="quarter" idx="12"/>
          </p:nvPr>
        </p:nvSpPr>
        <p:spPr/>
        <p:txBody>
          <a:bodyPr/>
          <a:lstStyle>
            <a:lvl1pPr>
              <a:defRPr/>
            </a:lvl1pPr>
          </a:lstStyle>
          <a:p>
            <a:fld id="{6BFB5D71-B2B6-4DC6-9208-AD63A960469E}" type="slidenum">
              <a:rPr lang="en-US" altLang="en-US"/>
              <a:pPr/>
              <a:t>‹#›</a:t>
            </a:fld>
            <a:endParaRPr lang="en-US" altLang="en-US"/>
          </a:p>
        </p:txBody>
      </p:sp>
    </p:spTree>
    <p:extLst>
      <p:ext uri="{BB962C8B-B14F-4D97-AF65-F5344CB8AC3E}">
        <p14:creationId xmlns:p14="http://schemas.microsoft.com/office/powerpoint/2010/main" val="4097032321"/>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4" name="Straight Connector 3">
            <a:extLst>
              <a:ext uri="{FF2B5EF4-FFF2-40B4-BE49-F238E27FC236}">
                <a16:creationId xmlns:a16="http://schemas.microsoft.com/office/drawing/2014/main" id="{EDC6C401-3029-DFA3-99E7-23B4E18478A9}"/>
              </a:ext>
            </a:extLst>
          </p:cNvPr>
          <p:cNvSpPr>
            <a:spLocks noChangeShapeType="1"/>
          </p:cNvSpPr>
          <p:nvPr/>
        </p:nvSpPr>
        <p:spPr bwMode="auto">
          <a:xfrm>
            <a:off x="457200" y="6353175"/>
            <a:ext cx="8229600" cy="0"/>
          </a:xfrm>
          <a:prstGeom prst="line">
            <a:avLst/>
          </a:prstGeom>
          <a:noFill/>
          <a:ln w="9525" cap="flat" cmpd="sng" algn="ctr">
            <a:solidFill>
              <a:schemeClr val="accent2"/>
            </a:solidFill>
            <a:prstDash val="dash"/>
            <a:round/>
            <a:headEnd type="none" w="med" len="med"/>
            <a:tailEnd type="none" w="med" len="med"/>
          </a:ln>
          <a:effectLst/>
        </p:spPr>
        <p:txBody>
          <a:bodyPr/>
          <a:lstStyle/>
          <a:p>
            <a:pPr>
              <a:defRPr/>
            </a:pPr>
            <a:endParaRPr lang="en-US">
              <a:latin typeface="Arial" pitchFamily="-1" charset="0"/>
              <a:ea typeface="ＭＳ Ｐゴシック" pitchFamily="-1" charset="-128"/>
              <a:cs typeface="ＭＳ Ｐゴシック" pitchFamily="-1" charset="-128"/>
            </a:endParaRPr>
          </a:p>
        </p:txBody>
      </p:sp>
      <p:sp>
        <p:nvSpPr>
          <p:cNvPr id="5" name="Straight Connector 4">
            <a:extLst>
              <a:ext uri="{FF2B5EF4-FFF2-40B4-BE49-F238E27FC236}">
                <a16:creationId xmlns:a16="http://schemas.microsoft.com/office/drawing/2014/main" id="{59B72645-0E3E-B1F1-1F76-A68848680787}"/>
              </a:ext>
            </a:extLst>
          </p:cNvPr>
          <p:cNvSpPr>
            <a:spLocks noChangeShapeType="1"/>
          </p:cNvSpPr>
          <p:nvPr/>
        </p:nvSpPr>
        <p:spPr bwMode="auto">
          <a:xfrm rot="5400000">
            <a:off x="3160712" y="3324226"/>
            <a:ext cx="6035675" cy="0"/>
          </a:xfrm>
          <a:prstGeom prst="line">
            <a:avLst/>
          </a:prstGeom>
          <a:noFill/>
          <a:ln w="9525" cap="flat" cmpd="sng" algn="ctr">
            <a:solidFill>
              <a:schemeClr val="accent2"/>
            </a:solidFill>
            <a:prstDash val="dash"/>
            <a:round/>
            <a:headEnd type="none" w="med" len="med"/>
            <a:tailEnd type="none" w="med" len="med"/>
          </a:ln>
          <a:effectLst/>
        </p:spPr>
        <p:txBody>
          <a:bodyPr/>
          <a:lstStyle/>
          <a:p>
            <a:pPr>
              <a:defRPr/>
            </a:pPr>
            <a:endParaRPr lang="en-US" dirty="0">
              <a:latin typeface="Arial" pitchFamily="-1" charset="0"/>
              <a:ea typeface="ＭＳ Ｐゴシック" pitchFamily="-1" charset="-128"/>
              <a:cs typeface="ＭＳ Ｐゴシック" pitchFamily="-1" charset="-128"/>
            </a:endParaRPr>
          </a:p>
        </p:txBody>
      </p:sp>
      <p:sp>
        <p:nvSpPr>
          <p:cNvPr id="6" name="Isosceles Triangle 5">
            <a:extLst>
              <a:ext uri="{FF2B5EF4-FFF2-40B4-BE49-F238E27FC236}">
                <a16:creationId xmlns:a16="http://schemas.microsoft.com/office/drawing/2014/main" id="{136D38D9-F65E-B50A-AA4A-FACC13999A05}"/>
              </a:ext>
            </a:extLst>
          </p:cNvPr>
          <p:cNvSpPr>
            <a:spLocks noChangeAspect="1"/>
          </p:cNvSpPr>
          <p:nvPr/>
        </p:nvSpPr>
        <p:spPr>
          <a:xfrm rot="5400000">
            <a:off x="419100" y="6467475"/>
            <a:ext cx="190500" cy="120650"/>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defRPr/>
            </a:pPr>
            <a:endParaRPr lang="en-US"/>
          </a:p>
        </p:txBody>
      </p:sp>
      <p:sp>
        <p:nvSpPr>
          <p:cNvPr id="2" name="Title 1"/>
          <p:cNvSpPr>
            <a:spLocks noGrp="1"/>
          </p:cNvSpPr>
          <p:nvPr>
            <p:ph type="title"/>
          </p:nvPr>
        </p:nvSpPr>
        <p:spPr>
          <a:xfrm>
            <a:off x="6324600" y="304800"/>
            <a:ext cx="2514600" cy="838200"/>
          </a:xfrm>
        </p:spPr>
        <p:txBody>
          <a:bodyPr>
            <a:noAutofit/>
          </a:bodyPr>
          <a:lstStyle>
            <a:lvl1pPr algn="l">
              <a:buNone/>
              <a:defRPr sz="2000" b="1">
                <a:solidFill>
                  <a:schemeClr val="tx2"/>
                </a:solidFill>
                <a:latin typeface="+mn-lt"/>
                <a:ea typeface="+mn-ea"/>
                <a:cs typeface="+mn-cs"/>
              </a:defRPr>
            </a:lvl1pPr>
          </a:lstStyle>
          <a:p>
            <a:r>
              <a:rPr lang="en-US"/>
              <a:t>Click to edit Master title style</a:t>
            </a:r>
          </a:p>
        </p:txBody>
      </p:sp>
      <p:sp>
        <p:nvSpPr>
          <p:cNvPr id="3" name="Text Placeholder 2"/>
          <p:cNvSpPr>
            <a:spLocks noGrp="1"/>
          </p:cNvSpPr>
          <p:nvPr>
            <p:ph type="body" idx="2"/>
          </p:nvPr>
        </p:nvSpPr>
        <p:spPr>
          <a:xfrm>
            <a:off x="6324600" y="1219200"/>
            <a:ext cx="2514600" cy="4843463"/>
          </a:xfrm>
        </p:spPr>
        <p:txBody>
          <a:bodyPr/>
          <a:lstStyle>
            <a:lvl1pPr marL="0" indent="0">
              <a:lnSpc>
                <a:spcPts val="2200"/>
              </a:lnSpc>
              <a:spcAft>
                <a:spcPts val="1000"/>
              </a:spcAft>
              <a:buNone/>
              <a:defRPr sz="1600">
                <a:solidFill>
                  <a:schemeClr val="tx2"/>
                </a:solidFill>
              </a:defRPr>
            </a:lvl1pPr>
            <a:lvl2pPr>
              <a:buNone/>
              <a:defRPr sz="1200"/>
            </a:lvl2pPr>
            <a:lvl3pPr>
              <a:buNone/>
              <a:defRPr sz="1000"/>
            </a:lvl3pPr>
            <a:lvl4pPr>
              <a:buNone/>
              <a:defRPr sz="900"/>
            </a:lvl4pPr>
            <a:lvl5pPr>
              <a:buNone/>
              <a:defRPr sz="900"/>
            </a:lvl5pPr>
          </a:lstStyle>
          <a:p>
            <a:pPr lvl="0"/>
            <a:r>
              <a:rPr lang="en-US"/>
              <a:t>Click to edit Master text styles</a:t>
            </a:r>
          </a:p>
        </p:txBody>
      </p:sp>
      <p:sp>
        <p:nvSpPr>
          <p:cNvPr id="12" name="Content Placeholder 11"/>
          <p:cNvSpPr>
            <a:spLocks noGrp="1"/>
          </p:cNvSpPr>
          <p:nvPr>
            <p:ph sz="quarter" idx="1"/>
          </p:nvPr>
        </p:nvSpPr>
        <p:spPr>
          <a:xfrm>
            <a:off x="304800" y="304800"/>
            <a:ext cx="5715000" cy="5715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4">
            <a:extLst>
              <a:ext uri="{FF2B5EF4-FFF2-40B4-BE49-F238E27FC236}">
                <a16:creationId xmlns:a16="http://schemas.microsoft.com/office/drawing/2014/main" id="{6D17FC9F-891F-473F-5975-D76A9C38586A}"/>
              </a:ext>
            </a:extLst>
          </p:cNvPr>
          <p:cNvSpPr>
            <a:spLocks noGrp="1"/>
          </p:cNvSpPr>
          <p:nvPr>
            <p:ph type="dt" sz="half" idx="10"/>
          </p:nvPr>
        </p:nvSpPr>
        <p:spPr/>
        <p:txBody>
          <a:bodyPr/>
          <a:lstStyle>
            <a:lvl1pPr>
              <a:defRPr/>
            </a:lvl1pPr>
          </a:lstStyle>
          <a:p>
            <a:fld id="{8F20675D-E6F0-473E-BC0A-6F13DBA83856}" type="datetime1">
              <a:rPr lang="en-US" altLang="en-US"/>
              <a:pPr/>
              <a:t>11/21/2025</a:t>
            </a:fld>
            <a:endParaRPr lang="en-US" altLang="en-US"/>
          </a:p>
        </p:txBody>
      </p:sp>
      <p:sp>
        <p:nvSpPr>
          <p:cNvPr id="8" name="Footer Placeholder 5">
            <a:extLst>
              <a:ext uri="{FF2B5EF4-FFF2-40B4-BE49-F238E27FC236}">
                <a16:creationId xmlns:a16="http://schemas.microsoft.com/office/drawing/2014/main" id="{A568BE51-2BBE-88B9-8168-CE7F9F09FEE6}"/>
              </a:ext>
            </a:extLst>
          </p:cNvPr>
          <p:cNvSpPr>
            <a:spLocks noGrp="1"/>
          </p:cNvSpPr>
          <p:nvPr>
            <p:ph type="ftr" sz="quarter" idx="11"/>
          </p:nvPr>
        </p:nvSpPr>
        <p:spPr/>
        <p:txBody>
          <a:bodyPr/>
          <a:lstStyle>
            <a:lvl1pPr>
              <a:defRPr/>
            </a:lvl1pPr>
          </a:lstStyle>
          <a:p>
            <a:pPr>
              <a:defRPr/>
            </a:pPr>
            <a:endParaRPr lang="en-US"/>
          </a:p>
        </p:txBody>
      </p:sp>
      <p:sp>
        <p:nvSpPr>
          <p:cNvPr id="9" name="Slide Number Placeholder 6">
            <a:extLst>
              <a:ext uri="{FF2B5EF4-FFF2-40B4-BE49-F238E27FC236}">
                <a16:creationId xmlns:a16="http://schemas.microsoft.com/office/drawing/2014/main" id="{B0411D82-FF46-8988-B1D0-9B0F359E236C}"/>
              </a:ext>
            </a:extLst>
          </p:cNvPr>
          <p:cNvSpPr>
            <a:spLocks noGrp="1"/>
          </p:cNvSpPr>
          <p:nvPr>
            <p:ph type="sldNum" sz="quarter" idx="12"/>
          </p:nvPr>
        </p:nvSpPr>
        <p:spPr/>
        <p:txBody>
          <a:bodyPr/>
          <a:lstStyle>
            <a:lvl1pPr>
              <a:defRPr/>
            </a:lvl1pPr>
          </a:lstStyle>
          <a:p>
            <a:fld id="{4164348A-71A8-4D1F-80D2-20D1DC079064}" type="slidenum">
              <a:rPr lang="en-US" altLang="en-US"/>
              <a:pPr/>
              <a:t>‹#›</a:t>
            </a:fld>
            <a:endParaRPr lang="en-US" altLang="en-US"/>
          </a:p>
        </p:txBody>
      </p:sp>
    </p:spTree>
    <p:extLst>
      <p:ext uri="{BB962C8B-B14F-4D97-AF65-F5344CB8AC3E}">
        <p14:creationId xmlns:p14="http://schemas.microsoft.com/office/powerpoint/2010/main" val="3337405062"/>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bg>
      <p:bgPr>
        <a:solidFill>
          <a:schemeClr val="bg2"/>
        </a:solidFill>
        <a:effectLst/>
      </p:bgPr>
    </p:bg>
    <p:spTree>
      <p:nvGrpSpPr>
        <p:cNvPr id="1" name=""/>
        <p:cNvGrpSpPr/>
        <p:nvPr/>
      </p:nvGrpSpPr>
      <p:grpSpPr>
        <a:xfrm>
          <a:off x="0" y="0"/>
          <a:ext cx="0" cy="0"/>
          <a:chOff x="0" y="0"/>
          <a:chExt cx="0" cy="0"/>
        </a:xfrm>
      </p:grpSpPr>
      <p:sp>
        <p:nvSpPr>
          <p:cNvPr id="5" name="Straight Connector 4">
            <a:extLst>
              <a:ext uri="{FF2B5EF4-FFF2-40B4-BE49-F238E27FC236}">
                <a16:creationId xmlns:a16="http://schemas.microsoft.com/office/drawing/2014/main" id="{EE85B3B6-EE5E-2791-1C0C-3CA555851984}"/>
              </a:ext>
            </a:extLst>
          </p:cNvPr>
          <p:cNvSpPr>
            <a:spLocks noChangeShapeType="1"/>
          </p:cNvSpPr>
          <p:nvPr/>
        </p:nvSpPr>
        <p:spPr bwMode="auto">
          <a:xfrm>
            <a:off x="457200" y="6353175"/>
            <a:ext cx="8229600" cy="0"/>
          </a:xfrm>
          <a:prstGeom prst="line">
            <a:avLst/>
          </a:prstGeom>
          <a:noFill/>
          <a:ln w="9525" cap="flat" cmpd="sng" algn="ctr">
            <a:solidFill>
              <a:schemeClr val="accent2"/>
            </a:solidFill>
            <a:prstDash val="dash"/>
            <a:round/>
            <a:headEnd type="none" w="med" len="med"/>
            <a:tailEnd type="none" w="med" len="med"/>
          </a:ln>
          <a:effectLst/>
        </p:spPr>
        <p:txBody>
          <a:bodyPr/>
          <a:lstStyle/>
          <a:p>
            <a:pPr>
              <a:defRPr/>
            </a:pPr>
            <a:endParaRPr lang="en-US">
              <a:latin typeface="Arial" pitchFamily="-1" charset="0"/>
              <a:ea typeface="ＭＳ Ｐゴシック" pitchFamily="-1" charset="-128"/>
              <a:cs typeface="ＭＳ Ｐゴシック" pitchFamily="-1" charset="-128"/>
            </a:endParaRPr>
          </a:p>
        </p:txBody>
      </p:sp>
      <p:sp>
        <p:nvSpPr>
          <p:cNvPr id="6" name="Isosceles Triangle 5">
            <a:extLst>
              <a:ext uri="{FF2B5EF4-FFF2-40B4-BE49-F238E27FC236}">
                <a16:creationId xmlns:a16="http://schemas.microsoft.com/office/drawing/2014/main" id="{8F725DBC-3EC0-80E7-C139-3C01A3437EC0}"/>
              </a:ext>
            </a:extLst>
          </p:cNvPr>
          <p:cNvSpPr>
            <a:spLocks noChangeAspect="1"/>
          </p:cNvSpPr>
          <p:nvPr/>
        </p:nvSpPr>
        <p:spPr>
          <a:xfrm rot="5400000">
            <a:off x="419100" y="6467475"/>
            <a:ext cx="190500" cy="120650"/>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defRPr/>
            </a:pPr>
            <a:endParaRPr lang="en-US"/>
          </a:p>
        </p:txBody>
      </p:sp>
      <p:sp>
        <p:nvSpPr>
          <p:cNvPr id="7" name="Rectangle 6">
            <a:extLst>
              <a:ext uri="{FF2B5EF4-FFF2-40B4-BE49-F238E27FC236}">
                <a16:creationId xmlns:a16="http://schemas.microsoft.com/office/drawing/2014/main" id="{3BD54954-2624-C62A-FBCB-8E5A95922738}"/>
              </a:ext>
            </a:extLst>
          </p:cNvPr>
          <p:cNvSpPr/>
          <p:nvPr/>
        </p:nvSpPr>
        <p:spPr>
          <a:xfrm>
            <a:off x="457200" y="500063"/>
            <a:ext cx="182563" cy="685800"/>
          </a:xfrm>
          <a:prstGeom prst="rect">
            <a:avLst/>
          </a:prstGeom>
          <a:solidFill>
            <a:schemeClr val="accent1"/>
          </a:solidFill>
          <a:ln w="635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defRPr/>
            </a:pPr>
            <a:endParaRPr lang="en-US"/>
          </a:p>
        </p:txBody>
      </p:sp>
      <p:sp>
        <p:nvSpPr>
          <p:cNvPr id="2" name="Title 1"/>
          <p:cNvSpPr>
            <a:spLocks noGrp="1"/>
          </p:cNvSpPr>
          <p:nvPr>
            <p:ph type="title"/>
          </p:nvPr>
        </p:nvSpPr>
        <p:spPr>
          <a:xfrm>
            <a:off x="457200" y="500856"/>
            <a:ext cx="8229600" cy="674688"/>
          </a:xfrm>
          <a:ln>
            <a:solidFill>
              <a:schemeClr val="accent1"/>
            </a:solidFill>
          </a:ln>
        </p:spPr>
        <p:txBody>
          <a:bodyPr lIns="274320" anchor="ctr"/>
          <a:lstStyle>
            <a:lvl1pPr algn="r">
              <a:buNone/>
              <a:defRPr sz="2000" b="0">
                <a:solidFill>
                  <a:schemeClr val="tx1"/>
                </a:solidFill>
              </a:defRPr>
            </a:lvl1pPr>
          </a:lstStyle>
          <a:p>
            <a:r>
              <a:rPr lang="en-US"/>
              <a:t>Click to edit Master title style</a:t>
            </a:r>
          </a:p>
        </p:txBody>
      </p:sp>
      <p:sp>
        <p:nvSpPr>
          <p:cNvPr id="3" name="Picture Placeholder 2"/>
          <p:cNvSpPr>
            <a:spLocks noGrp="1"/>
          </p:cNvSpPr>
          <p:nvPr>
            <p:ph type="pic" idx="1"/>
          </p:nvPr>
        </p:nvSpPr>
        <p:spPr>
          <a:xfrm>
            <a:off x="457200" y="1905000"/>
            <a:ext cx="8229600" cy="4270248"/>
          </a:xfrm>
          <a:solidFill>
            <a:schemeClr val="tx1">
              <a:shade val="50000"/>
            </a:schemeClr>
          </a:solidFill>
          <a:ln>
            <a:noFill/>
          </a:ln>
          <a:effectLst/>
        </p:spPr>
        <p:txBody>
          <a:bodyPr>
            <a:normAutofit/>
          </a:bodyPr>
          <a:lstStyle>
            <a:lvl1pPr marL="0" indent="0">
              <a:spcBef>
                <a:spcPts val="600"/>
              </a:spcBef>
              <a:buNone/>
              <a:defRPr sz="3200"/>
            </a:lvl1pPr>
          </a:lstStyle>
          <a:p>
            <a:pPr lvl="0"/>
            <a:r>
              <a:rPr lang="en-US" noProof="0"/>
              <a:t>Click icon to add picture</a:t>
            </a:r>
            <a:endParaRPr lang="en-US" noProof="0" dirty="0"/>
          </a:p>
        </p:txBody>
      </p:sp>
      <p:sp>
        <p:nvSpPr>
          <p:cNvPr id="4" name="Text Placeholder 3"/>
          <p:cNvSpPr>
            <a:spLocks noGrp="1"/>
          </p:cNvSpPr>
          <p:nvPr>
            <p:ph type="body" sz="half" idx="2"/>
          </p:nvPr>
        </p:nvSpPr>
        <p:spPr>
          <a:xfrm>
            <a:off x="457200" y="1219200"/>
            <a:ext cx="8229600" cy="533400"/>
          </a:xfrm>
        </p:spPr>
        <p:txBody>
          <a:bodyPr anchor="ctr"/>
          <a:lstStyle>
            <a:lvl1pPr marL="0" indent="0" algn="l">
              <a:buFontTx/>
              <a:buNone/>
              <a:defRPr sz="1400"/>
            </a:lvl1pPr>
            <a:lvl2pPr>
              <a:defRPr sz="1200"/>
            </a:lvl2pPr>
            <a:lvl3pPr>
              <a:defRPr sz="1000"/>
            </a:lvl3pPr>
            <a:lvl4pPr>
              <a:defRPr sz="900"/>
            </a:lvl4pPr>
            <a:lvl5pPr>
              <a:defRPr sz="900"/>
            </a:lvl5pPr>
          </a:lstStyle>
          <a:p>
            <a:pPr lvl="0"/>
            <a:r>
              <a:rPr lang="en-US"/>
              <a:t>Click to edit Master text styles</a:t>
            </a:r>
          </a:p>
        </p:txBody>
      </p:sp>
      <p:sp>
        <p:nvSpPr>
          <p:cNvPr id="8" name="Date Placeholder 4">
            <a:extLst>
              <a:ext uri="{FF2B5EF4-FFF2-40B4-BE49-F238E27FC236}">
                <a16:creationId xmlns:a16="http://schemas.microsoft.com/office/drawing/2014/main" id="{BA6CE15B-A138-1ADD-86E3-2A70E97E765E}"/>
              </a:ext>
            </a:extLst>
          </p:cNvPr>
          <p:cNvSpPr>
            <a:spLocks noGrp="1"/>
          </p:cNvSpPr>
          <p:nvPr>
            <p:ph type="dt" sz="half" idx="10"/>
          </p:nvPr>
        </p:nvSpPr>
        <p:spPr/>
        <p:txBody>
          <a:bodyPr/>
          <a:lstStyle>
            <a:lvl1pPr>
              <a:defRPr/>
            </a:lvl1pPr>
          </a:lstStyle>
          <a:p>
            <a:fld id="{A47F3096-3E67-44E0-B734-CDB10A379595}" type="datetime1">
              <a:rPr lang="en-US" altLang="en-US"/>
              <a:pPr/>
              <a:t>11/21/2025</a:t>
            </a:fld>
            <a:endParaRPr lang="en-US" altLang="en-US"/>
          </a:p>
        </p:txBody>
      </p:sp>
      <p:sp>
        <p:nvSpPr>
          <p:cNvPr id="9" name="Footer Placeholder 5">
            <a:extLst>
              <a:ext uri="{FF2B5EF4-FFF2-40B4-BE49-F238E27FC236}">
                <a16:creationId xmlns:a16="http://schemas.microsoft.com/office/drawing/2014/main" id="{561F4132-4257-042E-2A35-2D28FED200DB}"/>
              </a:ext>
            </a:extLst>
          </p:cNvPr>
          <p:cNvSpPr>
            <a:spLocks noGrp="1"/>
          </p:cNvSpPr>
          <p:nvPr>
            <p:ph type="ftr" sz="quarter" idx="11"/>
          </p:nvPr>
        </p:nvSpPr>
        <p:spPr/>
        <p:txBody>
          <a:bodyPr/>
          <a:lstStyle>
            <a:lvl1pPr>
              <a:defRPr/>
            </a:lvl1pPr>
          </a:lstStyle>
          <a:p>
            <a:pPr>
              <a:defRPr/>
            </a:pPr>
            <a:endParaRPr lang="en-US"/>
          </a:p>
        </p:txBody>
      </p:sp>
      <p:sp>
        <p:nvSpPr>
          <p:cNvPr id="10" name="Slide Number Placeholder 6">
            <a:extLst>
              <a:ext uri="{FF2B5EF4-FFF2-40B4-BE49-F238E27FC236}">
                <a16:creationId xmlns:a16="http://schemas.microsoft.com/office/drawing/2014/main" id="{4FD9D950-0127-929A-5322-DD9AA0F9CEF6}"/>
              </a:ext>
            </a:extLst>
          </p:cNvPr>
          <p:cNvSpPr>
            <a:spLocks noGrp="1"/>
          </p:cNvSpPr>
          <p:nvPr>
            <p:ph type="sldNum" sz="quarter" idx="12"/>
          </p:nvPr>
        </p:nvSpPr>
        <p:spPr/>
        <p:txBody>
          <a:bodyPr/>
          <a:lstStyle>
            <a:lvl1pPr>
              <a:defRPr/>
            </a:lvl1pPr>
          </a:lstStyle>
          <a:p>
            <a:fld id="{E16861CB-96B6-4FD8-834F-3812BB594940}" type="slidenum">
              <a:rPr lang="en-US" altLang="en-US"/>
              <a:pPr/>
              <a:t>‹#›</a:t>
            </a:fld>
            <a:endParaRPr lang="en-US" altLang="en-US"/>
          </a:p>
        </p:txBody>
      </p:sp>
    </p:spTree>
    <p:extLst>
      <p:ext uri="{BB962C8B-B14F-4D97-AF65-F5344CB8AC3E}">
        <p14:creationId xmlns:p14="http://schemas.microsoft.com/office/powerpoint/2010/main" val="2948067216"/>
      </p:ext>
    </p:extLst>
  </p:cSld>
  <p:clrMapOvr>
    <a:overrideClrMapping bg1="dk1" tx1="lt1" bg2="dk2" tx2="lt2" accent1="accent1" accent2="accent2" accent3="accent3" accent4="accent4" accent5="accent5" accent6="accent6" hlink="hlink" folHlink="folHlink"/>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13">
            <a:extLst>
              <a:ext uri="{FF2B5EF4-FFF2-40B4-BE49-F238E27FC236}">
                <a16:creationId xmlns:a16="http://schemas.microsoft.com/office/drawing/2014/main" id="{861ABA89-BD6A-F751-5798-B2757AFEB1E3}"/>
              </a:ext>
            </a:extLst>
          </p:cNvPr>
          <p:cNvSpPr>
            <a:spLocks noGrp="1"/>
          </p:cNvSpPr>
          <p:nvPr>
            <p:ph type="dt" sz="half" idx="10"/>
          </p:nvPr>
        </p:nvSpPr>
        <p:spPr/>
        <p:txBody>
          <a:bodyPr/>
          <a:lstStyle>
            <a:lvl1pPr>
              <a:defRPr/>
            </a:lvl1pPr>
          </a:lstStyle>
          <a:p>
            <a:fld id="{C6705D8E-9400-482A-B760-1F5DD9289029}" type="datetime1">
              <a:rPr lang="en-US" altLang="en-US"/>
              <a:pPr/>
              <a:t>11/21/2025</a:t>
            </a:fld>
            <a:endParaRPr lang="en-US" altLang="en-US"/>
          </a:p>
        </p:txBody>
      </p:sp>
      <p:sp>
        <p:nvSpPr>
          <p:cNvPr id="5" name="Footer Placeholder 2">
            <a:extLst>
              <a:ext uri="{FF2B5EF4-FFF2-40B4-BE49-F238E27FC236}">
                <a16:creationId xmlns:a16="http://schemas.microsoft.com/office/drawing/2014/main" id="{5B6DB309-1214-BE65-A4C7-2FA6A6FD968E}"/>
              </a:ext>
            </a:extLst>
          </p:cNvPr>
          <p:cNvSpPr>
            <a:spLocks noGrp="1"/>
          </p:cNvSpPr>
          <p:nvPr>
            <p:ph type="ftr" sz="quarter" idx="11"/>
          </p:nvPr>
        </p:nvSpPr>
        <p:spPr/>
        <p:txBody>
          <a:bodyPr/>
          <a:lstStyle>
            <a:lvl1pPr>
              <a:defRPr/>
            </a:lvl1pPr>
          </a:lstStyle>
          <a:p>
            <a:pPr>
              <a:defRPr/>
            </a:pPr>
            <a:endParaRPr lang="en-US"/>
          </a:p>
        </p:txBody>
      </p:sp>
      <p:sp>
        <p:nvSpPr>
          <p:cNvPr id="6" name="Slide Number Placeholder 22">
            <a:extLst>
              <a:ext uri="{FF2B5EF4-FFF2-40B4-BE49-F238E27FC236}">
                <a16:creationId xmlns:a16="http://schemas.microsoft.com/office/drawing/2014/main" id="{90A1B8F6-F96D-61FF-A5B2-B7E4F086D09E}"/>
              </a:ext>
            </a:extLst>
          </p:cNvPr>
          <p:cNvSpPr>
            <a:spLocks noGrp="1"/>
          </p:cNvSpPr>
          <p:nvPr>
            <p:ph type="sldNum" sz="quarter" idx="12"/>
          </p:nvPr>
        </p:nvSpPr>
        <p:spPr/>
        <p:txBody>
          <a:bodyPr/>
          <a:lstStyle>
            <a:lvl1pPr>
              <a:defRPr/>
            </a:lvl1pPr>
          </a:lstStyle>
          <a:p>
            <a:fld id="{3D5BB6C8-99B6-4108-970A-89B6831251A6}" type="slidenum">
              <a:rPr lang="en-US" altLang="en-US"/>
              <a:pPr/>
              <a:t>‹#›</a:t>
            </a:fld>
            <a:endParaRPr lang="en-US" altLang="en-US"/>
          </a:p>
        </p:txBody>
      </p:sp>
    </p:spTree>
    <p:extLst>
      <p:ext uri="{BB962C8B-B14F-4D97-AF65-F5344CB8AC3E}">
        <p14:creationId xmlns:p14="http://schemas.microsoft.com/office/powerpoint/2010/main" val="2046667855"/>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4" name="Straight Connector 3">
            <a:extLst>
              <a:ext uri="{FF2B5EF4-FFF2-40B4-BE49-F238E27FC236}">
                <a16:creationId xmlns:a16="http://schemas.microsoft.com/office/drawing/2014/main" id="{66E36834-A7C2-DDD5-D385-6107172771DC}"/>
              </a:ext>
            </a:extLst>
          </p:cNvPr>
          <p:cNvSpPr>
            <a:spLocks noChangeShapeType="1"/>
          </p:cNvSpPr>
          <p:nvPr/>
        </p:nvSpPr>
        <p:spPr bwMode="auto">
          <a:xfrm>
            <a:off x="457200" y="6353175"/>
            <a:ext cx="8229600" cy="0"/>
          </a:xfrm>
          <a:prstGeom prst="line">
            <a:avLst/>
          </a:prstGeom>
          <a:noFill/>
          <a:ln w="9525" cap="flat" cmpd="sng" algn="ctr">
            <a:solidFill>
              <a:schemeClr val="accent2"/>
            </a:solidFill>
            <a:prstDash val="dash"/>
            <a:round/>
            <a:headEnd type="none" w="med" len="med"/>
            <a:tailEnd type="none" w="med" len="med"/>
          </a:ln>
          <a:effectLst/>
        </p:spPr>
        <p:txBody>
          <a:bodyPr/>
          <a:lstStyle/>
          <a:p>
            <a:pPr>
              <a:defRPr/>
            </a:pPr>
            <a:endParaRPr lang="en-US">
              <a:latin typeface="Arial" pitchFamily="-1" charset="0"/>
              <a:ea typeface="ＭＳ Ｐゴシック" pitchFamily="-1" charset="-128"/>
              <a:cs typeface="ＭＳ Ｐゴシック" pitchFamily="-1" charset="-128"/>
            </a:endParaRPr>
          </a:p>
        </p:txBody>
      </p:sp>
      <p:sp>
        <p:nvSpPr>
          <p:cNvPr id="5" name="Isosceles Triangle 4">
            <a:extLst>
              <a:ext uri="{FF2B5EF4-FFF2-40B4-BE49-F238E27FC236}">
                <a16:creationId xmlns:a16="http://schemas.microsoft.com/office/drawing/2014/main" id="{7C8A64E9-1229-62DB-1572-BD0DDA5A9410}"/>
              </a:ext>
            </a:extLst>
          </p:cNvPr>
          <p:cNvSpPr>
            <a:spLocks noChangeAspect="1"/>
          </p:cNvSpPr>
          <p:nvPr/>
        </p:nvSpPr>
        <p:spPr>
          <a:xfrm rot="5400000">
            <a:off x="419100" y="6467475"/>
            <a:ext cx="190500" cy="120650"/>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defRPr/>
            </a:pPr>
            <a:endParaRPr lang="en-US"/>
          </a:p>
        </p:txBody>
      </p:sp>
      <p:sp>
        <p:nvSpPr>
          <p:cNvPr id="6" name="Straight Connector 5">
            <a:extLst>
              <a:ext uri="{FF2B5EF4-FFF2-40B4-BE49-F238E27FC236}">
                <a16:creationId xmlns:a16="http://schemas.microsoft.com/office/drawing/2014/main" id="{576682C0-4C10-C377-092D-9EFCF58C09C0}"/>
              </a:ext>
            </a:extLst>
          </p:cNvPr>
          <p:cNvSpPr>
            <a:spLocks noChangeShapeType="1"/>
          </p:cNvSpPr>
          <p:nvPr/>
        </p:nvSpPr>
        <p:spPr bwMode="auto">
          <a:xfrm rot="5400000">
            <a:off x="3630612" y="3201988"/>
            <a:ext cx="5851525" cy="0"/>
          </a:xfrm>
          <a:prstGeom prst="line">
            <a:avLst/>
          </a:prstGeom>
          <a:noFill/>
          <a:ln w="9525" cap="flat" cmpd="sng" algn="ctr">
            <a:solidFill>
              <a:schemeClr val="accent2"/>
            </a:solidFill>
            <a:prstDash val="dash"/>
            <a:round/>
            <a:headEnd type="none" w="med" len="med"/>
            <a:tailEnd type="none" w="med" len="med"/>
          </a:ln>
          <a:effectLst/>
        </p:spPr>
        <p:txBody>
          <a:bodyPr/>
          <a:lstStyle/>
          <a:p>
            <a:pPr>
              <a:defRPr/>
            </a:pPr>
            <a:endParaRPr lang="en-US">
              <a:latin typeface="Arial" pitchFamily="-1" charset="0"/>
              <a:ea typeface="ＭＳ Ｐゴシック" pitchFamily="-1" charset="-128"/>
              <a:cs typeface="ＭＳ Ｐゴシック" pitchFamily="-1" charset="-128"/>
            </a:endParaRPr>
          </a:p>
        </p:txBody>
      </p:sp>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3">
            <a:extLst>
              <a:ext uri="{FF2B5EF4-FFF2-40B4-BE49-F238E27FC236}">
                <a16:creationId xmlns:a16="http://schemas.microsoft.com/office/drawing/2014/main" id="{F463C3A0-97C5-4778-021C-E9E13562F8C2}"/>
              </a:ext>
            </a:extLst>
          </p:cNvPr>
          <p:cNvSpPr>
            <a:spLocks noGrp="1"/>
          </p:cNvSpPr>
          <p:nvPr>
            <p:ph type="dt" sz="half" idx="10"/>
          </p:nvPr>
        </p:nvSpPr>
        <p:spPr/>
        <p:txBody>
          <a:bodyPr/>
          <a:lstStyle>
            <a:lvl1pPr>
              <a:defRPr/>
            </a:lvl1pPr>
          </a:lstStyle>
          <a:p>
            <a:fld id="{66D020E9-6FD4-49DF-BF80-B8129ABE624F}" type="datetime1">
              <a:rPr lang="en-US" altLang="en-US"/>
              <a:pPr/>
              <a:t>11/21/2025</a:t>
            </a:fld>
            <a:endParaRPr lang="en-US" altLang="en-US"/>
          </a:p>
        </p:txBody>
      </p:sp>
      <p:sp>
        <p:nvSpPr>
          <p:cNvPr id="8" name="Footer Placeholder 4">
            <a:extLst>
              <a:ext uri="{FF2B5EF4-FFF2-40B4-BE49-F238E27FC236}">
                <a16:creationId xmlns:a16="http://schemas.microsoft.com/office/drawing/2014/main" id="{66A9E2BC-85A8-E60A-6D5E-0EC38222EC70}"/>
              </a:ext>
            </a:extLst>
          </p:cNvPr>
          <p:cNvSpPr>
            <a:spLocks noGrp="1"/>
          </p:cNvSpPr>
          <p:nvPr>
            <p:ph type="ftr" sz="quarter" idx="11"/>
          </p:nvPr>
        </p:nvSpPr>
        <p:spPr/>
        <p:txBody>
          <a:bodyPr/>
          <a:lstStyle>
            <a:lvl1pPr>
              <a:defRPr/>
            </a:lvl1pPr>
          </a:lstStyle>
          <a:p>
            <a:pPr>
              <a:defRPr/>
            </a:pPr>
            <a:endParaRPr lang="en-US"/>
          </a:p>
        </p:txBody>
      </p:sp>
      <p:sp>
        <p:nvSpPr>
          <p:cNvPr id="9" name="Slide Number Placeholder 5">
            <a:extLst>
              <a:ext uri="{FF2B5EF4-FFF2-40B4-BE49-F238E27FC236}">
                <a16:creationId xmlns:a16="http://schemas.microsoft.com/office/drawing/2014/main" id="{0E185865-AF26-4299-472F-4EF96F055D8D}"/>
              </a:ext>
            </a:extLst>
          </p:cNvPr>
          <p:cNvSpPr>
            <a:spLocks noGrp="1"/>
          </p:cNvSpPr>
          <p:nvPr>
            <p:ph type="sldNum" sz="quarter" idx="12"/>
          </p:nvPr>
        </p:nvSpPr>
        <p:spPr/>
        <p:txBody>
          <a:bodyPr/>
          <a:lstStyle>
            <a:lvl1pPr>
              <a:defRPr/>
            </a:lvl1pPr>
          </a:lstStyle>
          <a:p>
            <a:fld id="{6E88C9E6-98DF-4D2B-8307-9C65EA3A5056}" type="slidenum">
              <a:rPr lang="en-US" altLang="en-US"/>
              <a:pPr/>
              <a:t>‹#›</a:t>
            </a:fld>
            <a:endParaRPr lang="en-US" altLang="en-US"/>
          </a:p>
        </p:txBody>
      </p:sp>
    </p:spTree>
    <p:extLst>
      <p:ext uri="{BB962C8B-B14F-4D97-AF65-F5344CB8AC3E}">
        <p14:creationId xmlns:p14="http://schemas.microsoft.com/office/powerpoint/2010/main" val="2293442772"/>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58580501-EC8C-0A27-78BE-ADC03462F0FF}"/>
              </a:ext>
            </a:extLst>
          </p:cNvPr>
          <p:cNvSpPr/>
          <p:nvPr/>
        </p:nvSpPr>
        <p:spPr>
          <a:xfrm>
            <a:off x="904875" y="3648075"/>
            <a:ext cx="7315200" cy="1279525"/>
          </a:xfrm>
          <a:prstGeom prst="rect">
            <a:avLst/>
          </a:prstGeom>
          <a:noFill/>
          <a:ln w="6350" cap="rnd" cmpd="sng" algn="ctr">
            <a:solidFill>
              <a:schemeClr val="accent1"/>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defRPr/>
            </a:pPr>
            <a:endParaRPr lang="en-US"/>
          </a:p>
        </p:txBody>
      </p:sp>
      <p:sp>
        <p:nvSpPr>
          <p:cNvPr id="3" name="Rectangle 2">
            <a:extLst>
              <a:ext uri="{FF2B5EF4-FFF2-40B4-BE49-F238E27FC236}">
                <a16:creationId xmlns:a16="http://schemas.microsoft.com/office/drawing/2014/main" id="{CCD22F27-DEED-C413-E7EF-DC2BBA8BD81A}"/>
              </a:ext>
            </a:extLst>
          </p:cNvPr>
          <p:cNvSpPr/>
          <p:nvPr/>
        </p:nvSpPr>
        <p:spPr>
          <a:xfrm>
            <a:off x="914400" y="5048250"/>
            <a:ext cx="7315200" cy="685800"/>
          </a:xfrm>
          <a:prstGeom prst="rect">
            <a:avLst/>
          </a:prstGeom>
          <a:noFill/>
          <a:ln w="6350" cap="rnd" cmpd="sng" algn="ctr">
            <a:solidFill>
              <a:schemeClr val="accent2"/>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defRPr/>
            </a:pPr>
            <a:endParaRPr lang="en-US"/>
          </a:p>
        </p:txBody>
      </p:sp>
      <p:sp>
        <p:nvSpPr>
          <p:cNvPr id="4" name="Rectangle 3">
            <a:extLst>
              <a:ext uri="{FF2B5EF4-FFF2-40B4-BE49-F238E27FC236}">
                <a16:creationId xmlns:a16="http://schemas.microsoft.com/office/drawing/2014/main" id="{FE8E9AF6-64DD-ECE1-2AC8-68B396C9B1D7}"/>
              </a:ext>
            </a:extLst>
          </p:cNvPr>
          <p:cNvSpPr/>
          <p:nvPr/>
        </p:nvSpPr>
        <p:spPr>
          <a:xfrm>
            <a:off x="904875" y="3648075"/>
            <a:ext cx="228600" cy="1279525"/>
          </a:xfrm>
          <a:prstGeom prst="rect">
            <a:avLst/>
          </a:prstGeom>
          <a:solidFill>
            <a:schemeClr val="accent1"/>
          </a:solidFill>
          <a:ln w="635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defRPr/>
            </a:pPr>
            <a:endParaRPr lang="en-US"/>
          </a:p>
        </p:txBody>
      </p:sp>
      <p:sp>
        <p:nvSpPr>
          <p:cNvPr id="5" name="Rectangle 4">
            <a:extLst>
              <a:ext uri="{FF2B5EF4-FFF2-40B4-BE49-F238E27FC236}">
                <a16:creationId xmlns:a16="http://schemas.microsoft.com/office/drawing/2014/main" id="{6DD16D98-D9FD-EC8F-EABC-F8D58B031C8E}"/>
              </a:ext>
            </a:extLst>
          </p:cNvPr>
          <p:cNvSpPr/>
          <p:nvPr/>
        </p:nvSpPr>
        <p:spPr>
          <a:xfrm>
            <a:off x="914400" y="5048250"/>
            <a:ext cx="228600" cy="685800"/>
          </a:xfrm>
          <a:prstGeom prst="rect">
            <a:avLst/>
          </a:prstGeom>
          <a:solidFill>
            <a:schemeClr val="accent2"/>
          </a:solidFill>
          <a:ln w="635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defRPr/>
            </a:pPr>
            <a:endParaRPr lang="en-US"/>
          </a:p>
        </p:txBody>
      </p:sp>
      <p:sp>
        <p:nvSpPr>
          <p:cNvPr id="8" name="Title 7"/>
          <p:cNvSpPr>
            <a:spLocks noGrp="1"/>
          </p:cNvSpPr>
          <p:nvPr>
            <p:ph type="ctrTitle"/>
          </p:nvPr>
        </p:nvSpPr>
        <p:spPr>
          <a:xfrm>
            <a:off x="1219200" y="3886200"/>
            <a:ext cx="6858000" cy="990600"/>
          </a:xfrm>
        </p:spPr>
        <p:txBody>
          <a:bodyPr anchor="t"/>
          <a:lstStyle>
            <a:lvl1pPr algn="r">
              <a:defRPr sz="3200">
                <a:solidFill>
                  <a:schemeClr val="tx1"/>
                </a:solidFill>
              </a:defRPr>
            </a:lvl1pPr>
          </a:lstStyle>
          <a:p>
            <a:r>
              <a:rPr lang="en-US"/>
              <a:t>Click to edit Master title style</a:t>
            </a:r>
          </a:p>
        </p:txBody>
      </p:sp>
      <p:sp>
        <p:nvSpPr>
          <p:cNvPr id="9" name="Subtitle 8"/>
          <p:cNvSpPr>
            <a:spLocks noGrp="1"/>
          </p:cNvSpPr>
          <p:nvPr>
            <p:ph type="subTitle" idx="1"/>
          </p:nvPr>
        </p:nvSpPr>
        <p:spPr>
          <a:xfrm>
            <a:off x="1219200" y="5124450"/>
            <a:ext cx="6858000" cy="533400"/>
          </a:xfrm>
        </p:spPr>
        <p:txBody>
          <a:bodyPr/>
          <a:lstStyle>
            <a:lvl1pPr marL="0" indent="0" algn="r">
              <a:buNone/>
              <a:defRPr sz="2000">
                <a:solidFill>
                  <a:schemeClr val="tx2"/>
                </a:solidFill>
                <a:latin typeface="+mj-lt"/>
                <a:ea typeface="+mj-ea"/>
                <a:cs typeface="+mj-cs"/>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lang="en-US"/>
              <a:t>Click to edit Master subtitle style</a:t>
            </a:r>
          </a:p>
        </p:txBody>
      </p:sp>
      <p:sp>
        <p:nvSpPr>
          <p:cNvPr id="6" name="Date Placeholder 27">
            <a:extLst>
              <a:ext uri="{FF2B5EF4-FFF2-40B4-BE49-F238E27FC236}">
                <a16:creationId xmlns:a16="http://schemas.microsoft.com/office/drawing/2014/main" id="{DA9968B1-A123-6366-4351-FA7883E52FEA}"/>
              </a:ext>
            </a:extLst>
          </p:cNvPr>
          <p:cNvSpPr>
            <a:spLocks noGrp="1"/>
          </p:cNvSpPr>
          <p:nvPr>
            <p:ph type="dt" sz="half" idx="10"/>
          </p:nvPr>
        </p:nvSpPr>
        <p:spPr>
          <a:xfrm>
            <a:off x="6400800" y="6354763"/>
            <a:ext cx="2286000" cy="366712"/>
          </a:xfrm>
        </p:spPr>
        <p:txBody>
          <a:bodyPr/>
          <a:lstStyle>
            <a:lvl1pPr>
              <a:defRPr/>
            </a:lvl1pPr>
          </a:lstStyle>
          <a:p>
            <a:fld id="{305D531A-7AB3-4B96-8E52-F020EEA2103D}" type="datetime1">
              <a:rPr lang="en-US" altLang="en-US"/>
              <a:pPr/>
              <a:t>11/21/2025</a:t>
            </a:fld>
            <a:endParaRPr lang="en-US" altLang="en-US"/>
          </a:p>
        </p:txBody>
      </p:sp>
      <p:sp>
        <p:nvSpPr>
          <p:cNvPr id="7" name="Footer Placeholder 16">
            <a:extLst>
              <a:ext uri="{FF2B5EF4-FFF2-40B4-BE49-F238E27FC236}">
                <a16:creationId xmlns:a16="http://schemas.microsoft.com/office/drawing/2014/main" id="{CAFC4C2A-D5A1-DEBC-51FB-7A3129AA0690}"/>
              </a:ext>
            </a:extLst>
          </p:cNvPr>
          <p:cNvSpPr>
            <a:spLocks noGrp="1"/>
          </p:cNvSpPr>
          <p:nvPr>
            <p:ph type="ftr" sz="quarter" idx="11"/>
          </p:nvPr>
        </p:nvSpPr>
        <p:spPr>
          <a:xfrm>
            <a:off x="2898775" y="6354763"/>
            <a:ext cx="3475038" cy="366712"/>
          </a:xfrm>
        </p:spPr>
        <p:txBody>
          <a:bodyPr/>
          <a:lstStyle>
            <a:lvl1pPr>
              <a:defRPr/>
            </a:lvl1pPr>
          </a:lstStyle>
          <a:p>
            <a:pPr>
              <a:defRPr/>
            </a:pPr>
            <a:endParaRPr lang="en-US"/>
          </a:p>
        </p:txBody>
      </p:sp>
    </p:spTree>
    <p:extLst>
      <p:ext uri="{BB962C8B-B14F-4D97-AF65-F5344CB8AC3E}">
        <p14:creationId xmlns:p14="http://schemas.microsoft.com/office/powerpoint/2010/main" val="719246412"/>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8" name="Content Placeholder 7"/>
          <p:cNvSpPr>
            <a:spLocks noGrp="1"/>
          </p:cNvSpPr>
          <p:nvPr>
            <p:ph sz="quarter" idx="1"/>
          </p:nvPr>
        </p:nvSpPr>
        <p:spPr>
          <a:xfrm>
            <a:off x="457200" y="1219200"/>
            <a:ext cx="8229600" cy="49377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Date Placeholder 13">
            <a:extLst>
              <a:ext uri="{FF2B5EF4-FFF2-40B4-BE49-F238E27FC236}">
                <a16:creationId xmlns:a16="http://schemas.microsoft.com/office/drawing/2014/main" id="{D6294AE3-5732-1BE8-322E-51B4E998F165}"/>
              </a:ext>
            </a:extLst>
          </p:cNvPr>
          <p:cNvSpPr>
            <a:spLocks noGrp="1"/>
          </p:cNvSpPr>
          <p:nvPr>
            <p:ph type="dt" sz="half" idx="10"/>
          </p:nvPr>
        </p:nvSpPr>
        <p:spPr/>
        <p:txBody>
          <a:bodyPr/>
          <a:lstStyle>
            <a:lvl1pPr>
              <a:defRPr/>
            </a:lvl1pPr>
          </a:lstStyle>
          <a:p>
            <a:fld id="{D920E74B-684C-46F2-B5D5-A6BE92FDF52F}" type="datetime1">
              <a:rPr lang="en-US" altLang="en-US"/>
              <a:pPr/>
              <a:t>11/21/2025</a:t>
            </a:fld>
            <a:endParaRPr lang="en-US" altLang="en-US"/>
          </a:p>
        </p:txBody>
      </p:sp>
      <p:sp>
        <p:nvSpPr>
          <p:cNvPr id="4" name="Footer Placeholder 2">
            <a:extLst>
              <a:ext uri="{FF2B5EF4-FFF2-40B4-BE49-F238E27FC236}">
                <a16:creationId xmlns:a16="http://schemas.microsoft.com/office/drawing/2014/main" id="{7C50BBF4-06AB-6E23-4095-4C980CA97E6D}"/>
              </a:ext>
            </a:extLst>
          </p:cNvPr>
          <p:cNvSpPr>
            <a:spLocks noGrp="1"/>
          </p:cNvSpPr>
          <p:nvPr>
            <p:ph type="ftr" sz="quarter" idx="11"/>
          </p:nvPr>
        </p:nvSpPr>
        <p:spPr/>
        <p:txBody>
          <a:bodyPr/>
          <a:lstStyle>
            <a:lvl1pPr>
              <a:defRPr/>
            </a:lvl1pPr>
          </a:lstStyle>
          <a:p>
            <a:pPr>
              <a:defRPr/>
            </a:pPr>
            <a:endParaRPr lang="en-US"/>
          </a:p>
        </p:txBody>
      </p:sp>
      <p:sp>
        <p:nvSpPr>
          <p:cNvPr id="5" name="Slide Number Placeholder 22">
            <a:extLst>
              <a:ext uri="{FF2B5EF4-FFF2-40B4-BE49-F238E27FC236}">
                <a16:creationId xmlns:a16="http://schemas.microsoft.com/office/drawing/2014/main" id="{9444BF63-BFE4-8970-53EC-D66F0B69855C}"/>
              </a:ext>
            </a:extLst>
          </p:cNvPr>
          <p:cNvSpPr>
            <a:spLocks noGrp="1"/>
          </p:cNvSpPr>
          <p:nvPr>
            <p:ph type="sldNum" sz="quarter" idx="12"/>
          </p:nvPr>
        </p:nvSpPr>
        <p:spPr/>
        <p:txBody>
          <a:bodyPr/>
          <a:lstStyle>
            <a:lvl1pPr>
              <a:defRPr/>
            </a:lvl1pPr>
          </a:lstStyle>
          <a:p>
            <a:fld id="{8E43B8A7-8889-4336-8AEA-5AF93A7CA5B3}" type="slidenum">
              <a:rPr lang="en-US" altLang="en-US"/>
              <a:pPr/>
              <a:t>‹#›</a:t>
            </a:fld>
            <a:endParaRPr lang="en-US" altLang="en-US"/>
          </a:p>
        </p:txBody>
      </p:sp>
    </p:spTree>
    <p:extLst>
      <p:ext uri="{BB962C8B-B14F-4D97-AF65-F5344CB8AC3E}">
        <p14:creationId xmlns:p14="http://schemas.microsoft.com/office/powerpoint/2010/main" val="3175884056"/>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solidFill>
          <a:schemeClr val="bg2"/>
        </a:solidFill>
        <a:effectLst/>
      </p:bgPr>
    </p:bg>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B7CBAF76-433C-4081-131F-F97A8C930622}"/>
              </a:ext>
            </a:extLst>
          </p:cNvPr>
          <p:cNvSpPr/>
          <p:nvPr/>
        </p:nvSpPr>
        <p:spPr>
          <a:xfrm>
            <a:off x="914400" y="2819400"/>
            <a:ext cx="7315200" cy="1279525"/>
          </a:xfrm>
          <a:prstGeom prst="rect">
            <a:avLst/>
          </a:prstGeom>
          <a:noFill/>
          <a:ln w="6350" cap="rnd" cmpd="sng" algn="ctr">
            <a:solidFill>
              <a:schemeClr val="accent1"/>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defRPr/>
            </a:pPr>
            <a:endParaRPr lang="en-US"/>
          </a:p>
        </p:txBody>
      </p:sp>
      <p:sp>
        <p:nvSpPr>
          <p:cNvPr id="5" name="Rectangle 4">
            <a:extLst>
              <a:ext uri="{FF2B5EF4-FFF2-40B4-BE49-F238E27FC236}">
                <a16:creationId xmlns:a16="http://schemas.microsoft.com/office/drawing/2014/main" id="{151892A1-7BC1-F439-999D-3F0CA80AB79B}"/>
              </a:ext>
            </a:extLst>
          </p:cNvPr>
          <p:cNvSpPr/>
          <p:nvPr/>
        </p:nvSpPr>
        <p:spPr>
          <a:xfrm>
            <a:off x="914400" y="2819400"/>
            <a:ext cx="228600" cy="1279525"/>
          </a:xfrm>
          <a:prstGeom prst="rect">
            <a:avLst/>
          </a:prstGeom>
          <a:solidFill>
            <a:schemeClr val="accent1"/>
          </a:solidFill>
          <a:ln w="635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defRPr/>
            </a:pPr>
            <a:endParaRPr lang="en-US"/>
          </a:p>
        </p:txBody>
      </p:sp>
      <p:sp>
        <p:nvSpPr>
          <p:cNvPr id="2" name="Title 1"/>
          <p:cNvSpPr>
            <a:spLocks noGrp="1"/>
          </p:cNvSpPr>
          <p:nvPr>
            <p:ph type="title"/>
          </p:nvPr>
        </p:nvSpPr>
        <p:spPr>
          <a:xfrm>
            <a:off x="1219200" y="2971800"/>
            <a:ext cx="6858000" cy="1066800"/>
          </a:xfrm>
        </p:spPr>
        <p:txBody>
          <a:bodyPr anchor="t"/>
          <a:lstStyle>
            <a:lvl1pPr algn="r">
              <a:buNone/>
              <a:defRPr sz="3200" b="0" cap="none" baseline="0"/>
            </a:lvl1pPr>
          </a:lstStyle>
          <a:p>
            <a:r>
              <a:rPr lang="en-US"/>
              <a:t>Click to edit Master title style</a:t>
            </a:r>
          </a:p>
        </p:txBody>
      </p:sp>
      <p:sp>
        <p:nvSpPr>
          <p:cNvPr id="3" name="Text Placeholder 2"/>
          <p:cNvSpPr>
            <a:spLocks noGrp="1"/>
          </p:cNvSpPr>
          <p:nvPr>
            <p:ph type="body" idx="1"/>
          </p:nvPr>
        </p:nvSpPr>
        <p:spPr>
          <a:xfrm>
            <a:off x="1295400" y="4267200"/>
            <a:ext cx="6781800" cy="1143000"/>
          </a:xfrm>
        </p:spPr>
        <p:txBody>
          <a:bodyPr/>
          <a:lstStyle>
            <a:lvl1pPr marL="0" indent="0" algn="r">
              <a:buNone/>
              <a:defRPr sz="2000">
                <a:solidFill>
                  <a:schemeClr val="tx1">
                    <a:tint val="75000"/>
                  </a:schemeClr>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a:r>
              <a:rPr lang="en-US"/>
              <a:t>Click to edit Master text styles</a:t>
            </a:r>
          </a:p>
        </p:txBody>
      </p:sp>
      <p:sp>
        <p:nvSpPr>
          <p:cNvPr id="6" name="Date Placeholder 3">
            <a:extLst>
              <a:ext uri="{FF2B5EF4-FFF2-40B4-BE49-F238E27FC236}">
                <a16:creationId xmlns:a16="http://schemas.microsoft.com/office/drawing/2014/main" id="{15492195-D2B7-CAC9-500D-D27472E8649E}"/>
              </a:ext>
            </a:extLst>
          </p:cNvPr>
          <p:cNvSpPr>
            <a:spLocks noGrp="1"/>
          </p:cNvSpPr>
          <p:nvPr>
            <p:ph type="dt" sz="half" idx="10"/>
          </p:nvPr>
        </p:nvSpPr>
        <p:spPr>
          <a:xfrm>
            <a:off x="6400800" y="6354763"/>
            <a:ext cx="2286000" cy="366712"/>
          </a:xfrm>
        </p:spPr>
        <p:txBody>
          <a:bodyPr/>
          <a:lstStyle>
            <a:lvl1pPr>
              <a:defRPr/>
            </a:lvl1pPr>
          </a:lstStyle>
          <a:p>
            <a:fld id="{4B12E7DF-AE82-4EFA-8F55-E9D341F03E4E}" type="datetime1">
              <a:rPr lang="en-US" altLang="en-US"/>
              <a:pPr/>
              <a:t>11/21/2025</a:t>
            </a:fld>
            <a:endParaRPr lang="en-US" altLang="en-US"/>
          </a:p>
        </p:txBody>
      </p:sp>
      <p:sp>
        <p:nvSpPr>
          <p:cNvPr id="7" name="Footer Placeholder 4">
            <a:extLst>
              <a:ext uri="{FF2B5EF4-FFF2-40B4-BE49-F238E27FC236}">
                <a16:creationId xmlns:a16="http://schemas.microsoft.com/office/drawing/2014/main" id="{D03BFED3-D5D4-7BC7-FA0F-824CC0FAC348}"/>
              </a:ext>
            </a:extLst>
          </p:cNvPr>
          <p:cNvSpPr>
            <a:spLocks noGrp="1"/>
          </p:cNvSpPr>
          <p:nvPr>
            <p:ph type="ftr" sz="quarter" idx="11"/>
          </p:nvPr>
        </p:nvSpPr>
        <p:spPr>
          <a:xfrm>
            <a:off x="2898775" y="6354763"/>
            <a:ext cx="3475038" cy="366712"/>
          </a:xfrm>
        </p:spPr>
        <p:txBody>
          <a:bodyPr/>
          <a:lstStyle>
            <a:lvl1pPr>
              <a:defRPr/>
            </a:lvl1pPr>
          </a:lstStyle>
          <a:p>
            <a:pPr>
              <a:defRPr/>
            </a:pPr>
            <a:endParaRPr lang="en-US"/>
          </a:p>
        </p:txBody>
      </p:sp>
      <p:sp>
        <p:nvSpPr>
          <p:cNvPr id="8" name="Slide Number Placeholder 5">
            <a:extLst>
              <a:ext uri="{FF2B5EF4-FFF2-40B4-BE49-F238E27FC236}">
                <a16:creationId xmlns:a16="http://schemas.microsoft.com/office/drawing/2014/main" id="{68FFBD3A-EB8E-DA3D-6221-AF65DDCEFFB5}"/>
              </a:ext>
            </a:extLst>
          </p:cNvPr>
          <p:cNvSpPr>
            <a:spLocks noGrp="1"/>
          </p:cNvSpPr>
          <p:nvPr>
            <p:ph type="sldNum" sz="quarter" idx="12"/>
          </p:nvPr>
        </p:nvSpPr>
        <p:spPr>
          <a:xfrm>
            <a:off x="1069975" y="6354763"/>
            <a:ext cx="1520825" cy="366712"/>
          </a:xfrm>
        </p:spPr>
        <p:txBody>
          <a:bodyPr/>
          <a:lstStyle>
            <a:lvl1pPr>
              <a:defRPr/>
            </a:lvl1pPr>
          </a:lstStyle>
          <a:p>
            <a:fld id="{FD1A4A2D-1641-4321-A2BC-009C7D47364A}" type="slidenum">
              <a:rPr lang="en-US" altLang="en-US"/>
              <a:pPr/>
              <a:t>‹#›</a:t>
            </a:fld>
            <a:endParaRPr lang="en-US" altLang="en-US"/>
          </a:p>
        </p:txBody>
      </p:sp>
    </p:spTree>
    <p:extLst>
      <p:ext uri="{BB962C8B-B14F-4D97-AF65-F5344CB8AC3E}">
        <p14:creationId xmlns:p14="http://schemas.microsoft.com/office/powerpoint/2010/main" val="2872617310"/>
      </p:ext>
    </p:extLst>
  </p:cSld>
  <p:clrMapOvr>
    <a:overrideClrMapping bg1="dk1" tx1="lt1" bg2="dk2" tx2="lt2" accent1="accent1" accent2="accent2" accent3="accent3" accent4="accent4" accent5="accent5" accent6="accent6" hlink="hlink" folHlink="folHlink"/>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8229600" cy="914400"/>
          </a:xfrm>
        </p:spPr>
        <p:txBody>
          <a:bodyPr/>
          <a:lstStyle/>
          <a:p>
            <a:r>
              <a:rPr lang="en-US"/>
              <a:t>Click to edit Master title style</a:t>
            </a:r>
          </a:p>
        </p:txBody>
      </p:sp>
      <p:sp>
        <p:nvSpPr>
          <p:cNvPr id="9" name="Content Placeholder 8"/>
          <p:cNvSpPr>
            <a:spLocks noGrp="1"/>
          </p:cNvSpPr>
          <p:nvPr>
            <p:ph sz="quarter" idx="1"/>
          </p:nvPr>
        </p:nvSpPr>
        <p:spPr>
          <a:xfrm>
            <a:off x="457200" y="1219200"/>
            <a:ext cx="4041648" cy="49377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Content Placeholder 10"/>
          <p:cNvSpPr>
            <a:spLocks noGrp="1"/>
          </p:cNvSpPr>
          <p:nvPr>
            <p:ph sz="quarter" idx="2"/>
          </p:nvPr>
        </p:nvSpPr>
        <p:spPr>
          <a:xfrm>
            <a:off x="4632198" y="1216152"/>
            <a:ext cx="4041648" cy="49377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Date Placeholder 13">
            <a:extLst>
              <a:ext uri="{FF2B5EF4-FFF2-40B4-BE49-F238E27FC236}">
                <a16:creationId xmlns:a16="http://schemas.microsoft.com/office/drawing/2014/main" id="{FB44A8D5-C91D-6EC5-4C90-40F999703553}"/>
              </a:ext>
            </a:extLst>
          </p:cNvPr>
          <p:cNvSpPr>
            <a:spLocks noGrp="1"/>
          </p:cNvSpPr>
          <p:nvPr>
            <p:ph type="dt" sz="half" idx="10"/>
          </p:nvPr>
        </p:nvSpPr>
        <p:spPr/>
        <p:txBody>
          <a:bodyPr/>
          <a:lstStyle>
            <a:lvl1pPr>
              <a:defRPr/>
            </a:lvl1pPr>
          </a:lstStyle>
          <a:p>
            <a:fld id="{CCA652E5-FB34-42BF-83DC-02690BC9CC4A}" type="datetime1">
              <a:rPr lang="en-US" altLang="en-US"/>
              <a:pPr/>
              <a:t>11/21/2025</a:t>
            </a:fld>
            <a:endParaRPr lang="en-US" altLang="en-US"/>
          </a:p>
        </p:txBody>
      </p:sp>
      <p:sp>
        <p:nvSpPr>
          <p:cNvPr id="4" name="Footer Placeholder 2">
            <a:extLst>
              <a:ext uri="{FF2B5EF4-FFF2-40B4-BE49-F238E27FC236}">
                <a16:creationId xmlns:a16="http://schemas.microsoft.com/office/drawing/2014/main" id="{99F1EA6D-755B-B23F-F1B4-4C7CCF8F3C6D}"/>
              </a:ext>
            </a:extLst>
          </p:cNvPr>
          <p:cNvSpPr>
            <a:spLocks noGrp="1"/>
          </p:cNvSpPr>
          <p:nvPr>
            <p:ph type="ftr" sz="quarter" idx="11"/>
          </p:nvPr>
        </p:nvSpPr>
        <p:spPr/>
        <p:txBody>
          <a:bodyPr/>
          <a:lstStyle>
            <a:lvl1pPr>
              <a:defRPr/>
            </a:lvl1pPr>
          </a:lstStyle>
          <a:p>
            <a:pPr>
              <a:defRPr/>
            </a:pPr>
            <a:endParaRPr lang="en-US"/>
          </a:p>
        </p:txBody>
      </p:sp>
      <p:sp>
        <p:nvSpPr>
          <p:cNvPr id="5" name="Slide Number Placeholder 22">
            <a:extLst>
              <a:ext uri="{FF2B5EF4-FFF2-40B4-BE49-F238E27FC236}">
                <a16:creationId xmlns:a16="http://schemas.microsoft.com/office/drawing/2014/main" id="{36EFA58B-F242-EF23-5721-02FAC0D61EB3}"/>
              </a:ext>
            </a:extLst>
          </p:cNvPr>
          <p:cNvSpPr>
            <a:spLocks noGrp="1"/>
          </p:cNvSpPr>
          <p:nvPr>
            <p:ph type="sldNum" sz="quarter" idx="12"/>
          </p:nvPr>
        </p:nvSpPr>
        <p:spPr/>
        <p:txBody>
          <a:bodyPr/>
          <a:lstStyle>
            <a:lvl1pPr>
              <a:defRPr/>
            </a:lvl1pPr>
          </a:lstStyle>
          <a:p>
            <a:fld id="{83218907-B117-40EE-8476-A3DFA27DA62A}" type="slidenum">
              <a:rPr lang="en-US" altLang="en-US"/>
              <a:pPr/>
              <a:t>‹#›</a:t>
            </a:fld>
            <a:endParaRPr lang="en-US" altLang="en-US"/>
          </a:p>
        </p:txBody>
      </p:sp>
    </p:spTree>
    <p:extLst>
      <p:ext uri="{BB962C8B-B14F-4D97-AF65-F5344CB8AC3E}">
        <p14:creationId xmlns:p14="http://schemas.microsoft.com/office/powerpoint/2010/main" val="1118938479"/>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8229600" cy="914400"/>
          </a:xfrm>
        </p:spPr>
        <p:txBody>
          <a:bodyPr anchor="ctr"/>
          <a:lstStyle>
            <a:lvl1pPr>
              <a:defRPr/>
            </a:lvl1pPr>
          </a:lstStyle>
          <a:p>
            <a:r>
              <a:rPr lang="en-US"/>
              <a:t>Click to edit Master title style</a:t>
            </a:r>
          </a:p>
        </p:txBody>
      </p:sp>
      <p:sp>
        <p:nvSpPr>
          <p:cNvPr id="3" name="Text Placeholder 2"/>
          <p:cNvSpPr>
            <a:spLocks noGrp="1"/>
          </p:cNvSpPr>
          <p:nvPr>
            <p:ph type="body" idx="1"/>
          </p:nvPr>
        </p:nvSpPr>
        <p:spPr>
          <a:xfrm>
            <a:off x="457200" y="1285875"/>
            <a:ext cx="4040188" cy="685800"/>
          </a:xfrm>
          <a:noFill/>
          <a:ln>
            <a:noFill/>
          </a:ln>
        </p:spPr>
        <p:txBody>
          <a:bodyPr anchor="b">
            <a:noAutofit/>
          </a:bodyPr>
          <a:lstStyle>
            <a:lvl1pPr marL="0" indent="0">
              <a:buNone/>
              <a:defRPr sz="2400" b="1">
                <a:solidFill>
                  <a:schemeClr val="accent2"/>
                </a:solidFill>
              </a:defRPr>
            </a:lvl1pPr>
            <a:lvl2pPr>
              <a:buNone/>
              <a:defRPr sz="2000" b="1"/>
            </a:lvl2pPr>
            <a:lvl3pPr>
              <a:buNone/>
              <a:defRPr sz="1800" b="1"/>
            </a:lvl3pPr>
            <a:lvl4pPr>
              <a:buNone/>
              <a:defRPr sz="1600" b="1"/>
            </a:lvl4pPr>
            <a:lvl5pPr>
              <a:buNone/>
              <a:defRPr sz="1600" b="1"/>
            </a:lvl5pPr>
          </a:lstStyle>
          <a:p>
            <a:pPr lvl="0"/>
            <a:r>
              <a:rPr lang="en-US"/>
              <a:t>Click to edit Master text styles</a:t>
            </a:r>
          </a:p>
        </p:txBody>
      </p:sp>
      <p:sp>
        <p:nvSpPr>
          <p:cNvPr id="4" name="Text Placeholder 3"/>
          <p:cNvSpPr>
            <a:spLocks noGrp="1"/>
          </p:cNvSpPr>
          <p:nvPr>
            <p:ph type="body" sz="half" idx="3"/>
          </p:nvPr>
        </p:nvSpPr>
        <p:spPr>
          <a:xfrm>
            <a:off x="4648200" y="1295400"/>
            <a:ext cx="4041775" cy="685800"/>
          </a:xfrm>
          <a:noFill/>
          <a:ln>
            <a:noFill/>
          </a:ln>
        </p:spPr>
        <p:txBody>
          <a:bodyPr anchor="b"/>
          <a:lstStyle>
            <a:lvl1pPr marL="0" indent="0">
              <a:buNone/>
              <a:defRPr sz="2400" b="1">
                <a:solidFill>
                  <a:schemeClr val="accent2"/>
                </a:solidFill>
              </a:defRPr>
            </a:lvl1pPr>
            <a:lvl2pPr>
              <a:buNone/>
              <a:defRPr sz="2000" b="1"/>
            </a:lvl2pPr>
            <a:lvl3pPr>
              <a:buNone/>
              <a:defRPr sz="1800" b="1"/>
            </a:lvl3pPr>
            <a:lvl4pPr>
              <a:buNone/>
              <a:defRPr sz="1600" b="1"/>
            </a:lvl4pPr>
            <a:lvl5pPr>
              <a:buNone/>
              <a:defRPr sz="1600" b="1"/>
            </a:lvl5pPr>
          </a:lstStyle>
          <a:p>
            <a:pPr lvl="0"/>
            <a:r>
              <a:rPr lang="en-US"/>
              <a:t>Click to edit Master text styles</a:t>
            </a:r>
          </a:p>
        </p:txBody>
      </p:sp>
      <p:sp>
        <p:nvSpPr>
          <p:cNvPr id="11" name="Content Placeholder 10"/>
          <p:cNvSpPr>
            <a:spLocks noGrp="1"/>
          </p:cNvSpPr>
          <p:nvPr>
            <p:ph sz="quarter" idx="2"/>
          </p:nvPr>
        </p:nvSpPr>
        <p:spPr>
          <a:xfrm>
            <a:off x="457200" y="2133600"/>
            <a:ext cx="4038600" cy="40386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Content Placeholder 12"/>
          <p:cNvSpPr>
            <a:spLocks noGrp="1"/>
          </p:cNvSpPr>
          <p:nvPr>
            <p:ph sz="quarter" idx="4"/>
          </p:nvPr>
        </p:nvSpPr>
        <p:spPr>
          <a:xfrm>
            <a:off x="4648200" y="2133600"/>
            <a:ext cx="4038600" cy="40386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13">
            <a:extLst>
              <a:ext uri="{FF2B5EF4-FFF2-40B4-BE49-F238E27FC236}">
                <a16:creationId xmlns:a16="http://schemas.microsoft.com/office/drawing/2014/main" id="{44938AB6-4F12-8D74-3A24-D6E7B94A3EDC}"/>
              </a:ext>
            </a:extLst>
          </p:cNvPr>
          <p:cNvSpPr>
            <a:spLocks noGrp="1"/>
          </p:cNvSpPr>
          <p:nvPr>
            <p:ph type="dt" sz="half" idx="10"/>
          </p:nvPr>
        </p:nvSpPr>
        <p:spPr/>
        <p:txBody>
          <a:bodyPr/>
          <a:lstStyle>
            <a:lvl1pPr>
              <a:defRPr/>
            </a:lvl1pPr>
          </a:lstStyle>
          <a:p>
            <a:fld id="{28DBD71C-1767-4314-A6C5-2CB4D8DEF85B}" type="datetime1">
              <a:rPr lang="en-US" altLang="en-US"/>
              <a:pPr/>
              <a:t>11/21/2025</a:t>
            </a:fld>
            <a:endParaRPr lang="en-US" altLang="en-US"/>
          </a:p>
        </p:txBody>
      </p:sp>
      <p:sp>
        <p:nvSpPr>
          <p:cNvPr id="6" name="Footer Placeholder 2">
            <a:extLst>
              <a:ext uri="{FF2B5EF4-FFF2-40B4-BE49-F238E27FC236}">
                <a16:creationId xmlns:a16="http://schemas.microsoft.com/office/drawing/2014/main" id="{97382296-AF09-F417-E8DF-B269FA19C893}"/>
              </a:ext>
            </a:extLst>
          </p:cNvPr>
          <p:cNvSpPr>
            <a:spLocks noGrp="1"/>
          </p:cNvSpPr>
          <p:nvPr>
            <p:ph type="ftr" sz="quarter" idx="11"/>
          </p:nvPr>
        </p:nvSpPr>
        <p:spPr/>
        <p:txBody>
          <a:bodyPr/>
          <a:lstStyle>
            <a:lvl1pPr>
              <a:defRPr/>
            </a:lvl1pPr>
          </a:lstStyle>
          <a:p>
            <a:pPr>
              <a:defRPr/>
            </a:pPr>
            <a:endParaRPr lang="en-US"/>
          </a:p>
        </p:txBody>
      </p:sp>
      <p:sp>
        <p:nvSpPr>
          <p:cNvPr id="7" name="Slide Number Placeholder 22">
            <a:extLst>
              <a:ext uri="{FF2B5EF4-FFF2-40B4-BE49-F238E27FC236}">
                <a16:creationId xmlns:a16="http://schemas.microsoft.com/office/drawing/2014/main" id="{F320244C-8D2E-AF38-C81C-C243C0984AB2}"/>
              </a:ext>
            </a:extLst>
          </p:cNvPr>
          <p:cNvSpPr>
            <a:spLocks noGrp="1"/>
          </p:cNvSpPr>
          <p:nvPr>
            <p:ph type="sldNum" sz="quarter" idx="12"/>
          </p:nvPr>
        </p:nvSpPr>
        <p:spPr/>
        <p:txBody>
          <a:bodyPr/>
          <a:lstStyle>
            <a:lvl1pPr>
              <a:defRPr/>
            </a:lvl1pPr>
          </a:lstStyle>
          <a:p>
            <a:fld id="{5236D9A9-696C-4EE4-BC58-2E54E0A33440}" type="slidenum">
              <a:rPr lang="en-US" altLang="en-US"/>
              <a:pPr/>
              <a:t>‹#›</a:t>
            </a:fld>
            <a:endParaRPr lang="en-US" altLang="en-US"/>
          </a:p>
        </p:txBody>
      </p:sp>
    </p:spTree>
    <p:extLst>
      <p:ext uri="{BB962C8B-B14F-4D97-AF65-F5344CB8AC3E}">
        <p14:creationId xmlns:p14="http://schemas.microsoft.com/office/powerpoint/2010/main" val="2350932832"/>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3" name="Isosceles Triangle 2">
            <a:extLst>
              <a:ext uri="{FF2B5EF4-FFF2-40B4-BE49-F238E27FC236}">
                <a16:creationId xmlns:a16="http://schemas.microsoft.com/office/drawing/2014/main" id="{1A29594A-B02A-53C9-A898-22F73A16F681}"/>
              </a:ext>
            </a:extLst>
          </p:cNvPr>
          <p:cNvSpPr>
            <a:spLocks noChangeAspect="1"/>
          </p:cNvSpPr>
          <p:nvPr/>
        </p:nvSpPr>
        <p:spPr>
          <a:xfrm rot="5400000">
            <a:off x="419100" y="6467475"/>
            <a:ext cx="190500" cy="120650"/>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defRPr/>
            </a:pPr>
            <a:endParaRPr lang="en-US"/>
          </a:p>
        </p:txBody>
      </p:sp>
      <p:sp>
        <p:nvSpPr>
          <p:cNvPr id="2" name="Title 1"/>
          <p:cNvSpPr>
            <a:spLocks noGrp="1"/>
          </p:cNvSpPr>
          <p:nvPr>
            <p:ph type="title"/>
          </p:nvPr>
        </p:nvSpPr>
        <p:spPr>
          <a:xfrm>
            <a:off x="457200" y="228600"/>
            <a:ext cx="8229600" cy="914400"/>
          </a:xfrm>
        </p:spPr>
        <p:txBody>
          <a:bodyPr/>
          <a:lstStyle/>
          <a:p>
            <a:r>
              <a:rPr lang="en-US"/>
              <a:t>Click to edit Master title style</a:t>
            </a:r>
          </a:p>
        </p:txBody>
      </p:sp>
      <p:sp>
        <p:nvSpPr>
          <p:cNvPr id="4" name="Date Placeholder 2">
            <a:extLst>
              <a:ext uri="{FF2B5EF4-FFF2-40B4-BE49-F238E27FC236}">
                <a16:creationId xmlns:a16="http://schemas.microsoft.com/office/drawing/2014/main" id="{676503B3-D98E-DCAA-59CF-24CF97D6FE5E}"/>
              </a:ext>
            </a:extLst>
          </p:cNvPr>
          <p:cNvSpPr>
            <a:spLocks noGrp="1"/>
          </p:cNvSpPr>
          <p:nvPr>
            <p:ph type="dt" sz="half" idx="10"/>
          </p:nvPr>
        </p:nvSpPr>
        <p:spPr/>
        <p:txBody>
          <a:bodyPr/>
          <a:lstStyle>
            <a:lvl1pPr>
              <a:defRPr/>
            </a:lvl1pPr>
          </a:lstStyle>
          <a:p>
            <a:fld id="{EA28E83C-AD7B-498E-B1B8-16B5B835811A}" type="datetime1">
              <a:rPr lang="en-US" altLang="en-US"/>
              <a:pPr/>
              <a:t>11/21/2025</a:t>
            </a:fld>
            <a:endParaRPr lang="en-US" altLang="en-US"/>
          </a:p>
        </p:txBody>
      </p:sp>
      <p:sp>
        <p:nvSpPr>
          <p:cNvPr id="5" name="Footer Placeholder 3">
            <a:extLst>
              <a:ext uri="{FF2B5EF4-FFF2-40B4-BE49-F238E27FC236}">
                <a16:creationId xmlns:a16="http://schemas.microsoft.com/office/drawing/2014/main" id="{8815D292-A90E-8F18-0CC4-C68D72397ADD}"/>
              </a:ext>
            </a:extLst>
          </p:cNvPr>
          <p:cNvSpPr>
            <a:spLocks noGrp="1"/>
          </p:cNvSpPr>
          <p:nvPr>
            <p:ph type="ftr" sz="quarter" idx="11"/>
          </p:nvPr>
        </p:nvSpPr>
        <p:spPr/>
        <p:txBody>
          <a:bodyPr/>
          <a:lstStyle>
            <a:lvl1pPr>
              <a:defRPr/>
            </a:lvl1pPr>
          </a:lstStyle>
          <a:p>
            <a:pPr>
              <a:defRPr/>
            </a:pPr>
            <a:endParaRPr lang="en-US"/>
          </a:p>
        </p:txBody>
      </p:sp>
      <p:sp>
        <p:nvSpPr>
          <p:cNvPr id="6" name="Slide Number Placeholder 4">
            <a:extLst>
              <a:ext uri="{FF2B5EF4-FFF2-40B4-BE49-F238E27FC236}">
                <a16:creationId xmlns:a16="http://schemas.microsoft.com/office/drawing/2014/main" id="{B6AB06DD-88DE-57C2-D80C-1C9526A32720}"/>
              </a:ext>
            </a:extLst>
          </p:cNvPr>
          <p:cNvSpPr>
            <a:spLocks noGrp="1"/>
          </p:cNvSpPr>
          <p:nvPr>
            <p:ph type="sldNum" sz="quarter" idx="12"/>
          </p:nvPr>
        </p:nvSpPr>
        <p:spPr/>
        <p:txBody>
          <a:bodyPr/>
          <a:lstStyle>
            <a:lvl1pPr>
              <a:defRPr/>
            </a:lvl1pPr>
          </a:lstStyle>
          <a:p>
            <a:fld id="{B0EA2A27-5E10-4719-A1E6-3FF288D4AC1C}" type="slidenum">
              <a:rPr lang="en-US" altLang="en-US"/>
              <a:pPr/>
              <a:t>‹#›</a:t>
            </a:fld>
            <a:endParaRPr lang="en-US" altLang="en-US"/>
          </a:p>
        </p:txBody>
      </p:sp>
    </p:spTree>
    <p:extLst>
      <p:ext uri="{BB962C8B-B14F-4D97-AF65-F5344CB8AC3E}">
        <p14:creationId xmlns:p14="http://schemas.microsoft.com/office/powerpoint/2010/main" val="52870285"/>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Straight Connector 1">
            <a:extLst>
              <a:ext uri="{FF2B5EF4-FFF2-40B4-BE49-F238E27FC236}">
                <a16:creationId xmlns:a16="http://schemas.microsoft.com/office/drawing/2014/main" id="{7AE78372-36C2-107A-D377-A0B5C8E1D2AC}"/>
              </a:ext>
            </a:extLst>
          </p:cNvPr>
          <p:cNvSpPr>
            <a:spLocks noChangeShapeType="1"/>
          </p:cNvSpPr>
          <p:nvPr/>
        </p:nvSpPr>
        <p:spPr bwMode="auto">
          <a:xfrm>
            <a:off x="457200" y="6353175"/>
            <a:ext cx="8229600" cy="0"/>
          </a:xfrm>
          <a:prstGeom prst="line">
            <a:avLst/>
          </a:prstGeom>
          <a:noFill/>
          <a:ln w="9525" cap="flat" cmpd="sng" algn="ctr">
            <a:solidFill>
              <a:schemeClr val="accent2"/>
            </a:solidFill>
            <a:prstDash val="dash"/>
            <a:round/>
            <a:headEnd type="none" w="med" len="med"/>
            <a:tailEnd type="none" w="med" len="med"/>
          </a:ln>
          <a:effectLst/>
        </p:spPr>
        <p:txBody>
          <a:bodyPr/>
          <a:lstStyle/>
          <a:p>
            <a:pPr>
              <a:defRPr/>
            </a:pPr>
            <a:endParaRPr lang="en-US">
              <a:latin typeface="Arial" pitchFamily="-1" charset="0"/>
              <a:ea typeface="ＭＳ Ｐゴシック" pitchFamily="-1" charset="-128"/>
              <a:cs typeface="ＭＳ Ｐゴシック" pitchFamily="-1" charset="-128"/>
            </a:endParaRPr>
          </a:p>
        </p:txBody>
      </p:sp>
      <p:sp>
        <p:nvSpPr>
          <p:cNvPr id="3" name="Isosceles Triangle 2">
            <a:extLst>
              <a:ext uri="{FF2B5EF4-FFF2-40B4-BE49-F238E27FC236}">
                <a16:creationId xmlns:a16="http://schemas.microsoft.com/office/drawing/2014/main" id="{08C6EFA6-3161-7831-1909-00FA681B91D3}"/>
              </a:ext>
            </a:extLst>
          </p:cNvPr>
          <p:cNvSpPr>
            <a:spLocks noChangeAspect="1"/>
          </p:cNvSpPr>
          <p:nvPr/>
        </p:nvSpPr>
        <p:spPr>
          <a:xfrm rot="5400000">
            <a:off x="419100" y="6467475"/>
            <a:ext cx="190500" cy="120650"/>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defRPr/>
            </a:pPr>
            <a:endParaRPr lang="en-US"/>
          </a:p>
        </p:txBody>
      </p:sp>
      <p:sp>
        <p:nvSpPr>
          <p:cNvPr id="4" name="Date Placeholder 1">
            <a:extLst>
              <a:ext uri="{FF2B5EF4-FFF2-40B4-BE49-F238E27FC236}">
                <a16:creationId xmlns:a16="http://schemas.microsoft.com/office/drawing/2014/main" id="{F85D0C2D-EFEC-2F34-D436-015A3FAB83B8}"/>
              </a:ext>
            </a:extLst>
          </p:cNvPr>
          <p:cNvSpPr>
            <a:spLocks noGrp="1"/>
          </p:cNvSpPr>
          <p:nvPr>
            <p:ph type="dt" sz="half" idx="10"/>
          </p:nvPr>
        </p:nvSpPr>
        <p:spPr/>
        <p:txBody>
          <a:bodyPr/>
          <a:lstStyle>
            <a:lvl1pPr>
              <a:defRPr/>
            </a:lvl1pPr>
          </a:lstStyle>
          <a:p>
            <a:fld id="{363908BC-A2CC-4FA6-8BA7-D4759357BD61}" type="datetime1">
              <a:rPr lang="en-US" altLang="en-US"/>
              <a:pPr/>
              <a:t>11/21/2025</a:t>
            </a:fld>
            <a:endParaRPr lang="en-US" altLang="en-US"/>
          </a:p>
        </p:txBody>
      </p:sp>
      <p:sp>
        <p:nvSpPr>
          <p:cNvPr id="5" name="Footer Placeholder 2">
            <a:extLst>
              <a:ext uri="{FF2B5EF4-FFF2-40B4-BE49-F238E27FC236}">
                <a16:creationId xmlns:a16="http://schemas.microsoft.com/office/drawing/2014/main" id="{610C639A-DE09-D573-3221-EB3C81AEEAC9}"/>
              </a:ext>
            </a:extLst>
          </p:cNvPr>
          <p:cNvSpPr>
            <a:spLocks noGrp="1"/>
          </p:cNvSpPr>
          <p:nvPr>
            <p:ph type="ftr" sz="quarter" idx="11"/>
          </p:nvPr>
        </p:nvSpPr>
        <p:spPr/>
        <p:txBody>
          <a:bodyPr/>
          <a:lstStyle>
            <a:lvl1pPr>
              <a:defRPr/>
            </a:lvl1pPr>
          </a:lstStyle>
          <a:p>
            <a:pPr>
              <a:defRPr/>
            </a:pPr>
            <a:endParaRPr lang="en-US"/>
          </a:p>
        </p:txBody>
      </p:sp>
      <p:sp>
        <p:nvSpPr>
          <p:cNvPr id="6" name="Slide Number Placeholder 3">
            <a:extLst>
              <a:ext uri="{FF2B5EF4-FFF2-40B4-BE49-F238E27FC236}">
                <a16:creationId xmlns:a16="http://schemas.microsoft.com/office/drawing/2014/main" id="{169E0B60-8358-99E5-3A31-9125621BFFF4}"/>
              </a:ext>
            </a:extLst>
          </p:cNvPr>
          <p:cNvSpPr>
            <a:spLocks noGrp="1"/>
          </p:cNvSpPr>
          <p:nvPr>
            <p:ph type="sldNum" sz="quarter" idx="12"/>
          </p:nvPr>
        </p:nvSpPr>
        <p:spPr/>
        <p:txBody>
          <a:bodyPr/>
          <a:lstStyle>
            <a:lvl1pPr>
              <a:defRPr/>
            </a:lvl1pPr>
          </a:lstStyle>
          <a:p>
            <a:fld id="{6BFB5D71-B2B6-4DC6-9208-AD63A960469E}" type="slidenum">
              <a:rPr lang="en-US" altLang="en-US"/>
              <a:pPr/>
              <a:t>‹#›</a:t>
            </a:fld>
            <a:endParaRPr lang="en-US" altLang="en-US"/>
          </a:p>
        </p:txBody>
      </p:sp>
    </p:spTree>
    <p:extLst>
      <p:ext uri="{BB962C8B-B14F-4D97-AF65-F5344CB8AC3E}">
        <p14:creationId xmlns:p14="http://schemas.microsoft.com/office/powerpoint/2010/main" val="3313874322"/>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4" name="Straight Connector 3">
            <a:extLst>
              <a:ext uri="{FF2B5EF4-FFF2-40B4-BE49-F238E27FC236}">
                <a16:creationId xmlns:a16="http://schemas.microsoft.com/office/drawing/2014/main" id="{EDC6C401-3029-DFA3-99E7-23B4E18478A9}"/>
              </a:ext>
            </a:extLst>
          </p:cNvPr>
          <p:cNvSpPr>
            <a:spLocks noChangeShapeType="1"/>
          </p:cNvSpPr>
          <p:nvPr/>
        </p:nvSpPr>
        <p:spPr bwMode="auto">
          <a:xfrm>
            <a:off x="457200" y="6353175"/>
            <a:ext cx="8229600" cy="0"/>
          </a:xfrm>
          <a:prstGeom prst="line">
            <a:avLst/>
          </a:prstGeom>
          <a:noFill/>
          <a:ln w="9525" cap="flat" cmpd="sng" algn="ctr">
            <a:solidFill>
              <a:schemeClr val="accent2"/>
            </a:solidFill>
            <a:prstDash val="dash"/>
            <a:round/>
            <a:headEnd type="none" w="med" len="med"/>
            <a:tailEnd type="none" w="med" len="med"/>
          </a:ln>
          <a:effectLst/>
        </p:spPr>
        <p:txBody>
          <a:bodyPr/>
          <a:lstStyle/>
          <a:p>
            <a:pPr>
              <a:defRPr/>
            </a:pPr>
            <a:endParaRPr lang="en-US">
              <a:latin typeface="Arial" pitchFamily="-1" charset="0"/>
              <a:ea typeface="ＭＳ Ｐゴシック" pitchFamily="-1" charset="-128"/>
              <a:cs typeface="ＭＳ Ｐゴシック" pitchFamily="-1" charset="-128"/>
            </a:endParaRPr>
          </a:p>
        </p:txBody>
      </p:sp>
      <p:sp>
        <p:nvSpPr>
          <p:cNvPr id="5" name="Straight Connector 4">
            <a:extLst>
              <a:ext uri="{FF2B5EF4-FFF2-40B4-BE49-F238E27FC236}">
                <a16:creationId xmlns:a16="http://schemas.microsoft.com/office/drawing/2014/main" id="{59B72645-0E3E-B1F1-1F76-A68848680787}"/>
              </a:ext>
            </a:extLst>
          </p:cNvPr>
          <p:cNvSpPr>
            <a:spLocks noChangeShapeType="1"/>
          </p:cNvSpPr>
          <p:nvPr/>
        </p:nvSpPr>
        <p:spPr bwMode="auto">
          <a:xfrm rot="5400000">
            <a:off x="3160712" y="3324226"/>
            <a:ext cx="6035675" cy="0"/>
          </a:xfrm>
          <a:prstGeom prst="line">
            <a:avLst/>
          </a:prstGeom>
          <a:noFill/>
          <a:ln w="9525" cap="flat" cmpd="sng" algn="ctr">
            <a:solidFill>
              <a:schemeClr val="accent2"/>
            </a:solidFill>
            <a:prstDash val="dash"/>
            <a:round/>
            <a:headEnd type="none" w="med" len="med"/>
            <a:tailEnd type="none" w="med" len="med"/>
          </a:ln>
          <a:effectLst/>
        </p:spPr>
        <p:txBody>
          <a:bodyPr/>
          <a:lstStyle/>
          <a:p>
            <a:pPr>
              <a:defRPr/>
            </a:pPr>
            <a:endParaRPr lang="en-US" dirty="0">
              <a:latin typeface="Arial" pitchFamily="-1" charset="0"/>
              <a:ea typeface="ＭＳ Ｐゴシック" pitchFamily="-1" charset="-128"/>
              <a:cs typeface="ＭＳ Ｐゴシック" pitchFamily="-1" charset="-128"/>
            </a:endParaRPr>
          </a:p>
        </p:txBody>
      </p:sp>
      <p:sp>
        <p:nvSpPr>
          <p:cNvPr id="6" name="Isosceles Triangle 5">
            <a:extLst>
              <a:ext uri="{FF2B5EF4-FFF2-40B4-BE49-F238E27FC236}">
                <a16:creationId xmlns:a16="http://schemas.microsoft.com/office/drawing/2014/main" id="{136D38D9-F65E-B50A-AA4A-FACC13999A05}"/>
              </a:ext>
            </a:extLst>
          </p:cNvPr>
          <p:cNvSpPr>
            <a:spLocks noChangeAspect="1"/>
          </p:cNvSpPr>
          <p:nvPr/>
        </p:nvSpPr>
        <p:spPr>
          <a:xfrm rot="5400000">
            <a:off x="419100" y="6467475"/>
            <a:ext cx="190500" cy="120650"/>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defRPr/>
            </a:pPr>
            <a:endParaRPr lang="en-US"/>
          </a:p>
        </p:txBody>
      </p:sp>
      <p:sp>
        <p:nvSpPr>
          <p:cNvPr id="2" name="Title 1"/>
          <p:cNvSpPr>
            <a:spLocks noGrp="1"/>
          </p:cNvSpPr>
          <p:nvPr>
            <p:ph type="title"/>
          </p:nvPr>
        </p:nvSpPr>
        <p:spPr>
          <a:xfrm>
            <a:off x="6324600" y="304800"/>
            <a:ext cx="2514600" cy="838200"/>
          </a:xfrm>
        </p:spPr>
        <p:txBody>
          <a:bodyPr>
            <a:noAutofit/>
          </a:bodyPr>
          <a:lstStyle>
            <a:lvl1pPr algn="l">
              <a:buNone/>
              <a:defRPr sz="2000" b="1">
                <a:solidFill>
                  <a:schemeClr val="tx2"/>
                </a:solidFill>
                <a:latin typeface="+mn-lt"/>
                <a:ea typeface="+mn-ea"/>
                <a:cs typeface="+mn-cs"/>
              </a:defRPr>
            </a:lvl1pPr>
          </a:lstStyle>
          <a:p>
            <a:r>
              <a:rPr lang="en-US"/>
              <a:t>Click to edit Master title style</a:t>
            </a:r>
          </a:p>
        </p:txBody>
      </p:sp>
      <p:sp>
        <p:nvSpPr>
          <p:cNvPr id="3" name="Text Placeholder 2"/>
          <p:cNvSpPr>
            <a:spLocks noGrp="1"/>
          </p:cNvSpPr>
          <p:nvPr>
            <p:ph type="body" idx="2"/>
          </p:nvPr>
        </p:nvSpPr>
        <p:spPr>
          <a:xfrm>
            <a:off x="6324600" y="1219200"/>
            <a:ext cx="2514600" cy="4843463"/>
          </a:xfrm>
        </p:spPr>
        <p:txBody>
          <a:bodyPr/>
          <a:lstStyle>
            <a:lvl1pPr marL="0" indent="0">
              <a:lnSpc>
                <a:spcPts val="2200"/>
              </a:lnSpc>
              <a:spcAft>
                <a:spcPts val="1000"/>
              </a:spcAft>
              <a:buNone/>
              <a:defRPr sz="1600">
                <a:solidFill>
                  <a:schemeClr val="tx2"/>
                </a:solidFill>
              </a:defRPr>
            </a:lvl1pPr>
            <a:lvl2pPr>
              <a:buNone/>
              <a:defRPr sz="1200"/>
            </a:lvl2pPr>
            <a:lvl3pPr>
              <a:buNone/>
              <a:defRPr sz="1000"/>
            </a:lvl3pPr>
            <a:lvl4pPr>
              <a:buNone/>
              <a:defRPr sz="900"/>
            </a:lvl4pPr>
            <a:lvl5pPr>
              <a:buNone/>
              <a:defRPr sz="900"/>
            </a:lvl5pPr>
          </a:lstStyle>
          <a:p>
            <a:pPr lvl="0"/>
            <a:r>
              <a:rPr lang="en-US"/>
              <a:t>Click to edit Master text styles</a:t>
            </a:r>
          </a:p>
        </p:txBody>
      </p:sp>
      <p:sp>
        <p:nvSpPr>
          <p:cNvPr id="12" name="Content Placeholder 11"/>
          <p:cNvSpPr>
            <a:spLocks noGrp="1"/>
          </p:cNvSpPr>
          <p:nvPr>
            <p:ph sz="quarter" idx="1"/>
          </p:nvPr>
        </p:nvSpPr>
        <p:spPr>
          <a:xfrm>
            <a:off x="304800" y="304800"/>
            <a:ext cx="5715000" cy="5715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4">
            <a:extLst>
              <a:ext uri="{FF2B5EF4-FFF2-40B4-BE49-F238E27FC236}">
                <a16:creationId xmlns:a16="http://schemas.microsoft.com/office/drawing/2014/main" id="{6D17FC9F-891F-473F-5975-D76A9C38586A}"/>
              </a:ext>
            </a:extLst>
          </p:cNvPr>
          <p:cNvSpPr>
            <a:spLocks noGrp="1"/>
          </p:cNvSpPr>
          <p:nvPr>
            <p:ph type="dt" sz="half" idx="10"/>
          </p:nvPr>
        </p:nvSpPr>
        <p:spPr/>
        <p:txBody>
          <a:bodyPr/>
          <a:lstStyle>
            <a:lvl1pPr>
              <a:defRPr/>
            </a:lvl1pPr>
          </a:lstStyle>
          <a:p>
            <a:fld id="{8F20675D-E6F0-473E-BC0A-6F13DBA83856}" type="datetime1">
              <a:rPr lang="en-US" altLang="en-US"/>
              <a:pPr/>
              <a:t>11/21/2025</a:t>
            </a:fld>
            <a:endParaRPr lang="en-US" altLang="en-US"/>
          </a:p>
        </p:txBody>
      </p:sp>
      <p:sp>
        <p:nvSpPr>
          <p:cNvPr id="8" name="Footer Placeholder 5">
            <a:extLst>
              <a:ext uri="{FF2B5EF4-FFF2-40B4-BE49-F238E27FC236}">
                <a16:creationId xmlns:a16="http://schemas.microsoft.com/office/drawing/2014/main" id="{A568BE51-2BBE-88B9-8168-CE7F9F09FEE6}"/>
              </a:ext>
            </a:extLst>
          </p:cNvPr>
          <p:cNvSpPr>
            <a:spLocks noGrp="1"/>
          </p:cNvSpPr>
          <p:nvPr>
            <p:ph type="ftr" sz="quarter" idx="11"/>
          </p:nvPr>
        </p:nvSpPr>
        <p:spPr/>
        <p:txBody>
          <a:bodyPr/>
          <a:lstStyle>
            <a:lvl1pPr>
              <a:defRPr/>
            </a:lvl1pPr>
          </a:lstStyle>
          <a:p>
            <a:pPr>
              <a:defRPr/>
            </a:pPr>
            <a:endParaRPr lang="en-US"/>
          </a:p>
        </p:txBody>
      </p:sp>
      <p:sp>
        <p:nvSpPr>
          <p:cNvPr id="9" name="Slide Number Placeholder 6">
            <a:extLst>
              <a:ext uri="{FF2B5EF4-FFF2-40B4-BE49-F238E27FC236}">
                <a16:creationId xmlns:a16="http://schemas.microsoft.com/office/drawing/2014/main" id="{B0411D82-FF46-8988-B1D0-9B0F359E236C}"/>
              </a:ext>
            </a:extLst>
          </p:cNvPr>
          <p:cNvSpPr>
            <a:spLocks noGrp="1"/>
          </p:cNvSpPr>
          <p:nvPr>
            <p:ph type="sldNum" sz="quarter" idx="12"/>
          </p:nvPr>
        </p:nvSpPr>
        <p:spPr/>
        <p:txBody>
          <a:bodyPr/>
          <a:lstStyle>
            <a:lvl1pPr>
              <a:defRPr/>
            </a:lvl1pPr>
          </a:lstStyle>
          <a:p>
            <a:fld id="{4164348A-71A8-4D1F-80D2-20D1DC079064}" type="slidenum">
              <a:rPr lang="en-US" altLang="en-US"/>
              <a:pPr/>
              <a:t>‹#›</a:t>
            </a:fld>
            <a:endParaRPr lang="en-US" altLang="en-US"/>
          </a:p>
        </p:txBody>
      </p:sp>
    </p:spTree>
    <p:extLst>
      <p:ext uri="{BB962C8B-B14F-4D97-AF65-F5344CB8AC3E}">
        <p14:creationId xmlns:p14="http://schemas.microsoft.com/office/powerpoint/2010/main" val="4162740018"/>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bg>
      <p:bgPr>
        <a:solidFill>
          <a:schemeClr val="bg2"/>
        </a:solidFill>
        <a:effectLst/>
      </p:bgPr>
    </p:bg>
    <p:spTree>
      <p:nvGrpSpPr>
        <p:cNvPr id="1" name=""/>
        <p:cNvGrpSpPr/>
        <p:nvPr/>
      </p:nvGrpSpPr>
      <p:grpSpPr>
        <a:xfrm>
          <a:off x="0" y="0"/>
          <a:ext cx="0" cy="0"/>
          <a:chOff x="0" y="0"/>
          <a:chExt cx="0" cy="0"/>
        </a:xfrm>
      </p:grpSpPr>
      <p:sp>
        <p:nvSpPr>
          <p:cNvPr id="5" name="Straight Connector 4">
            <a:extLst>
              <a:ext uri="{FF2B5EF4-FFF2-40B4-BE49-F238E27FC236}">
                <a16:creationId xmlns:a16="http://schemas.microsoft.com/office/drawing/2014/main" id="{EE85B3B6-EE5E-2791-1C0C-3CA555851984}"/>
              </a:ext>
            </a:extLst>
          </p:cNvPr>
          <p:cNvSpPr>
            <a:spLocks noChangeShapeType="1"/>
          </p:cNvSpPr>
          <p:nvPr/>
        </p:nvSpPr>
        <p:spPr bwMode="auto">
          <a:xfrm>
            <a:off x="457200" y="6353175"/>
            <a:ext cx="8229600" cy="0"/>
          </a:xfrm>
          <a:prstGeom prst="line">
            <a:avLst/>
          </a:prstGeom>
          <a:noFill/>
          <a:ln w="9525" cap="flat" cmpd="sng" algn="ctr">
            <a:solidFill>
              <a:schemeClr val="accent2"/>
            </a:solidFill>
            <a:prstDash val="dash"/>
            <a:round/>
            <a:headEnd type="none" w="med" len="med"/>
            <a:tailEnd type="none" w="med" len="med"/>
          </a:ln>
          <a:effectLst/>
        </p:spPr>
        <p:txBody>
          <a:bodyPr/>
          <a:lstStyle/>
          <a:p>
            <a:pPr>
              <a:defRPr/>
            </a:pPr>
            <a:endParaRPr lang="en-US">
              <a:latin typeface="Arial" pitchFamily="-1" charset="0"/>
              <a:ea typeface="ＭＳ Ｐゴシック" pitchFamily="-1" charset="-128"/>
              <a:cs typeface="ＭＳ Ｐゴシック" pitchFamily="-1" charset="-128"/>
            </a:endParaRPr>
          </a:p>
        </p:txBody>
      </p:sp>
      <p:sp>
        <p:nvSpPr>
          <p:cNvPr id="6" name="Isosceles Triangle 5">
            <a:extLst>
              <a:ext uri="{FF2B5EF4-FFF2-40B4-BE49-F238E27FC236}">
                <a16:creationId xmlns:a16="http://schemas.microsoft.com/office/drawing/2014/main" id="{8F725DBC-3EC0-80E7-C139-3C01A3437EC0}"/>
              </a:ext>
            </a:extLst>
          </p:cNvPr>
          <p:cNvSpPr>
            <a:spLocks noChangeAspect="1"/>
          </p:cNvSpPr>
          <p:nvPr/>
        </p:nvSpPr>
        <p:spPr>
          <a:xfrm rot="5400000">
            <a:off x="419100" y="6467475"/>
            <a:ext cx="190500" cy="120650"/>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defRPr/>
            </a:pPr>
            <a:endParaRPr lang="en-US"/>
          </a:p>
        </p:txBody>
      </p:sp>
      <p:sp>
        <p:nvSpPr>
          <p:cNvPr id="7" name="Rectangle 6">
            <a:extLst>
              <a:ext uri="{FF2B5EF4-FFF2-40B4-BE49-F238E27FC236}">
                <a16:creationId xmlns:a16="http://schemas.microsoft.com/office/drawing/2014/main" id="{3BD54954-2624-C62A-FBCB-8E5A95922738}"/>
              </a:ext>
            </a:extLst>
          </p:cNvPr>
          <p:cNvSpPr/>
          <p:nvPr/>
        </p:nvSpPr>
        <p:spPr>
          <a:xfrm>
            <a:off x="457200" y="500063"/>
            <a:ext cx="182563" cy="685800"/>
          </a:xfrm>
          <a:prstGeom prst="rect">
            <a:avLst/>
          </a:prstGeom>
          <a:solidFill>
            <a:schemeClr val="accent1"/>
          </a:solidFill>
          <a:ln w="635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defRPr/>
            </a:pPr>
            <a:endParaRPr lang="en-US"/>
          </a:p>
        </p:txBody>
      </p:sp>
      <p:sp>
        <p:nvSpPr>
          <p:cNvPr id="2" name="Title 1"/>
          <p:cNvSpPr>
            <a:spLocks noGrp="1"/>
          </p:cNvSpPr>
          <p:nvPr>
            <p:ph type="title"/>
          </p:nvPr>
        </p:nvSpPr>
        <p:spPr>
          <a:xfrm>
            <a:off x="457200" y="500856"/>
            <a:ext cx="8229600" cy="674688"/>
          </a:xfrm>
          <a:ln>
            <a:solidFill>
              <a:schemeClr val="accent1"/>
            </a:solidFill>
          </a:ln>
        </p:spPr>
        <p:txBody>
          <a:bodyPr lIns="274320" anchor="ctr"/>
          <a:lstStyle>
            <a:lvl1pPr algn="r">
              <a:buNone/>
              <a:defRPr sz="2000" b="0">
                <a:solidFill>
                  <a:schemeClr val="tx1"/>
                </a:solidFill>
              </a:defRPr>
            </a:lvl1pPr>
          </a:lstStyle>
          <a:p>
            <a:r>
              <a:rPr lang="en-US"/>
              <a:t>Click to edit Master title style</a:t>
            </a:r>
          </a:p>
        </p:txBody>
      </p:sp>
      <p:sp>
        <p:nvSpPr>
          <p:cNvPr id="3" name="Picture Placeholder 2"/>
          <p:cNvSpPr>
            <a:spLocks noGrp="1"/>
          </p:cNvSpPr>
          <p:nvPr>
            <p:ph type="pic" idx="1"/>
          </p:nvPr>
        </p:nvSpPr>
        <p:spPr>
          <a:xfrm>
            <a:off x="457200" y="1905000"/>
            <a:ext cx="8229600" cy="4270248"/>
          </a:xfrm>
          <a:solidFill>
            <a:schemeClr val="tx1">
              <a:shade val="50000"/>
            </a:schemeClr>
          </a:solidFill>
          <a:ln>
            <a:noFill/>
          </a:ln>
          <a:effectLst/>
        </p:spPr>
        <p:txBody>
          <a:bodyPr>
            <a:normAutofit/>
          </a:bodyPr>
          <a:lstStyle>
            <a:lvl1pPr marL="0" indent="0">
              <a:spcBef>
                <a:spcPts val="600"/>
              </a:spcBef>
              <a:buNone/>
              <a:defRPr sz="3200"/>
            </a:lvl1pPr>
          </a:lstStyle>
          <a:p>
            <a:pPr lvl="0"/>
            <a:r>
              <a:rPr lang="en-US" noProof="0"/>
              <a:t>Click icon to add picture</a:t>
            </a:r>
            <a:endParaRPr lang="en-US" noProof="0" dirty="0"/>
          </a:p>
        </p:txBody>
      </p:sp>
      <p:sp>
        <p:nvSpPr>
          <p:cNvPr id="4" name="Text Placeholder 3"/>
          <p:cNvSpPr>
            <a:spLocks noGrp="1"/>
          </p:cNvSpPr>
          <p:nvPr>
            <p:ph type="body" sz="half" idx="2"/>
          </p:nvPr>
        </p:nvSpPr>
        <p:spPr>
          <a:xfrm>
            <a:off x="457200" y="1219200"/>
            <a:ext cx="8229600" cy="533400"/>
          </a:xfrm>
        </p:spPr>
        <p:txBody>
          <a:bodyPr anchor="ctr"/>
          <a:lstStyle>
            <a:lvl1pPr marL="0" indent="0" algn="l">
              <a:buFontTx/>
              <a:buNone/>
              <a:defRPr sz="1400"/>
            </a:lvl1pPr>
            <a:lvl2pPr>
              <a:defRPr sz="1200"/>
            </a:lvl2pPr>
            <a:lvl3pPr>
              <a:defRPr sz="1000"/>
            </a:lvl3pPr>
            <a:lvl4pPr>
              <a:defRPr sz="900"/>
            </a:lvl4pPr>
            <a:lvl5pPr>
              <a:defRPr sz="900"/>
            </a:lvl5pPr>
          </a:lstStyle>
          <a:p>
            <a:pPr lvl="0"/>
            <a:r>
              <a:rPr lang="en-US"/>
              <a:t>Click to edit Master text styles</a:t>
            </a:r>
          </a:p>
        </p:txBody>
      </p:sp>
      <p:sp>
        <p:nvSpPr>
          <p:cNvPr id="8" name="Date Placeholder 4">
            <a:extLst>
              <a:ext uri="{FF2B5EF4-FFF2-40B4-BE49-F238E27FC236}">
                <a16:creationId xmlns:a16="http://schemas.microsoft.com/office/drawing/2014/main" id="{BA6CE15B-A138-1ADD-86E3-2A70E97E765E}"/>
              </a:ext>
            </a:extLst>
          </p:cNvPr>
          <p:cNvSpPr>
            <a:spLocks noGrp="1"/>
          </p:cNvSpPr>
          <p:nvPr>
            <p:ph type="dt" sz="half" idx="10"/>
          </p:nvPr>
        </p:nvSpPr>
        <p:spPr/>
        <p:txBody>
          <a:bodyPr/>
          <a:lstStyle>
            <a:lvl1pPr>
              <a:defRPr/>
            </a:lvl1pPr>
          </a:lstStyle>
          <a:p>
            <a:fld id="{A47F3096-3E67-44E0-B734-CDB10A379595}" type="datetime1">
              <a:rPr lang="en-US" altLang="en-US"/>
              <a:pPr/>
              <a:t>11/21/2025</a:t>
            </a:fld>
            <a:endParaRPr lang="en-US" altLang="en-US"/>
          </a:p>
        </p:txBody>
      </p:sp>
      <p:sp>
        <p:nvSpPr>
          <p:cNvPr id="9" name="Footer Placeholder 5">
            <a:extLst>
              <a:ext uri="{FF2B5EF4-FFF2-40B4-BE49-F238E27FC236}">
                <a16:creationId xmlns:a16="http://schemas.microsoft.com/office/drawing/2014/main" id="{561F4132-4257-042E-2A35-2D28FED200DB}"/>
              </a:ext>
            </a:extLst>
          </p:cNvPr>
          <p:cNvSpPr>
            <a:spLocks noGrp="1"/>
          </p:cNvSpPr>
          <p:nvPr>
            <p:ph type="ftr" sz="quarter" idx="11"/>
          </p:nvPr>
        </p:nvSpPr>
        <p:spPr/>
        <p:txBody>
          <a:bodyPr/>
          <a:lstStyle>
            <a:lvl1pPr>
              <a:defRPr/>
            </a:lvl1pPr>
          </a:lstStyle>
          <a:p>
            <a:pPr>
              <a:defRPr/>
            </a:pPr>
            <a:endParaRPr lang="en-US"/>
          </a:p>
        </p:txBody>
      </p:sp>
      <p:sp>
        <p:nvSpPr>
          <p:cNvPr id="10" name="Slide Number Placeholder 6">
            <a:extLst>
              <a:ext uri="{FF2B5EF4-FFF2-40B4-BE49-F238E27FC236}">
                <a16:creationId xmlns:a16="http://schemas.microsoft.com/office/drawing/2014/main" id="{4FD9D950-0127-929A-5322-DD9AA0F9CEF6}"/>
              </a:ext>
            </a:extLst>
          </p:cNvPr>
          <p:cNvSpPr>
            <a:spLocks noGrp="1"/>
          </p:cNvSpPr>
          <p:nvPr>
            <p:ph type="sldNum" sz="quarter" idx="12"/>
          </p:nvPr>
        </p:nvSpPr>
        <p:spPr/>
        <p:txBody>
          <a:bodyPr/>
          <a:lstStyle>
            <a:lvl1pPr>
              <a:defRPr/>
            </a:lvl1pPr>
          </a:lstStyle>
          <a:p>
            <a:fld id="{E16861CB-96B6-4FD8-834F-3812BB594940}" type="slidenum">
              <a:rPr lang="en-US" altLang="en-US"/>
              <a:pPr/>
              <a:t>‹#›</a:t>
            </a:fld>
            <a:endParaRPr lang="en-US" altLang="en-US"/>
          </a:p>
        </p:txBody>
      </p:sp>
    </p:spTree>
    <p:extLst>
      <p:ext uri="{BB962C8B-B14F-4D97-AF65-F5344CB8AC3E}">
        <p14:creationId xmlns:p14="http://schemas.microsoft.com/office/powerpoint/2010/main" val="2861607552"/>
      </p:ext>
    </p:extLst>
  </p:cSld>
  <p:clrMapOvr>
    <a:overrideClrMapping bg1="dk1" tx1="lt1" bg2="dk2" tx2="lt2" accent1="accent1" accent2="accent2" accent3="accent3" accent4="accent4" accent5="accent5" accent6="accent6" hlink="hlink" folHlink="folHlink"/>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13">
            <a:extLst>
              <a:ext uri="{FF2B5EF4-FFF2-40B4-BE49-F238E27FC236}">
                <a16:creationId xmlns:a16="http://schemas.microsoft.com/office/drawing/2014/main" id="{861ABA89-BD6A-F751-5798-B2757AFEB1E3}"/>
              </a:ext>
            </a:extLst>
          </p:cNvPr>
          <p:cNvSpPr>
            <a:spLocks noGrp="1"/>
          </p:cNvSpPr>
          <p:nvPr>
            <p:ph type="dt" sz="half" idx="10"/>
          </p:nvPr>
        </p:nvSpPr>
        <p:spPr/>
        <p:txBody>
          <a:bodyPr/>
          <a:lstStyle>
            <a:lvl1pPr>
              <a:defRPr/>
            </a:lvl1pPr>
          </a:lstStyle>
          <a:p>
            <a:fld id="{C6705D8E-9400-482A-B760-1F5DD9289029}" type="datetime1">
              <a:rPr lang="en-US" altLang="en-US"/>
              <a:pPr/>
              <a:t>11/21/2025</a:t>
            </a:fld>
            <a:endParaRPr lang="en-US" altLang="en-US"/>
          </a:p>
        </p:txBody>
      </p:sp>
      <p:sp>
        <p:nvSpPr>
          <p:cNvPr id="5" name="Footer Placeholder 2">
            <a:extLst>
              <a:ext uri="{FF2B5EF4-FFF2-40B4-BE49-F238E27FC236}">
                <a16:creationId xmlns:a16="http://schemas.microsoft.com/office/drawing/2014/main" id="{5B6DB309-1214-BE65-A4C7-2FA6A6FD968E}"/>
              </a:ext>
            </a:extLst>
          </p:cNvPr>
          <p:cNvSpPr>
            <a:spLocks noGrp="1"/>
          </p:cNvSpPr>
          <p:nvPr>
            <p:ph type="ftr" sz="quarter" idx="11"/>
          </p:nvPr>
        </p:nvSpPr>
        <p:spPr/>
        <p:txBody>
          <a:bodyPr/>
          <a:lstStyle>
            <a:lvl1pPr>
              <a:defRPr/>
            </a:lvl1pPr>
          </a:lstStyle>
          <a:p>
            <a:pPr>
              <a:defRPr/>
            </a:pPr>
            <a:endParaRPr lang="en-US"/>
          </a:p>
        </p:txBody>
      </p:sp>
      <p:sp>
        <p:nvSpPr>
          <p:cNvPr id="6" name="Slide Number Placeholder 22">
            <a:extLst>
              <a:ext uri="{FF2B5EF4-FFF2-40B4-BE49-F238E27FC236}">
                <a16:creationId xmlns:a16="http://schemas.microsoft.com/office/drawing/2014/main" id="{90A1B8F6-F96D-61FF-A5B2-B7E4F086D09E}"/>
              </a:ext>
            </a:extLst>
          </p:cNvPr>
          <p:cNvSpPr>
            <a:spLocks noGrp="1"/>
          </p:cNvSpPr>
          <p:nvPr>
            <p:ph type="sldNum" sz="quarter" idx="12"/>
          </p:nvPr>
        </p:nvSpPr>
        <p:spPr/>
        <p:txBody>
          <a:bodyPr/>
          <a:lstStyle>
            <a:lvl1pPr>
              <a:defRPr/>
            </a:lvl1pPr>
          </a:lstStyle>
          <a:p>
            <a:fld id="{3D5BB6C8-99B6-4108-970A-89B6831251A6}" type="slidenum">
              <a:rPr lang="en-US" altLang="en-US"/>
              <a:pPr/>
              <a:t>‹#›</a:t>
            </a:fld>
            <a:endParaRPr lang="en-US" altLang="en-US"/>
          </a:p>
        </p:txBody>
      </p:sp>
    </p:spTree>
    <p:extLst>
      <p:ext uri="{BB962C8B-B14F-4D97-AF65-F5344CB8AC3E}">
        <p14:creationId xmlns:p14="http://schemas.microsoft.com/office/powerpoint/2010/main" val="778833820"/>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4" name="Straight Connector 3">
            <a:extLst>
              <a:ext uri="{FF2B5EF4-FFF2-40B4-BE49-F238E27FC236}">
                <a16:creationId xmlns:a16="http://schemas.microsoft.com/office/drawing/2014/main" id="{66E36834-A7C2-DDD5-D385-6107172771DC}"/>
              </a:ext>
            </a:extLst>
          </p:cNvPr>
          <p:cNvSpPr>
            <a:spLocks noChangeShapeType="1"/>
          </p:cNvSpPr>
          <p:nvPr/>
        </p:nvSpPr>
        <p:spPr bwMode="auto">
          <a:xfrm>
            <a:off x="457200" y="6353175"/>
            <a:ext cx="8229600" cy="0"/>
          </a:xfrm>
          <a:prstGeom prst="line">
            <a:avLst/>
          </a:prstGeom>
          <a:noFill/>
          <a:ln w="9525" cap="flat" cmpd="sng" algn="ctr">
            <a:solidFill>
              <a:schemeClr val="accent2"/>
            </a:solidFill>
            <a:prstDash val="dash"/>
            <a:round/>
            <a:headEnd type="none" w="med" len="med"/>
            <a:tailEnd type="none" w="med" len="med"/>
          </a:ln>
          <a:effectLst/>
        </p:spPr>
        <p:txBody>
          <a:bodyPr/>
          <a:lstStyle/>
          <a:p>
            <a:pPr>
              <a:defRPr/>
            </a:pPr>
            <a:endParaRPr lang="en-US">
              <a:latin typeface="Arial" pitchFamily="-1" charset="0"/>
              <a:ea typeface="ＭＳ Ｐゴシック" pitchFamily="-1" charset="-128"/>
              <a:cs typeface="ＭＳ Ｐゴシック" pitchFamily="-1" charset="-128"/>
            </a:endParaRPr>
          </a:p>
        </p:txBody>
      </p:sp>
      <p:sp>
        <p:nvSpPr>
          <p:cNvPr id="5" name="Isosceles Triangle 4">
            <a:extLst>
              <a:ext uri="{FF2B5EF4-FFF2-40B4-BE49-F238E27FC236}">
                <a16:creationId xmlns:a16="http://schemas.microsoft.com/office/drawing/2014/main" id="{7C8A64E9-1229-62DB-1572-BD0DDA5A9410}"/>
              </a:ext>
            </a:extLst>
          </p:cNvPr>
          <p:cNvSpPr>
            <a:spLocks noChangeAspect="1"/>
          </p:cNvSpPr>
          <p:nvPr/>
        </p:nvSpPr>
        <p:spPr>
          <a:xfrm rot="5400000">
            <a:off x="419100" y="6467475"/>
            <a:ext cx="190500" cy="120650"/>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defRPr/>
            </a:pPr>
            <a:endParaRPr lang="en-US"/>
          </a:p>
        </p:txBody>
      </p:sp>
      <p:sp>
        <p:nvSpPr>
          <p:cNvPr id="6" name="Straight Connector 5">
            <a:extLst>
              <a:ext uri="{FF2B5EF4-FFF2-40B4-BE49-F238E27FC236}">
                <a16:creationId xmlns:a16="http://schemas.microsoft.com/office/drawing/2014/main" id="{576682C0-4C10-C377-092D-9EFCF58C09C0}"/>
              </a:ext>
            </a:extLst>
          </p:cNvPr>
          <p:cNvSpPr>
            <a:spLocks noChangeShapeType="1"/>
          </p:cNvSpPr>
          <p:nvPr/>
        </p:nvSpPr>
        <p:spPr bwMode="auto">
          <a:xfrm rot="5400000">
            <a:off x="3630612" y="3201988"/>
            <a:ext cx="5851525" cy="0"/>
          </a:xfrm>
          <a:prstGeom prst="line">
            <a:avLst/>
          </a:prstGeom>
          <a:noFill/>
          <a:ln w="9525" cap="flat" cmpd="sng" algn="ctr">
            <a:solidFill>
              <a:schemeClr val="accent2"/>
            </a:solidFill>
            <a:prstDash val="dash"/>
            <a:round/>
            <a:headEnd type="none" w="med" len="med"/>
            <a:tailEnd type="none" w="med" len="med"/>
          </a:ln>
          <a:effectLst/>
        </p:spPr>
        <p:txBody>
          <a:bodyPr/>
          <a:lstStyle/>
          <a:p>
            <a:pPr>
              <a:defRPr/>
            </a:pPr>
            <a:endParaRPr lang="en-US">
              <a:latin typeface="Arial" pitchFamily="-1" charset="0"/>
              <a:ea typeface="ＭＳ Ｐゴシック" pitchFamily="-1" charset="-128"/>
              <a:cs typeface="ＭＳ Ｐゴシック" pitchFamily="-1" charset="-128"/>
            </a:endParaRPr>
          </a:p>
        </p:txBody>
      </p:sp>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3">
            <a:extLst>
              <a:ext uri="{FF2B5EF4-FFF2-40B4-BE49-F238E27FC236}">
                <a16:creationId xmlns:a16="http://schemas.microsoft.com/office/drawing/2014/main" id="{F463C3A0-97C5-4778-021C-E9E13562F8C2}"/>
              </a:ext>
            </a:extLst>
          </p:cNvPr>
          <p:cNvSpPr>
            <a:spLocks noGrp="1"/>
          </p:cNvSpPr>
          <p:nvPr>
            <p:ph type="dt" sz="half" idx="10"/>
          </p:nvPr>
        </p:nvSpPr>
        <p:spPr/>
        <p:txBody>
          <a:bodyPr/>
          <a:lstStyle>
            <a:lvl1pPr>
              <a:defRPr/>
            </a:lvl1pPr>
          </a:lstStyle>
          <a:p>
            <a:fld id="{66D020E9-6FD4-49DF-BF80-B8129ABE624F}" type="datetime1">
              <a:rPr lang="en-US" altLang="en-US"/>
              <a:pPr/>
              <a:t>11/21/2025</a:t>
            </a:fld>
            <a:endParaRPr lang="en-US" altLang="en-US"/>
          </a:p>
        </p:txBody>
      </p:sp>
      <p:sp>
        <p:nvSpPr>
          <p:cNvPr id="8" name="Footer Placeholder 4">
            <a:extLst>
              <a:ext uri="{FF2B5EF4-FFF2-40B4-BE49-F238E27FC236}">
                <a16:creationId xmlns:a16="http://schemas.microsoft.com/office/drawing/2014/main" id="{66A9E2BC-85A8-E60A-6D5E-0EC38222EC70}"/>
              </a:ext>
            </a:extLst>
          </p:cNvPr>
          <p:cNvSpPr>
            <a:spLocks noGrp="1"/>
          </p:cNvSpPr>
          <p:nvPr>
            <p:ph type="ftr" sz="quarter" idx="11"/>
          </p:nvPr>
        </p:nvSpPr>
        <p:spPr/>
        <p:txBody>
          <a:bodyPr/>
          <a:lstStyle>
            <a:lvl1pPr>
              <a:defRPr/>
            </a:lvl1pPr>
          </a:lstStyle>
          <a:p>
            <a:pPr>
              <a:defRPr/>
            </a:pPr>
            <a:endParaRPr lang="en-US"/>
          </a:p>
        </p:txBody>
      </p:sp>
      <p:sp>
        <p:nvSpPr>
          <p:cNvPr id="9" name="Slide Number Placeholder 5">
            <a:extLst>
              <a:ext uri="{FF2B5EF4-FFF2-40B4-BE49-F238E27FC236}">
                <a16:creationId xmlns:a16="http://schemas.microsoft.com/office/drawing/2014/main" id="{0E185865-AF26-4299-472F-4EF96F055D8D}"/>
              </a:ext>
            </a:extLst>
          </p:cNvPr>
          <p:cNvSpPr>
            <a:spLocks noGrp="1"/>
          </p:cNvSpPr>
          <p:nvPr>
            <p:ph type="sldNum" sz="quarter" idx="12"/>
          </p:nvPr>
        </p:nvSpPr>
        <p:spPr/>
        <p:txBody>
          <a:bodyPr/>
          <a:lstStyle>
            <a:lvl1pPr>
              <a:defRPr/>
            </a:lvl1pPr>
          </a:lstStyle>
          <a:p>
            <a:fld id="{6E88C9E6-98DF-4D2B-8307-9C65EA3A5056}" type="slidenum">
              <a:rPr lang="en-US" altLang="en-US"/>
              <a:pPr/>
              <a:t>‹#›</a:t>
            </a:fld>
            <a:endParaRPr lang="en-US" altLang="en-US"/>
          </a:p>
        </p:txBody>
      </p:sp>
    </p:spTree>
    <p:extLst>
      <p:ext uri="{BB962C8B-B14F-4D97-AF65-F5344CB8AC3E}">
        <p14:creationId xmlns:p14="http://schemas.microsoft.com/office/powerpoint/2010/main" val="142201999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0.xml"/><Relationship Id="rId3" Type="http://schemas.openxmlformats.org/officeDocument/2006/relationships/slideLayout" Target="../slideLayouts/slideLayout25.xml"/><Relationship Id="rId7" Type="http://schemas.openxmlformats.org/officeDocument/2006/relationships/slideLayout" Target="../slideLayouts/slideLayout29.xml"/><Relationship Id="rId12" Type="http://schemas.openxmlformats.org/officeDocument/2006/relationships/theme" Target="../theme/theme3.xml"/><Relationship Id="rId2" Type="http://schemas.openxmlformats.org/officeDocument/2006/relationships/slideLayout" Target="../slideLayouts/slideLayout24.xml"/><Relationship Id="rId1" Type="http://schemas.openxmlformats.org/officeDocument/2006/relationships/slideLayout" Target="../slideLayouts/slideLayout23.xml"/><Relationship Id="rId6" Type="http://schemas.openxmlformats.org/officeDocument/2006/relationships/slideLayout" Target="../slideLayouts/slideLayout28.xml"/><Relationship Id="rId11" Type="http://schemas.openxmlformats.org/officeDocument/2006/relationships/slideLayout" Target="../slideLayouts/slideLayout33.xml"/><Relationship Id="rId5" Type="http://schemas.openxmlformats.org/officeDocument/2006/relationships/slideLayout" Target="../slideLayouts/slideLayout27.xml"/><Relationship Id="rId10" Type="http://schemas.openxmlformats.org/officeDocument/2006/relationships/slideLayout" Target="../slideLayouts/slideLayout32.xml"/><Relationship Id="rId4" Type="http://schemas.openxmlformats.org/officeDocument/2006/relationships/slideLayout" Target="../slideLayouts/slideLayout26.xml"/><Relationship Id="rId9" Type="http://schemas.openxmlformats.org/officeDocument/2006/relationships/slideLayout" Target="../slideLayouts/slideLayout3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a:extLst>
              <a:ext uri="{FF2B5EF4-FFF2-40B4-BE49-F238E27FC236}">
                <a16:creationId xmlns:a16="http://schemas.microsoft.com/office/drawing/2014/main" id="{DF2BB1C6-1490-4638-A81D-7AAE6F33C872}"/>
              </a:ext>
            </a:extLst>
          </p:cNvPr>
          <p:cNvSpPr>
            <a:spLocks noGrp="1" noChangeArrowheads="1"/>
          </p:cNvSpPr>
          <p:nvPr>
            <p:ph type="title"/>
          </p:nvPr>
        </p:nvSpPr>
        <p:spPr bwMode="auto">
          <a:xfrm>
            <a:off x="685800" y="609600"/>
            <a:ext cx="7772400" cy="1143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p>
            <a:pPr lvl="0"/>
            <a:r>
              <a:rPr lang="en-US" altLang="en-US"/>
              <a:t>Click to edit Master title style</a:t>
            </a:r>
          </a:p>
        </p:txBody>
      </p:sp>
      <p:sp>
        <p:nvSpPr>
          <p:cNvPr id="1027" name="Rectangle 3">
            <a:extLst>
              <a:ext uri="{FF2B5EF4-FFF2-40B4-BE49-F238E27FC236}">
                <a16:creationId xmlns:a16="http://schemas.microsoft.com/office/drawing/2014/main" id="{22AA8C6C-0053-42CB-9FD3-F9874DB2DCAA}"/>
              </a:ext>
            </a:extLst>
          </p:cNvPr>
          <p:cNvSpPr>
            <a:spLocks noGrp="1" noChangeArrowheads="1"/>
          </p:cNvSpPr>
          <p:nvPr>
            <p:ph type="body" idx="1"/>
          </p:nvPr>
        </p:nvSpPr>
        <p:spPr bwMode="auto">
          <a:xfrm>
            <a:off x="685800" y="1981200"/>
            <a:ext cx="7772400" cy="411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1028" name="Rectangle 4">
            <a:extLst>
              <a:ext uri="{FF2B5EF4-FFF2-40B4-BE49-F238E27FC236}">
                <a16:creationId xmlns:a16="http://schemas.microsoft.com/office/drawing/2014/main" id="{A6898933-5570-4508-8281-09C6DE65A03E}"/>
              </a:ext>
            </a:extLst>
          </p:cNvPr>
          <p:cNvSpPr>
            <a:spLocks noGrp="1" noChangeArrowheads="1"/>
          </p:cNvSpPr>
          <p:nvPr>
            <p:ph type="dt" sz="half" idx="2"/>
          </p:nvPr>
        </p:nvSpPr>
        <p:spPr bwMode="auto">
          <a:xfrm>
            <a:off x="685800" y="624840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l">
              <a:defRPr sz="1400" b="0">
                <a:latin typeface="+mn-lt"/>
              </a:defRPr>
            </a:lvl1pPr>
          </a:lstStyle>
          <a:p>
            <a:pPr>
              <a:defRPr/>
            </a:pPr>
            <a:endParaRPr lang="en-US"/>
          </a:p>
        </p:txBody>
      </p:sp>
      <p:sp>
        <p:nvSpPr>
          <p:cNvPr id="1030" name="Rectangle 6">
            <a:extLst>
              <a:ext uri="{FF2B5EF4-FFF2-40B4-BE49-F238E27FC236}">
                <a16:creationId xmlns:a16="http://schemas.microsoft.com/office/drawing/2014/main" id="{34AD2234-F132-4D36-AEEB-FBF9F11238E4}"/>
              </a:ext>
            </a:extLst>
          </p:cNvPr>
          <p:cNvSpPr>
            <a:spLocks noGrp="1" noChangeArrowheads="1"/>
          </p:cNvSpPr>
          <p:nvPr>
            <p:ph type="sldNum" sz="quarter" idx="4"/>
          </p:nvPr>
        </p:nvSpPr>
        <p:spPr bwMode="auto">
          <a:xfrm>
            <a:off x="6553200" y="624840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a:defRPr sz="1400" b="0">
                <a:latin typeface="Times New Roman" panose="02020603050405020304" pitchFamily="18" charset="0"/>
              </a:defRPr>
            </a:lvl1pPr>
          </a:lstStyle>
          <a:p>
            <a:fld id="{1B4FCA52-DDBD-4222-8557-DC34F5B071D4}" type="slidenum">
              <a:rPr lang="en-US" altLang="en-US"/>
              <a:pPr/>
              <a:t>‹#›</a:t>
            </a:fld>
            <a:endParaRPr lang="en-US" altLang="en-US"/>
          </a:p>
        </p:txBody>
      </p:sp>
      <p:sp>
        <p:nvSpPr>
          <p:cNvPr id="1031" name="Rectangle 7">
            <a:extLst>
              <a:ext uri="{FF2B5EF4-FFF2-40B4-BE49-F238E27FC236}">
                <a16:creationId xmlns:a16="http://schemas.microsoft.com/office/drawing/2014/main" id="{A863BBD8-BFAE-44C2-8A5E-428E94CF13A2}"/>
              </a:ext>
            </a:extLst>
          </p:cNvPr>
          <p:cNvSpPr>
            <a:spLocks noGrp="1" noChangeArrowheads="1"/>
          </p:cNvSpPr>
          <p:nvPr>
            <p:ph type="ftr" sz="quarter" idx="3"/>
          </p:nvPr>
        </p:nvSpPr>
        <p:spPr bwMode="auto">
          <a:xfrm>
            <a:off x="3124200" y="6248400"/>
            <a:ext cx="2895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2075" tIns="46038" rIns="92075" bIns="46038" numCol="1" anchor="ctr" anchorCtr="0" compatLnSpc="1">
            <a:prstTxWarp prst="textNoShape">
              <a:avLst/>
            </a:prstTxWarp>
          </a:bodyPr>
          <a:lstStyle>
            <a:lvl1pPr algn="ctr" eaLnBrk="1" hangingPunct="1">
              <a:defRPr sz="800" b="1">
                <a:latin typeface="Tahoma" pitchFamily="34" charset="0"/>
              </a:defRPr>
            </a:lvl1pPr>
          </a:lstStyle>
          <a:p>
            <a:pPr>
              <a:defRPr/>
            </a:pPr>
            <a:endParaRPr lang="en-US">
              <a:latin typeface="+mn-lt"/>
            </a:endParaRPr>
          </a:p>
          <a:p>
            <a:pPr>
              <a:defRPr/>
            </a:pPr>
            <a:endParaRPr lang="en-US" b="0"/>
          </a:p>
          <a:p>
            <a:pPr>
              <a:defRPr/>
            </a:pPr>
            <a:endParaRPr lang="en-US"/>
          </a:p>
          <a:p>
            <a:pPr>
              <a:defRPr/>
            </a:pPr>
            <a:r>
              <a:rPr lang="en-US"/>
              <a:t>© A+ Computer Science  -  www.apluscompsci.com</a:t>
            </a: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dt="0"/>
  <p:txStyles>
    <p:title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Times New Roman" pitchFamily="18" charset="0"/>
        </a:defRPr>
      </a:lvl2pPr>
      <a:lvl3pPr algn="ctr" rtl="0" eaLnBrk="0" fontAlgn="base" hangingPunct="0">
        <a:spcBef>
          <a:spcPct val="0"/>
        </a:spcBef>
        <a:spcAft>
          <a:spcPct val="0"/>
        </a:spcAft>
        <a:defRPr sz="4400">
          <a:solidFill>
            <a:schemeClr val="tx2"/>
          </a:solidFill>
          <a:latin typeface="Times New Roman" pitchFamily="18" charset="0"/>
        </a:defRPr>
      </a:lvl3pPr>
      <a:lvl4pPr algn="ctr" rtl="0" eaLnBrk="0" fontAlgn="base" hangingPunct="0">
        <a:spcBef>
          <a:spcPct val="0"/>
        </a:spcBef>
        <a:spcAft>
          <a:spcPct val="0"/>
        </a:spcAft>
        <a:defRPr sz="4400">
          <a:solidFill>
            <a:schemeClr val="tx2"/>
          </a:solidFill>
          <a:latin typeface="Times New Roman" pitchFamily="18" charset="0"/>
        </a:defRPr>
      </a:lvl4pPr>
      <a:lvl5pPr algn="ctr" rtl="0" eaLnBrk="0" fontAlgn="base" hangingPunct="0">
        <a:spcBef>
          <a:spcPct val="0"/>
        </a:spcBef>
        <a:spcAft>
          <a:spcPct val="0"/>
        </a:spcAft>
        <a:defRPr sz="4400">
          <a:solidFill>
            <a:schemeClr val="tx2"/>
          </a:solidFill>
          <a:latin typeface="Times New Roman" pitchFamily="18" charset="0"/>
        </a:defRPr>
      </a:lvl5pPr>
      <a:lvl6pPr marL="457200" algn="ctr" rtl="0" eaLnBrk="0" fontAlgn="base" hangingPunct="0">
        <a:spcBef>
          <a:spcPct val="0"/>
        </a:spcBef>
        <a:spcAft>
          <a:spcPct val="0"/>
        </a:spcAft>
        <a:defRPr sz="4400">
          <a:solidFill>
            <a:schemeClr val="tx2"/>
          </a:solidFill>
          <a:latin typeface="Times New Roman" pitchFamily="18" charset="0"/>
        </a:defRPr>
      </a:lvl6pPr>
      <a:lvl7pPr marL="914400" algn="ctr" rtl="0" eaLnBrk="0" fontAlgn="base" hangingPunct="0">
        <a:spcBef>
          <a:spcPct val="0"/>
        </a:spcBef>
        <a:spcAft>
          <a:spcPct val="0"/>
        </a:spcAft>
        <a:defRPr sz="4400">
          <a:solidFill>
            <a:schemeClr val="tx2"/>
          </a:solidFill>
          <a:latin typeface="Times New Roman" pitchFamily="18" charset="0"/>
        </a:defRPr>
      </a:lvl7pPr>
      <a:lvl8pPr marL="1371600" algn="ctr" rtl="0" eaLnBrk="0" fontAlgn="base" hangingPunct="0">
        <a:spcBef>
          <a:spcPct val="0"/>
        </a:spcBef>
        <a:spcAft>
          <a:spcPct val="0"/>
        </a:spcAft>
        <a:defRPr sz="4400">
          <a:solidFill>
            <a:schemeClr val="tx2"/>
          </a:solidFill>
          <a:latin typeface="Times New Roman" pitchFamily="18" charset="0"/>
        </a:defRPr>
      </a:lvl8pPr>
      <a:lvl9pPr marL="1828800" algn="ctr" rtl="0" eaLnBrk="0" fontAlgn="base" hangingPunct="0">
        <a:spcBef>
          <a:spcPct val="0"/>
        </a:spcBef>
        <a:spcAft>
          <a:spcPct val="0"/>
        </a:spcAft>
        <a:defRPr sz="4400">
          <a:solidFill>
            <a:schemeClr val="tx2"/>
          </a:solidFill>
          <a:latin typeface="Times New Roman" pitchFamily="18" charset="0"/>
        </a:defRPr>
      </a:lvl9pPr>
    </p:titleStyle>
    <p:body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eaLnBrk="0" fontAlgn="base" hangingPunct="0">
        <a:spcBef>
          <a:spcPct val="20000"/>
        </a:spcBef>
        <a:spcAft>
          <a:spcPct val="0"/>
        </a:spcAft>
        <a:buChar char="»"/>
        <a:defRPr sz="2000">
          <a:solidFill>
            <a:schemeClr val="tx1"/>
          </a:solidFill>
          <a:latin typeface="+mn-lt"/>
        </a:defRPr>
      </a:lvl6pPr>
      <a:lvl7pPr marL="2971800" indent="-228600" algn="l" rtl="0" eaLnBrk="0" fontAlgn="base" hangingPunct="0">
        <a:spcBef>
          <a:spcPct val="20000"/>
        </a:spcBef>
        <a:spcAft>
          <a:spcPct val="0"/>
        </a:spcAft>
        <a:buChar char="»"/>
        <a:defRPr sz="2000">
          <a:solidFill>
            <a:schemeClr val="tx1"/>
          </a:solidFill>
          <a:latin typeface="+mn-lt"/>
        </a:defRPr>
      </a:lvl7pPr>
      <a:lvl8pPr marL="3429000" indent="-228600" algn="l" rtl="0" eaLnBrk="0" fontAlgn="base" hangingPunct="0">
        <a:spcBef>
          <a:spcPct val="20000"/>
        </a:spcBef>
        <a:spcAft>
          <a:spcPct val="0"/>
        </a:spcAft>
        <a:buChar char="»"/>
        <a:defRPr sz="2000">
          <a:solidFill>
            <a:schemeClr val="tx1"/>
          </a:solidFill>
          <a:latin typeface="+mn-lt"/>
        </a:defRPr>
      </a:lvl8pPr>
      <a:lvl9pPr marL="3886200" indent="-228600" algn="l" rtl="0" eaLnBrk="0" fontAlgn="base" hangingPunct="0">
        <a:spcBef>
          <a:spcPct val="20000"/>
        </a:spcBef>
        <a:spcAft>
          <a:spcPct val="0"/>
        </a:spcAft>
        <a:buChar char="»"/>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Title Placeholder 21">
            <a:extLst>
              <a:ext uri="{FF2B5EF4-FFF2-40B4-BE49-F238E27FC236}">
                <a16:creationId xmlns:a16="http://schemas.microsoft.com/office/drawing/2014/main" id="{2FA992CD-93D6-2F46-8249-CB26DA437907}"/>
              </a:ext>
            </a:extLst>
          </p:cNvPr>
          <p:cNvSpPr>
            <a:spLocks noGrp="1"/>
          </p:cNvSpPr>
          <p:nvPr>
            <p:ph type="title"/>
          </p:nvPr>
        </p:nvSpPr>
        <p:spPr bwMode="auto">
          <a:xfrm>
            <a:off x="457200" y="152400"/>
            <a:ext cx="8229600" cy="990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p>
            <a:pPr lvl="0"/>
            <a:r>
              <a:rPr lang="en-US" altLang="en-US"/>
              <a:t>Click to edit Master title style</a:t>
            </a:r>
          </a:p>
        </p:txBody>
      </p:sp>
      <p:sp>
        <p:nvSpPr>
          <p:cNvPr id="1027" name="Text Placeholder 12">
            <a:extLst>
              <a:ext uri="{FF2B5EF4-FFF2-40B4-BE49-F238E27FC236}">
                <a16:creationId xmlns:a16="http://schemas.microsoft.com/office/drawing/2014/main" id="{EF46DB0C-1C67-53CA-A30F-E7FC56C2844A}"/>
              </a:ext>
            </a:extLst>
          </p:cNvPr>
          <p:cNvSpPr>
            <a:spLocks noGrp="1"/>
          </p:cNvSpPr>
          <p:nvPr>
            <p:ph type="body" idx="1"/>
          </p:nvPr>
        </p:nvSpPr>
        <p:spPr bwMode="auto">
          <a:xfrm>
            <a:off x="457200" y="1219200"/>
            <a:ext cx="8229600" cy="4910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14" name="Date Placeholder 13">
            <a:extLst>
              <a:ext uri="{FF2B5EF4-FFF2-40B4-BE49-F238E27FC236}">
                <a16:creationId xmlns:a16="http://schemas.microsoft.com/office/drawing/2014/main" id="{57DB67DE-3B18-929F-1664-EE84A02BFB20}"/>
              </a:ext>
            </a:extLst>
          </p:cNvPr>
          <p:cNvSpPr>
            <a:spLocks noGrp="1"/>
          </p:cNvSpPr>
          <p:nvPr>
            <p:ph type="dt" sz="half" idx="2"/>
          </p:nvPr>
        </p:nvSpPr>
        <p:spPr>
          <a:xfrm>
            <a:off x="6400800" y="6356350"/>
            <a:ext cx="2289175" cy="365125"/>
          </a:xfrm>
          <a:prstGeom prst="rect">
            <a:avLst/>
          </a:prstGeom>
        </p:spPr>
        <p:txBody>
          <a:bodyPr vert="horz" wrap="square" lIns="91440" tIns="45720" rIns="91440" bIns="45720" numCol="1" anchor="t" anchorCtr="0" compatLnSpc="1">
            <a:prstTxWarp prst="textNoShape">
              <a:avLst/>
            </a:prstTxWarp>
          </a:bodyPr>
          <a:lstStyle>
            <a:lvl1pPr>
              <a:defRPr sz="1400">
                <a:solidFill>
                  <a:schemeClr val="tx2"/>
                </a:solidFill>
              </a:defRPr>
            </a:lvl1pPr>
          </a:lstStyle>
          <a:p>
            <a:fld id="{FF8048E6-EE6A-44C1-B482-82F3EE80854C}" type="datetime1">
              <a:rPr lang="en-US" altLang="en-US"/>
              <a:pPr/>
              <a:t>11/21/2025</a:t>
            </a:fld>
            <a:endParaRPr lang="en-US" altLang="en-US"/>
          </a:p>
        </p:txBody>
      </p:sp>
      <p:sp>
        <p:nvSpPr>
          <p:cNvPr id="3" name="Footer Placeholder 2">
            <a:extLst>
              <a:ext uri="{FF2B5EF4-FFF2-40B4-BE49-F238E27FC236}">
                <a16:creationId xmlns:a16="http://schemas.microsoft.com/office/drawing/2014/main" id="{EE4F0BC7-B6B2-848F-1BDD-743168C49FB4}"/>
              </a:ext>
            </a:extLst>
          </p:cNvPr>
          <p:cNvSpPr>
            <a:spLocks noGrp="1"/>
          </p:cNvSpPr>
          <p:nvPr>
            <p:ph type="ftr" sz="quarter" idx="3"/>
          </p:nvPr>
        </p:nvSpPr>
        <p:spPr>
          <a:xfrm>
            <a:off x="2898775" y="6356350"/>
            <a:ext cx="3505200" cy="365125"/>
          </a:xfrm>
          <a:prstGeom prst="rect">
            <a:avLst/>
          </a:prstGeom>
        </p:spPr>
        <p:txBody>
          <a:bodyPr vert="horz"/>
          <a:lstStyle>
            <a:lvl1pPr algn="r" eaLnBrk="1" latinLnBrk="0" hangingPunct="1">
              <a:defRPr kumimoji="0" sz="1400">
                <a:solidFill>
                  <a:schemeClr val="tx2"/>
                </a:solidFill>
                <a:latin typeface="Arial" pitchFamily="-1" charset="0"/>
                <a:ea typeface="ＭＳ Ｐゴシック" pitchFamily="-1" charset="-128"/>
                <a:cs typeface="ＭＳ Ｐゴシック" pitchFamily="-1" charset="-128"/>
              </a:defRPr>
            </a:lvl1pPr>
          </a:lstStyle>
          <a:p>
            <a:pPr>
              <a:defRPr/>
            </a:pPr>
            <a:endParaRPr lang="en-US"/>
          </a:p>
        </p:txBody>
      </p:sp>
      <p:sp>
        <p:nvSpPr>
          <p:cNvPr id="23" name="Slide Number Placeholder 22">
            <a:extLst>
              <a:ext uri="{FF2B5EF4-FFF2-40B4-BE49-F238E27FC236}">
                <a16:creationId xmlns:a16="http://schemas.microsoft.com/office/drawing/2014/main" id="{6396F740-0CB5-FA98-B6D4-CC2756E92875}"/>
              </a:ext>
            </a:extLst>
          </p:cNvPr>
          <p:cNvSpPr>
            <a:spLocks noGrp="1"/>
          </p:cNvSpPr>
          <p:nvPr>
            <p:ph type="sldNum" sz="quarter" idx="4"/>
          </p:nvPr>
        </p:nvSpPr>
        <p:spPr>
          <a:xfrm>
            <a:off x="612775" y="6356350"/>
            <a:ext cx="1981200" cy="365125"/>
          </a:xfrm>
          <a:prstGeom prst="rect">
            <a:avLst/>
          </a:prstGeom>
        </p:spPr>
        <p:txBody>
          <a:bodyPr vert="horz" wrap="square" lIns="91440" tIns="45720" rIns="91440" bIns="45720" numCol="1" anchor="t" anchorCtr="0" compatLnSpc="1">
            <a:prstTxWarp prst="textNoShape">
              <a:avLst/>
            </a:prstTxWarp>
          </a:bodyPr>
          <a:lstStyle>
            <a:lvl1pPr>
              <a:defRPr sz="1400">
                <a:solidFill>
                  <a:schemeClr val="tx2"/>
                </a:solidFill>
              </a:defRPr>
            </a:lvl1pPr>
          </a:lstStyle>
          <a:p>
            <a:fld id="{B996C145-F33C-4412-B6FA-68BCD0EFD3E5}" type="slidenum">
              <a:rPr lang="en-US" altLang="en-US"/>
              <a:pPr/>
              <a:t>‹#›</a:t>
            </a:fld>
            <a:endParaRPr lang="en-US" altLang="en-US"/>
          </a:p>
        </p:txBody>
      </p:sp>
      <p:sp>
        <p:nvSpPr>
          <p:cNvPr id="28" name="Straight Connector 27">
            <a:extLst>
              <a:ext uri="{FF2B5EF4-FFF2-40B4-BE49-F238E27FC236}">
                <a16:creationId xmlns:a16="http://schemas.microsoft.com/office/drawing/2014/main" id="{44BF289F-DE70-BB6D-92F0-95D240F70DDD}"/>
              </a:ext>
            </a:extLst>
          </p:cNvPr>
          <p:cNvSpPr>
            <a:spLocks noChangeShapeType="1"/>
          </p:cNvSpPr>
          <p:nvPr/>
        </p:nvSpPr>
        <p:spPr bwMode="auto">
          <a:xfrm>
            <a:off x="457200" y="6353175"/>
            <a:ext cx="8229600" cy="0"/>
          </a:xfrm>
          <a:prstGeom prst="line">
            <a:avLst/>
          </a:prstGeom>
          <a:noFill/>
          <a:ln w="9525" cap="flat" cmpd="sng" algn="ctr">
            <a:solidFill>
              <a:schemeClr val="accent2"/>
            </a:solidFill>
            <a:prstDash val="dash"/>
            <a:round/>
            <a:headEnd type="none" w="med" len="med"/>
            <a:tailEnd type="none" w="med" len="med"/>
          </a:ln>
          <a:effectLst/>
        </p:spPr>
        <p:txBody>
          <a:bodyPr/>
          <a:lstStyle/>
          <a:p>
            <a:pPr>
              <a:defRPr/>
            </a:pPr>
            <a:endParaRPr lang="en-US">
              <a:latin typeface="Arial" pitchFamily="-1" charset="0"/>
              <a:ea typeface="ＭＳ Ｐゴシック" pitchFamily="-1" charset="-128"/>
              <a:cs typeface="ＭＳ Ｐゴシック" pitchFamily="-1" charset="-128"/>
            </a:endParaRPr>
          </a:p>
        </p:txBody>
      </p:sp>
      <p:sp>
        <p:nvSpPr>
          <p:cNvPr id="29" name="Straight Connector 28">
            <a:extLst>
              <a:ext uri="{FF2B5EF4-FFF2-40B4-BE49-F238E27FC236}">
                <a16:creationId xmlns:a16="http://schemas.microsoft.com/office/drawing/2014/main" id="{607CB811-5919-B4E7-044E-560A4E7ECE8F}"/>
              </a:ext>
            </a:extLst>
          </p:cNvPr>
          <p:cNvSpPr>
            <a:spLocks noChangeShapeType="1"/>
          </p:cNvSpPr>
          <p:nvPr/>
        </p:nvSpPr>
        <p:spPr bwMode="auto">
          <a:xfrm>
            <a:off x="457200" y="1143000"/>
            <a:ext cx="8229600" cy="0"/>
          </a:xfrm>
          <a:prstGeom prst="line">
            <a:avLst/>
          </a:prstGeom>
          <a:noFill/>
          <a:ln w="9525" cap="flat" cmpd="sng" algn="ctr">
            <a:solidFill>
              <a:schemeClr val="accent2"/>
            </a:solidFill>
            <a:prstDash val="dash"/>
            <a:round/>
            <a:headEnd type="none" w="med" len="med"/>
            <a:tailEnd type="none" w="med" len="med"/>
          </a:ln>
          <a:effectLst/>
        </p:spPr>
        <p:txBody>
          <a:bodyPr/>
          <a:lstStyle/>
          <a:p>
            <a:pPr>
              <a:defRPr/>
            </a:pPr>
            <a:endParaRPr lang="en-US">
              <a:latin typeface="Arial" pitchFamily="-1" charset="0"/>
              <a:ea typeface="ＭＳ Ｐゴシック" pitchFamily="-1" charset="-128"/>
              <a:cs typeface="ＭＳ Ｐゴシック" pitchFamily="-1" charset="-128"/>
            </a:endParaRPr>
          </a:p>
        </p:txBody>
      </p:sp>
      <p:sp>
        <p:nvSpPr>
          <p:cNvPr id="10" name="Isosceles Triangle 9">
            <a:extLst>
              <a:ext uri="{FF2B5EF4-FFF2-40B4-BE49-F238E27FC236}">
                <a16:creationId xmlns:a16="http://schemas.microsoft.com/office/drawing/2014/main" id="{B3ACB4B6-3C52-E986-905E-A5D72DD974DE}"/>
              </a:ext>
            </a:extLst>
          </p:cNvPr>
          <p:cNvSpPr>
            <a:spLocks noChangeAspect="1"/>
          </p:cNvSpPr>
          <p:nvPr/>
        </p:nvSpPr>
        <p:spPr>
          <a:xfrm rot="5400000">
            <a:off x="419100" y="6467475"/>
            <a:ext cx="190500" cy="120650"/>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defRPr/>
            </a:pPr>
            <a:endParaRPr lang="en-US"/>
          </a:p>
        </p:txBody>
      </p:sp>
    </p:spTree>
    <p:extLst>
      <p:ext uri="{BB962C8B-B14F-4D97-AF65-F5344CB8AC3E}">
        <p14:creationId xmlns:p14="http://schemas.microsoft.com/office/powerpoint/2010/main" val="2732040693"/>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hdr="0" ftr="0" dt="0"/>
  <p:txStyles>
    <p:titleStyle>
      <a:lvl1pPr algn="l" rtl="0" eaLnBrk="0" fontAlgn="base" hangingPunct="0">
        <a:spcBef>
          <a:spcPct val="0"/>
        </a:spcBef>
        <a:spcAft>
          <a:spcPct val="0"/>
        </a:spcAft>
        <a:defRPr sz="3200" kern="1200">
          <a:solidFill>
            <a:schemeClr val="tx2"/>
          </a:solidFill>
          <a:latin typeface="+mj-lt"/>
          <a:ea typeface="MS PGothic" panose="020B0600070205080204" pitchFamily="34" charset="-128"/>
          <a:cs typeface="ＭＳ Ｐゴシック" pitchFamily="-1" charset="-128"/>
        </a:defRPr>
      </a:lvl1pPr>
      <a:lvl2pPr algn="l" rtl="0" eaLnBrk="0" fontAlgn="base" hangingPunct="0">
        <a:spcBef>
          <a:spcPct val="0"/>
        </a:spcBef>
        <a:spcAft>
          <a:spcPct val="0"/>
        </a:spcAft>
        <a:defRPr sz="3200">
          <a:solidFill>
            <a:schemeClr val="tx2"/>
          </a:solidFill>
          <a:latin typeface="Bookman Old Style" pitchFamily="-1" charset="0"/>
          <a:ea typeface="MS PGothic" panose="020B0600070205080204" pitchFamily="34" charset="-128"/>
          <a:cs typeface="ＭＳ Ｐゴシック" pitchFamily="-1" charset="-128"/>
        </a:defRPr>
      </a:lvl2pPr>
      <a:lvl3pPr algn="l" rtl="0" eaLnBrk="0" fontAlgn="base" hangingPunct="0">
        <a:spcBef>
          <a:spcPct val="0"/>
        </a:spcBef>
        <a:spcAft>
          <a:spcPct val="0"/>
        </a:spcAft>
        <a:defRPr sz="3200">
          <a:solidFill>
            <a:schemeClr val="tx2"/>
          </a:solidFill>
          <a:latin typeface="Bookman Old Style" pitchFamily="-1" charset="0"/>
          <a:ea typeface="MS PGothic" panose="020B0600070205080204" pitchFamily="34" charset="-128"/>
          <a:cs typeface="ＭＳ Ｐゴシック" pitchFamily="-1" charset="-128"/>
        </a:defRPr>
      </a:lvl3pPr>
      <a:lvl4pPr algn="l" rtl="0" eaLnBrk="0" fontAlgn="base" hangingPunct="0">
        <a:spcBef>
          <a:spcPct val="0"/>
        </a:spcBef>
        <a:spcAft>
          <a:spcPct val="0"/>
        </a:spcAft>
        <a:defRPr sz="3200">
          <a:solidFill>
            <a:schemeClr val="tx2"/>
          </a:solidFill>
          <a:latin typeface="Bookman Old Style" pitchFamily="-1" charset="0"/>
          <a:ea typeface="MS PGothic" panose="020B0600070205080204" pitchFamily="34" charset="-128"/>
          <a:cs typeface="ＭＳ Ｐゴシック" pitchFamily="-1" charset="-128"/>
        </a:defRPr>
      </a:lvl4pPr>
      <a:lvl5pPr algn="l" rtl="0" eaLnBrk="0" fontAlgn="base" hangingPunct="0">
        <a:spcBef>
          <a:spcPct val="0"/>
        </a:spcBef>
        <a:spcAft>
          <a:spcPct val="0"/>
        </a:spcAft>
        <a:defRPr sz="3200">
          <a:solidFill>
            <a:schemeClr val="tx2"/>
          </a:solidFill>
          <a:latin typeface="Bookman Old Style" pitchFamily="-1" charset="0"/>
          <a:ea typeface="MS PGothic" panose="020B0600070205080204" pitchFamily="34" charset="-128"/>
          <a:cs typeface="ＭＳ Ｐゴシック" pitchFamily="-1" charset="-128"/>
        </a:defRPr>
      </a:lvl5pPr>
      <a:lvl6pPr marL="457200" algn="l" rtl="0" fontAlgn="base">
        <a:spcBef>
          <a:spcPct val="0"/>
        </a:spcBef>
        <a:spcAft>
          <a:spcPct val="0"/>
        </a:spcAft>
        <a:defRPr sz="3200">
          <a:solidFill>
            <a:schemeClr val="tx2"/>
          </a:solidFill>
          <a:latin typeface="Bookman Old Style" pitchFamily="-1" charset="0"/>
          <a:ea typeface="ＭＳ Ｐゴシック" pitchFamily="-1" charset="-128"/>
          <a:cs typeface="ＭＳ Ｐゴシック" pitchFamily="-1" charset="-128"/>
        </a:defRPr>
      </a:lvl6pPr>
      <a:lvl7pPr marL="914400" algn="l" rtl="0" fontAlgn="base">
        <a:spcBef>
          <a:spcPct val="0"/>
        </a:spcBef>
        <a:spcAft>
          <a:spcPct val="0"/>
        </a:spcAft>
        <a:defRPr sz="3200">
          <a:solidFill>
            <a:schemeClr val="tx2"/>
          </a:solidFill>
          <a:latin typeface="Bookman Old Style" pitchFamily="-1" charset="0"/>
          <a:ea typeface="ＭＳ Ｐゴシック" pitchFamily="-1" charset="-128"/>
          <a:cs typeface="ＭＳ Ｐゴシック" pitchFamily="-1" charset="-128"/>
        </a:defRPr>
      </a:lvl7pPr>
      <a:lvl8pPr marL="1371600" algn="l" rtl="0" fontAlgn="base">
        <a:spcBef>
          <a:spcPct val="0"/>
        </a:spcBef>
        <a:spcAft>
          <a:spcPct val="0"/>
        </a:spcAft>
        <a:defRPr sz="3200">
          <a:solidFill>
            <a:schemeClr val="tx2"/>
          </a:solidFill>
          <a:latin typeface="Bookman Old Style" pitchFamily="-1" charset="0"/>
          <a:ea typeface="ＭＳ Ｐゴシック" pitchFamily="-1" charset="-128"/>
          <a:cs typeface="ＭＳ Ｐゴシック" pitchFamily="-1" charset="-128"/>
        </a:defRPr>
      </a:lvl8pPr>
      <a:lvl9pPr marL="1828800" algn="l" rtl="0" fontAlgn="base">
        <a:spcBef>
          <a:spcPct val="0"/>
        </a:spcBef>
        <a:spcAft>
          <a:spcPct val="0"/>
        </a:spcAft>
        <a:defRPr sz="3200">
          <a:solidFill>
            <a:schemeClr val="tx2"/>
          </a:solidFill>
          <a:latin typeface="Bookman Old Style" pitchFamily="-1" charset="0"/>
          <a:ea typeface="ＭＳ Ｐゴシック" pitchFamily="-1" charset="-128"/>
          <a:cs typeface="ＭＳ Ｐゴシック" pitchFamily="-1" charset="-128"/>
        </a:defRPr>
      </a:lvl9pPr>
    </p:titleStyle>
    <p:bodyStyle>
      <a:lvl1pPr marL="273050" indent="-273050" algn="l" rtl="0" eaLnBrk="0" fontAlgn="base" hangingPunct="0">
        <a:spcBef>
          <a:spcPts val="600"/>
        </a:spcBef>
        <a:spcAft>
          <a:spcPct val="0"/>
        </a:spcAft>
        <a:buClr>
          <a:schemeClr val="accent1"/>
        </a:buClr>
        <a:buSzPct val="76000"/>
        <a:buFont typeface="Wingdings 3" panose="05040102010807070707" pitchFamily="18" charset="2"/>
        <a:buChar char=""/>
        <a:defRPr sz="2600" kern="1200">
          <a:solidFill>
            <a:schemeClr val="tx1"/>
          </a:solidFill>
          <a:latin typeface="+mn-lt"/>
          <a:ea typeface="MS PGothic" panose="020B0600070205080204" pitchFamily="34" charset="-128"/>
          <a:cs typeface="ＭＳ Ｐゴシック" pitchFamily="-1" charset="-128"/>
        </a:defRPr>
      </a:lvl1pPr>
      <a:lvl2pPr marL="547688" indent="-273050" algn="l" rtl="0" eaLnBrk="0" fontAlgn="base" hangingPunct="0">
        <a:spcBef>
          <a:spcPts val="500"/>
        </a:spcBef>
        <a:spcAft>
          <a:spcPct val="0"/>
        </a:spcAft>
        <a:buClr>
          <a:schemeClr val="accent2"/>
        </a:buClr>
        <a:buSzPct val="76000"/>
        <a:buFont typeface="Wingdings 3" panose="05040102010807070707" pitchFamily="18" charset="2"/>
        <a:buChar char=""/>
        <a:defRPr sz="2300" kern="1200">
          <a:solidFill>
            <a:schemeClr val="tx2"/>
          </a:solidFill>
          <a:latin typeface="+mn-lt"/>
          <a:ea typeface="MS PGothic" panose="020B0600070205080204" pitchFamily="34" charset="-128"/>
          <a:cs typeface="+mn-cs"/>
        </a:defRPr>
      </a:lvl2pPr>
      <a:lvl3pPr marL="822325" indent="-228600" algn="l" rtl="0" eaLnBrk="0" fontAlgn="base" hangingPunct="0">
        <a:spcBef>
          <a:spcPts val="500"/>
        </a:spcBef>
        <a:spcAft>
          <a:spcPct val="0"/>
        </a:spcAft>
        <a:buClr>
          <a:srgbClr val="BCBCBC"/>
        </a:buClr>
        <a:buSzPct val="76000"/>
        <a:buFont typeface="Wingdings 3" panose="05040102010807070707" pitchFamily="18" charset="2"/>
        <a:buChar char=""/>
        <a:defRPr sz="2000" kern="1200">
          <a:solidFill>
            <a:schemeClr val="tx1"/>
          </a:solidFill>
          <a:latin typeface="+mn-lt"/>
          <a:ea typeface="MS PGothic" panose="020B0600070205080204" pitchFamily="34" charset="-128"/>
          <a:cs typeface="+mn-cs"/>
        </a:defRPr>
      </a:lvl3pPr>
      <a:lvl4pPr marL="1096963" indent="-228600" algn="l" rtl="0" eaLnBrk="0" fontAlgn="base" hangingPunct="0">
        <a:spcBef>
          <a:spcPts val="400"/>
        </a:spcBef>
        <a:spcAft>
          <a:spcPct val="0"/>
        </a:spcAft>
        <a:buClr>
          <a:srgbClr val="8BA2B4"/>
        </a:buClr>
        <a:buSzPct val="70000"/>
        <a:buFont typeface="Wingdings" panose="05000000000000000000" pitchFamily="2" charset="2"/>
        <a:buChar char=""/>
        <a:defRPr kern="1200">
          <a:solidFill>
            <a:schemeClr val="tx1"/>
          </a:solidFill>
          <a:latin typeface="+mn-lt"/>
          <a:ea typeface="MS PGothic" panose="020B0600070205080204" pitchFamily="34" charset="-128"/>
          <a:cs typeface="+mn-cs"/>
        </a:defRPr>
      </a:lvl4pPr>
      <a:lvl5pPr marL="1371600" indent="-228600" algn="l" rtl="0" eaLnBrk="0" fontAlgn="base" hangingPunct="0">
        <a:spcBef>
          <a:spcPts val="300"/>
        </a:spcBef>
        <a:spcAft>
          <a:spcPct val="0"/>
        </a:spcAft>
        <a:buClr>
          <a:schemeClr val="accent2"/>
        </a:buClr>
        <a:buSzPct val="70000"/>
        <a:buFont typeface="Wingdings" panose="05000000000000000000" pitchFamily="2" charset="2"/>
        <a:buChar char=""/>
        <a:defRPr sz="1600" kern="1200">
          <a:solidFill>
            <a:schemeClr val="tx1"/>
          </a:solidFill>
          <a:latin typeface="+mn-lt"/>
          <a:ea typeface="MS PGothic" panose="020B0600070205080204" pitchFamily="34" charset="-128"/>
          <a:cs typeface="+mn-cs"/>
        </a:defRPr>
      </a:lvl5pPr>
      <a:lvl6pPr marL="1645920" indent="-182880" algn="l" rtl="0" eaLnBrk="1" latinLnBrk="0" hangingPunct="1">
        <a:spcBef>
          <a:spcPts val="300"/>
        </a:spcBef>
        <a:buClr>
          <a:srgbClr val="9FB8CD">
            <a:shade val="75000"/>
          </a:srgbClr>
        </a:buClr>
        <a:buSzPct val="75000"/>
        <a:buFont typeface="Wingdings 3"/>
        <a:buChar char=""/>
        <a:defRPr kumimoji="0" lang="en-US" sz="1600" kern="1200" smtClean="0">
          <a:solidFill>
            <a:schemeClr val="tx1"/>
          </a:solidFill>
          <a:latin typeface="+mn-lt"/>
          <a:ea typeface="+mn-ea"/>
          <a:cs typeface="+mn-cs"/>
        </a:defRPr>
      </a:lvl6pPr>
      <a:lvl7pPr marL="1828800" indent="-182880" algn="l" rtl="0" eaLnBrk="1" latinLnBrk="0" hangingPunct="1">
        <a:spcBef>
          <a:spcPts val="300"/>
        </a:spcBef>
        <a:buClr>
          <a:srgbClr val="727CA3">
            <a:shade val="75000"/>
          </a:srgbClr>
        </a:buClr>
        <a:buSzPct val="75000"/>
        <a:buFont typeface="Wingdings 3"/>
        <a:buChar char=""/>
        <a:defRPr kumimoji="0" lang="en-US" sz="1400" kern="1200" smtClean="0">
          <a:solidFill>
            <a:schemeClr val="tx1"/>
          </a:solidFill>
          <a:latin typeface="+mn-lt"/>
          <a:ea typeface="+mn-ea"/>
          <a:cs typeface="+mn-cs"/>
        </a:defRPr>
      </a:lvl7pPr>
      <a:lvl8pPr marL="2011680" indent="-182880" algn="l" rtl="0" eaLnBrk="1" latinLnBrk="0" hangingPunct="1">
        <a:spcBef>
          <a:spcPts val="300"/>
        </a:spcBef>
        <a:buClr>
          <a:prstClr val="white">
            <a:shade val="50000"/>
          </a:prstClr>
        </a:buClr>
        <a:buSzPct val="75000"/>
        <a:buFont typeface="Wingdings 3"/>
        <a:buChar char=""/>
        <a:defRPr kumimoji="0" lang="en-US" sz="1400" kern="1200" smtClean="0">
          <a:solidFill>
            <a:schemeClr val="tx1"/>
          </a:solidFill>
          <a:latin typeface="+mn-lt"/>
          <a:ea typeface="+mn-ea"/>
          <a:cs typeface="+mn-cs"/>
        </a:defRPr>
      </a:lvl8pPr>
      <a:lvl9pPr marL="2194560" indent="-182880" algn="l" rtl="0" eaLnBrk="1" latinLnBrk="0" hangingPunct="1">
        <a:spcBef>
          <a:spcPts val="300"/>
        </a:spcBef>
        <a:buClr>
          <a:srgbClr val="9FB8CD"/>
        </a:buClr>
        <a:buSzPct val="75000"/>
        <a:buFont typeface="Wingdings 3"/>
        <a:buChar char=""/>
        <a:defRPr kumimoji="0" lang="en-US" sz="1200" kern="1200" smtClean="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Title Placeholder 21">
            <a:extLst>
              <a:ext uri="{FF2B5EF4-FFF2-40B4-BE49-F238E27FC236}">
                <a16:creationId xmlns:a16="http://schemas.microsoft.com/office/drawing/2014/main" id="{2FA992CD-93D6-2F46-8249-CB26DA437907}"/>
              </a:ext>
            </a:extLst>
          </p:cNvPr>
          <p:cNvSpPr>
            <a:spLocks noGrp="1"/>
          </p:cNvSpPr>
          <p:nvPr>
            <p:ph type="title"/>
          </p:nvPr>
        </p:nvSpPr>
        <p:spPr bwMode="auto">
          <a:xfrm>
            <a:off x="457200" y="152400"/>
            <a:ext cx="8229600" cy="990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p>
            <a:pPr lvl="0"/>
            <a:r>
              <a:rPr lang="en-US" altLang="en-US"/>
              <a:t>Click to edit Master title style</a:t>
            </a:r>
          </a:p>
        </p:txBody>
      </p:sp>
      <p:sp>
        <p:nvSpPr>
          <p:cNvPr id="1027" name="Text Placeholder 12">
            <a:extLst>
              <a:ext uri="{FF2B5EF4-FFF2-40B4-BE49-F238E27FC236}">
                <a16:creationId xmlns:a16="http://schemas.microsoft.com/office/drawing/2014/main" id="{EF46DB0C-1C67-53CA-A30F-E7FC56C2844A}"/>
              </a:ext>
            </a:extLst>
          </p:cNvPr>
          <p:cNvSpPr>
            <a:spLocks noGrp="1"/>
          </p:cNvSpPr>
          <p:nvPr>
            <p:ph type="body" idx="1"/>
          </p:nvPr>
        </p:nvSpPr>
        <p:spPr bwMode="auto">
          <a:xfrm>
            <a:off x="457200" y="1219200"/>
            <a:ext cx="8229600" cy="4910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14" name="Date Placeholder 13">
            <a:extLst>
              <a:ext uri="{FF2B5EF4-FFF2-40B4-BE49-F238E27FC236}">
                <a16:creationId xmlns:a16="http://schemas.microsoft.com/office/drawing/2014/main" id="{57DB67DE-3B18-929F-1664-EE84A02BFB20}"/>
              </a:ext>
            </a:extLst>
          </p:cNvPr>
          <p:cNvSpPr>
            <a:spLocks noGrp="1"/>
          </p:cNvSpPr>
          <p:nvPr>
            <p:ph type="dt" sz="half" idx="2"/>
          </p:nvPr>
        </p:nvSpPr>
        <p:spPr>
          <a:xfrm>
            <a:off x="6400800" y="6356350"/>
            <a:ext cx="2289175" cy="365125"/>
          </a:xfrm>
          <a:prstGeom prst="rect">
            <a:avLst/>
          </a:prstGeom>
        </p:spPr>
        <p:txBody>
          <a:bodyPr vert="horz" wrap="square" lIns="91440" tIns="45720" rIns="91440" bIns="45720" numCol="1" anchor="t" anchorCtr="0" compatLnSpc="1">
            <a:prstTxWarp prst="textNoShape">
              <a:avLst/>
            </a:prstTxWarp>
          </a:bodyPr>
          <a:lstStyle>
            <a:lvl1pPr>
              <a:defRPr sz="1400">
                <a:solidFill>
                  <a:schemeClr val="tx2"/>
                </a:solidFill>
              </a:defRPr>
            </a:lvl1pPr>
          </a:lstStyle>
          <a:p>
            <a:fld id="{FF8048E6-EE6A-44C1-B482-82F3EE80854C}" type="datetime1">
              <a:rPr lang="en-US" altLang="en-US"/>
              <a:pPr/>
              <a:t>11/21/2025</a:t>
            </a:fld>
            <a:endParaRPr lang="en-US" altLang="en-US"/>
          </a:p>
        </p:txBody>
      </p:sp>
      <p:sp>
        <p:nvSpPr>
          <p:cNvPr id="3" name="Footer Placeholder 2">
            <a:extLst>
              <a:ext uri="{FF2B5EF4-FFF2-40B4-BE49-F238E27FC236}">
                <a16:creationId xmlns:a16="http://schemas.microsoft.com/office/drawing/2014/main" id="{EE4F0BC7-B6B2-848F-1BDD-743168C49FB4}"/>
              </a:ext>
            </a:extLst>
          </p:cNvPr>
          <p:cNvSpPr>
            <a:spLocks noGrp="1"/>
          </p:cNvSpPr>
          <p:nvPr>
            <p:ph type="ftr" sz="quarter" idx="3"/>
          </p:nvPr>
        </p:nvSpPr>
        <p:spPr>
          <a:xfrm>
            <a:off x="2898775" y="6356350"/>
            <a:ext cx="3505200" cy="365125"/>
          </a:xfrm>
          <a:prstGeom prst="rect">
            <a:avLst/>
          </a:prstGeom>
        </p:spPr>
        <p:txBody>
          <a:bodyPr vert="horz"/>
          <a:lstStyle>
            <a:lvl1pPr algn="r" eaLnBrk="1" latinLnBrk="0" hangingPunct="1">
              <a:defRPr kumimoji="0" sz="1400">
                <a:solidFill>
                  <a:schemeClr val="tx2"/>
                </a:solidFill>
                <a:latin typeface="Arial" pitchFamily="-1" charset="0"/>
                <a:ea typeface="ＭＳ Ｐゴシック" pitchFamily="-1" charset="-128"/>
                <a:cs typeface="ＭＳ Ｐゴシック" pitchFamily="-1" charset="-128"/>
              </a:defRPr>
            </a:lvl1pPr>
          </a:lstStyle>
          <a:p>
            <a:pPr>
              <a:defRPr/>
            </a:pPr>
            <a:endParaRPr lang="en-US"/>
          </a:p>
        </p:txBody>
      </p:sp>
      <p:sp>
        <p:nvSpPr>
          <p:cNvPr id="23" name="Slide Number Placeholder 22">
            <a:extLst>
              <a:ext uri="{FF2B5EF4-FFF2-40B4-BE49-F238E27FC236}">
                <a16:creationId xmlns:a16="http://schemas.microsoft.com/office/drawing/2014/main" id="{6396F740-0CB5-FA98-B6D4-CC2756E92875}"/>
              </a:ext>
            </a:extLst>
          </p:cNvPr>
          <p:cNvSpPr>
            <a:spLocks noGrp="1"/>
          </p:cNvSpPr>
          <p:nvPr>
            <p:ph type="sldNum" sz="quarter" idx="4"/>
          </p:nvPr>
        </p:nvSpPr>
        <p:spPr>
          <a:xfrm>
            <a:off x="612775" y="6356350"/>
            <a:ext cx="1981200" cy="365125"/>
          </a:xfrm>
          <a:prstGeom prst="rect">
            <a:avLst/>
          </a:prstGeom>
        </p:spPr>
        <p:txBody>
          <a:bodyPr vert="horz" wrap="square" lIns="91440" tIns="45720" rIns="91440" bIns="45720" numCol="1" anchor="t" anchorCtr="0" compatLnSpc="1">
            <a:prstTxWarp prst="textNoShape">
              <a:avLst/>
            </a:prstTxWarp>
          </a:bodyPr>
          <a:lstStyle>
            <a:lvl1pPr>
              <a:defRPr sz="1400">
                <a:solidFill>
                  <a:schemeClr val="tx2"/>
                </a:solidFill>
              </a:defRPr>
            </a:lvl1pPr>
          </a:lstStyle>
          <a:p>
            <a:fld id="{B996C145-F33C-4412-B6FA-68BCD0EFD3E5}" type="slidenum">
              <a:rPr lang="en-US" altLang="en-US"/>
              <a:pPr/>
              <a:t>‹#›</a:t>
            </a:fld>
            <a:endParaRPr lang="en-US" altLang="en-US"/>
          </a:p>
        </p:txBody>
      </p:sp>
      <p:sp>
        <p:nvSpPr>
          <p:cNvPr id="28" name="Straight Connector 27">
            <a:extLst>
              <a:ext uri="{FF2B5EF4-FFF2-40B4-BE49-F238E27FC236}">
                <a16:creationId xmlns:a16="http://schemas.microsoft.com/office/drawing/2014/main" id="{44BF289F-DE70-BB6D-92F0-95D240F70DDD}"/>
              </a:ext>
            </a:extLst>
          </p:cNvPr>
          <p:cNvSpPr>
            <a:spLocks noChangeShapeType="1"/>
          </p:cNvSpPr>
          <p:nvPr/>
        </p:nvSpPr>
        <p:spPr bwMode="auto">
          <a:xfrm>
            <a:off x="457200" y="6353175"/>
            <a:ext cx="8229600" cy="0"/>
          </a:xfrm>
          <a:prstGeom prst="line">
            <a:avLst/>
          </a:prstGeom>
          <a:noFill/>
          <a:ln w="9525" cap="flat" cmpd="sng" algn="ctr">
            <a:solidFill>
              <a:schemeClr val="accent2"/>
            </a:solidFill>
            <a:prstDash val="dash"/>
            <a:round/>
            <a:headEnd type="none" w="med" len="med"/>
            <a:tailEnd type="none" w="med" len="med"/>
          </a:ln>
          <a:effectLst/>
        </p:spPr>
        <p:txBody>
          <a:bodyPr/>
          <a:lstStyle/>
          <a:p>
            <a:pPr>
              <a:defRPr/>
            </a:pPr>
            <a:endParaRPr lang="en-US">
              <a:latin typeface="Arial" pitchFamily="-1" charset="0"/>
              <a:ea typeface="ＭＳ Ｐゴシック" pitchFamily="-1" charset="-128"/>
              <a:cs typeface="ＭＳ Ｐゴシック" pitchFamily="-1" charset="-128"/>
            </a:endParaRPr>
          </a:p>
        </p:txBody>
      </p:sp>
      <p:sp>
        <p:nvSpPr>
          <p:cNvPr id="29" name="Straight Connector 28">
            <a:extLst>
              <a:ext uri="{FF2B5EF4-FFF2-40B4-BE49-F238E27FC236}">
                <a16:creationId xmlns:a16="http://schemas.microsoft.com/office/drawing/2014/main" id="{607CB811-5919-B4E7-044E-560A4E7ECE8F}"/>
              </a:ext>
            </a:extLst>
          </p:cNvPr>
          <p:cNvSpPr>
            <a:spLocks noChangeShapeType="1"/>
          </p:cNvSpPr>
          <p:nvPr/>
        </p:nvSpPr>
        <p:spPr bwMode="auto">
          <a:xfrm>
            <a:off x="457200" y="1143000"/>
            <a:ext cx="8229600" cy="0"/>
          </a:xfrm>
          <a:prstGeom prst="line">
            <a:avLst/>
          </a:prstGeom>
          <a:noFill/>
          <a:ln w="9525" cap="flat" cmpd="sng" algn="ctr">
            <a:solidFill>
              <a:schemeClr val="accent2"/>
            </a:solidFill>
            <a:prstDash val="dash"/>
            <a:round/>
            <a:headEnd type="none" w="med" len="med"/>
            <a:tailEnd type="none" w="med" len="med"/>
          </a:ln>
          <a:effectLst/>
        </p:spPr>
        <p:txBody>
          <a:bodyPr/>
          <a:lstStyle/>
          <a:p>
            <a:pPr>
              <a:defRPr/>
            </a:pPr>
            <a:endParaRPr lang="en-US">
              <a:latin typeface="Arial" pitchFamily="-1" charset="0"/>
              <a:ea typeface="ＭＳ Ｐゴシック" pitchFamily="-1" charset="-128"/>
              <a:cs typeface="ＭＳ Ｐゴシック" pitchFamily="-1" charset="-128"/>
            </a:endParaRPr>
          </a:p>
        </p:txBody>
      </p:sp>
      <p:sp>
        <p:nvSpPr>
          <p:cNvPr id="10" name="Isosceles Triangle 9">
            <a:extLst>
              <a:ext uri="{FF2B5EF4-FFF2-40B4-BE49-F238E27FC236}">
                <a16:creationId xmlns:a16="http://schemas.microsoft.com/office/drawing/2014/main" id="{B3ACB4B6-3C52-E986-905E-A5D72DD974DE}"/>
              </a:ext>
            </a:extLst>
          </p:cNvPr>
          <p:cNvSpPr>
            <a:spLocks noChangeAspect="1"/>
          </p:cNvSpPr>
          <p:nvPr/>
        </p:nvSpPr>
        <p:spPr>
          <a:xfrm rot="5400000">
            <a:off x="419100" y="6467475"/>
            <a:ext cx="190500" cy="120650"/>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defRPr/>
            </a:pPr>
            <a:endParaRPr lang="en-US"/>
          </a:p>
        </p:txBody>
      </p:sp>
    </p:spTree>
    <p:extLst>
      <p:ext uri="{BB962C8B-B14F-4D97-AF65-F5344CB8AC3E}">
        <p14:creationId xmlns:p14="http://schemas.microsoft.com/office/powerpoint/2010/main" val="2849719424"/>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hf hdr="0" ftr="0" dt="0"/>
  <p:txStyles>
    <p:titleStyle>
      <a:lvl1pPr algn="l" rtl="0" eaLnBrk="0" fontAlgn="base" hangingPunct="0">
        <a:spcBef>
          <a:spcPct val="0"/>
        </a:spcBef>
        <a:spcAft>
          <a:spcPct val="0"/>
        </a:spcAft>
        <a:defRPr sz="3200" kern="1200">
          <a:solidFill>
            <a:schemeClr val="tx2"/>
          </a:solidFill>
          <a:latin typeface="+mj-lt"/>
          <a:ea typeface="MS PGothic" panose="020B0600070205080204" pitchFamily="34" charset="-128"/>
          <a:cs typeface="ＭＳ Ｐゴシック" pitchFamily="-1" charset="-128"/>
        </a:defRPr>
      </a:lvl1pPr>
      <a:lvl2pPr algn="l" rtl="0" eaLnBrk="0" fontAlgn="base" hangingPunct="0">
        <a:spcBef>
          <a:spcPct val="0"/>
        </a:spcBef>
        <a:spcAft>
          <a:spcPct val="0"/>
        </a:spcAft>
        <a:defRPr sz="3200">
          <a:solidFill>
            <a:schemeClr val="tx2"/>
          </a:solidFill>
          <a:latin typeface="Bookman Old Style" pitchFamily="-1" charset="0"/>
          <a:ea typeface="MS PGothic" panose="020B0600070205080204" pitchFamily="34" charset="-128"/>
          <a:cs typeface="ＭＳ Ｐゴシック" pitchFamily="-1" charset="-128"/>
        </a:defRPr>
      </a:lvl2pPr>
      <a:lvl3pPr algn="l" rtl="0" eaLnBrk="0" fontAlgn="base" hangingPunct="0">
        <a:spcBef>
          <a:spcPct val="0"/>
        </a:spcBef>
        <a:spcAft>
          <a:spcPct val="0"/>
        </a:spcAft>
        <a:defRPr sz="3200">
          <a:solidFill>
            <a:schemeClr val="tx2"/>
          </a:solidFill>
          <a:latin typeface="Bookman Old Style" pitchFamily="-1" charset="0"/>
          <a:ea typeface="MS PGothic" panose="020B0600070205080204" pitchFamily="34" charset="-128"/>
          <a:cs typeface="ＭＳ Ｐゴシック" pitchFamily="-1" charset="-128"/>
        </a:defRPr>
      </a:lvl3pPr>
      <a:lvl4pPr algn="l" rtl="0" eaLnBrk="0" fontAlgn="base" hangingPunct="0">
        <a:spcBef>
          <a:spcPct val="0"/>
        </a:spcBef>
        <a:spcAft>
          <a:spcPct val="0"/>
        </a:spcAft>
        <a:defRPr sz="3200">
          <a:solidFill>
            <a:schemeClr val="tx2"/>
          </a:solidFill>
          <a:latin typeface="Bookman Old Style" pitchFamily="-1" charset="0"/>
          <a:ea typeface="MS PGothic" panose="020B0600070205080204" pitchFamily="34" charset="-128"/>
          <a:cs typeface="ＭＳ Ｐゴシック" pitchFamily="-1" charset="-128"/>
        </a:defRPr>
      </a:lvl4pPr>
      <a:lvl5pPr algn="l" rtl="0" eaLnBrk="0" fontAlgn="base" hangingPunct="0">
        <a:spcBef>
          <a:spcPct val="0"/>
        </a:spcBef>
        <a:spcAft>
          <a:spcPct val="0"/>
        </a:spcAft>
        <a:defRPr sz="3200">
          <a:solidFill>
            <a:schemeClr val="tx2"/>
          </a:solidFill>
          <a:latin typeface="Bookman Old Style" pitchFamily="-1" charset="0"/>
          <a:ea typeface="MS PGothic" panose="020B0600070205080204" pitchFamily="34" charset="-128"/>
          <a:cs typeface="ＭＳ Ｐゴシック" pitchFamily="-1" charset="-128"/>
        </a:defRPr>
      </a:lvl5pPr>
      <a:lvl6pPr marL="457200" algn="l" rtl="0" fontAlgn="base">
        <a:spcBef>
          <a:spcPct val="0"/>
        </a:spcBef>
        <a:spcAft>
          <a:spcPct val="0"/>
        </a:spcAft>
        <a:defRPr sz="3200">
          <a:solidFill>
            <a:schemeClr val="tx2"/>
          </a:solidFill>
          <a:latin typeface="Bookman Old Style" pitchFamily="-1" charset="0"/>
          <a:ea typeface="ＭＳ Ｐゴシック" pitchFamily="-1" charset="-128"/>
          <a:cs typeface="ＭＳ Ｐゴシック" pitchFamily="-1" charset="-128"/>
        </a:defRPr>
      </a:lvl6pPr>
      <a:lvl7pPr marL="914400" algn="l" rtl="0" fontAlgn="base">
        <a:spcBef>
          <a:spcPct val="0"/>
        </a:spcBef>
        <a:spcAft>
          <a:spcPct val="0"/>
        </a:spcAft>
        <a:defRPr sz="3200">
          <a:solidFill>
            <a:schemeClr val="tx2"/>
          </a:solidFill>
          <a:latin typeface="Bookman Old Style" pitchFamily="-1" charset="0"/>
          <a:ea typeface="ＭＳ Ｐゴシック" pitchFamily="-1" charset="-128"/>
          <a:cs typeface="ＭＳ Ｐゴシック" pitchFamily="-1" charset="-128"/>
        </a:defRPr>
      </a:lvl7pPr>
      <a:lvl8pPr marL="1371600" algn="l" rtl="0" fontAlgn="base">
        <a:spcBef>
          <a:spcPct val="0"/>
        </a:spcBef>
        <a:spcAft>
          <a:spcPct val="0"/>
        </a:spcAft>
        <a:defRPr sz="3200">
          <a:solidFill>
            <a:schemeClr val="tx2"/>
          </a:solidFill>
          <a:latin typeface="Bookman Old Style" pitchFamily="-1" charset="0"/>
          <a:ea typeface="ＭＳ Ｐゴシック" pitchFamily="-1" charset="-128"/>
          <a:cs typeface="ＭＳ Ｐゴシック" pitchFamily="-1" charset="-128"/>
        </a:defRPr>
      </a:lvl8pPr>
      <a:lvl9pPr marL="1828800" algn="l" rtl="0" fontAlgn="base">
        <a:spcBef>
          <a:spcPct val="0"/>
        </a:spcBef>
        <a:spcAft>
          <a:spcPct val="0"/>
        </a:spcAft>
        <a:defRPr sz="3200">
          <a:solidFill>
            <a:schemeClr val="tx2"/>
          </a:solidFill>
          <a:latin typeface="Bookman Old Style" pitchFamily="-1" charset="0"/>
          <a:ea typeface="ＭＳ Ｐゴシック" pitchFamily="-1" charset="-128"/>
          <a:cs typeface="ＭＳ Ｐゴシック" pitchFamily="-1" charset="-128"/>
        </a:defRPr>
      </a:lvl9pPr>
    </p:titleStyle>
    <p:bodyStyle>
      <a:lvl1pPr marL="273050" indent="-273050" algn="l" rtl="0" eaLnBrk="0" fontAlgn="base" hangingPunct="0">
        <a:spcBef>
          <a:spcPts val="600"/>
        </a:spcBef>
        <a:spcAft>
          <a:spcPct val="0"/>
        </a:spcAft>
        <a:buClr>
          <a:schemeClr val="accent1"/>
        </a:buClr>
        <a:buSzPct val="76000"/>
        <a:buFont typeface="Wingdings 3" panose="05040102010807070707" pitchFamily="18" charset="2"/>
        <a:buChar char=""/>
        <a:defRPr sz="2600" kern="1200">
          <a:solidFill>
            <a:schemeClr val="tx1"/>
          </a:solidFill>
          <a:latin typeface="+mn-lt"/>
          <a:ea typeface="MS PGothic" panose="020B0600070205080204" pitchFamily="34" charset="-128"/>
          <a:cs typeface="ＭＳ Ｐゴシック" pitchFamily="-1" charset="-128"/>
        </a:defRPr>
      </a:lvl1pPr>
      <a:lvl2pPr marL="547688" indent="-273050" algn="l" rtl="0" eaLnBrk="0" fontAlgn="base" hangingPunct="0">
        <a:spcBef>
          <a:spcPts val="500"/>
        </a:spcBef>
        <a:spcAft>
          <a:spcPct val="0"/>
        </a:spcAft>
        <a:buClr>
          <a:schemeClr val="accent2"/>
        </a:buClr>
        <a:buSzPct val="76000"/>
        <a:buFont typeface="Wingdings 3" panose="05040102010807070707" pitchFamily="18" charset="2"/>
        <a:buChar char=""/>
        <a:defRPr sz="2300" kern="1200">
          <a:solidFill>
            <a:schemeClr val="tx2"/>
          </a:solidFill>
          <a:latin typeface="+mn-lt"/>
          <a:ea typeface="MS PGothic" panose="020B0600070205080204" pitchFamily="34" charset="-128"/>
          <a:cs typeface="+mn-cs"/>
        </a:defRPr>
      </a:lvl2pPr>
      <a:lvl3pPr marL="822325" indent="-228600" algn="l" rtl="0" eaLnBrk="0" fontAlgn="base" hangingPunct="0">
        <a:spcBef>
          <a:spcPts val="500"/>
        </a:spcBef>
        <a:spcAft>
          <a:spcPct val="0"/>
        </a:spcAft>
        <a:buClr>
          <a:srgbClr val="BCBCBC"/>
        </a:buClr>
        <a:buSzPct val="76000"/>
        <a:buFont typeface="Wingdings 3" panose="05040102010807070707" pitchFamily="18" charset="2"/>
        <a:buChar char=""/>
        <a:defRPr sz="2000" kern="1200">
          <a:solidFill>
            <a:schemeClr val="tx1"/>
          </a:solidFill>
          <a:latin typeface="+mn-lt"/>
          <a:ea typeface="MS PGothic" panose="020B0600070205080204" pitchFamily="34" charset="-128"/>
          <a:cs typeface="+mn-cs"/>
        </a:defRPr>
      </a:lvl3pPr>
      <a:lvl4pPr marL="1096963" indent="-228600" algn="l" rtl="0" eaLnBrk="0" fontAlgn="base" hangingPunct="0">
        <a:spcBef>
          <a:spcPts val="400"/>
        </a:spcBef>
        <a:spcAft>
          <a:spcPct val="0"/>
        </a:spcAft>
        <a:buClr>
          <a:srgbClr val="8BA2B4"/>
        </a:buClr>
        <a:buSzPct val="70000"/>
        <a:buFont typeface="Wingdings" panose="05000000000000000000" pitchFamily="2" charset="2"/>
        <a:buChar char=""/>
        <a:defRPr kern="1200">
          <a:solidFill>
            <a:schemeClr val="tx1"/>
          </a:solidFill>
          <a:latin typeface="+mn-lt"/>
          <a:ea typeface="MS PGothic" panose="020B0600070205080204" pitchFamily="34" charset="-128"/>
          <a:cs typeface="+mn-cs"/>
        </a:defRPr>
      </a:lvl4pPr>
      <a:lvl5pPr marL="1371600" indent="-228600" algn="l" rtl="0" eaLnBrk="0" fontAlgn="base" hangingPunct="0">
        <a:spcBef>
          <a:spcPts val="300"/>
        </a:spcBef>
        <a:spcAft>
          <a:spcPct val="0"/>
        </a:spcAft>
        <a:buClr>
          <a:schemeClr val="accent2"/>
        </a:buClr>
        <a:buSzPct val="70000"/>
        <a:buFont typeface="Wingdings" panose="05000000000000000000" pitchFamily="2" charset="2"/>
        <a:buChar char=""/>
        <a:defRPr sz="1600" kern="1200">
          <a:solidFill>
            <a:schemeClr val="tx1"/>
          </a:solidFill>
          <a:latin typeface="+mn-lt"/>
          <a:ea typeface="MS PGothic" panose="020B0600070205080204" pitchFamily="34" charset="-128"/>
          <a:cs typeface="+mn-cs"/>
        </a:defRPr>
      </a:lvl5pPr>
      <a:lvl6pPr marL="1645920" indent="-182880" algn="l" rtl="0" eaLnBrk="1" latinLnBrk="0" hangingPunct="1">
        <a:spcBef>
          <a:spcPts val="300"/>
        </a:spcBef>
        <a:buClr>
          <a:srgbClr val="9FB8CD">
            <a:shade val="75000"/>
          </a:srgbClr>
        </a:buClr>
        <a:buSzPct val="75000"/>
        <a:buFont typeface="Wingdings 3"/>
        <a:buChar char=""/>
        <a:defRPr kumimoji="0" lang="en-US" sz="1600" kern="1200" smtClean="0">
          <a:solidFill>
            <a:schemeClr val="tx1"/>
          </a:solidFill>
          <a:latin typeface="+mn-lt"/>
          <a:ea typeface="+mn-ea"/>
          <a:cs typeface="+mn-cs"/>
        </a:defRPr>
      </a:lvl6pPr>
      <a:lvl7pPr marL="1828800" indent="-182880" algn="l" rtl="0" eaLnBrk="1" latinLnBrk="0" hangingPunct="1">
        <a:spcBef>
          <a:spcPts val="300"/>
        </a:spcBef>
        <a:buClr>
          <a:srgbClr val="727CA3">
            <a:shade val="75000"/>
          </a:srgbClr>
        </a:buClr>
        <a:buSzPct val="75000"/>
        <a:buFont typeface="Wingdings 3"/>
        <a:buChar char=""/>
        <a:defRPr kumimoji="0" lang="en-US" sz="1400" kern="1200" smtClean="0">
          <a:solidFill>
            <a:schemeClr val="tx1"/>
          </a:solidFill>
          <a:latin typeface="+mn-lt"/>
          <a:ea typeface="+mn-ea"/>
          <a:cs typeface="+mn-cs"/>
        </a:defRPr>
      </a:lvl7pPr>
      <a:lvl8pPr marL="2011680" indent="-182880" algn="l" rtl="0" eaLnBrk="1" latinLnBrk="0" hangingPunct="1">
        <a:spcBef>
          <a:spcPts val="300"/>
        </a:spcBef>
        <a:buClr>
          <a:prstClr val="white">
            <a:shade val="50000"/>
          </a:prstClr>
        </a:buClr>
        <a:buSzPct val="75000"/>
        <a:buFont typeface="Wingdings 3"/>
        <a:buChar char=""/>
        <a:defRPr kumimoji="0" lang="en-US" sz="1400" kern="1200" smtClean="0">
          <a:solidFill>
            <a:schemeClr val="tx1"/>
          </a:solidFill>
          <a:latin typeface="+mn-lt"/>
          <a:ea typeface="+mn-ea"/>
          <a:cs typeface="+mn-cs"/>
        </a:defRPr>
      </a:lvl8pPr>
      <a:lvl9pPr marL="2194560" indent="-182880" algn="l" rtl="0" eaLnBrk="1" latinLnBrk="0" hangingPunct="1">
        <a:spcBef>
          <a:spcPts val="300"/>
        </a:spcBef>
        <a:buClr>
          <a:srgbClr val="9FB8CD"/>
        </a:buClr>
        <a:buSzPct val="75000"/>
        <a:buFont typeface="Wingdings 3"/>
        <a:buChar char=""/>
        <a:defRPr kumimoji="0" lang="en-US" sz="1200" kern="1200" smtClean="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1.xml"/><Relationship Id="rId1" Type="http://schemas.openxmlformats.org/officeDocument/2006/relationships/slideLayout" Target="../slideLayouts/slideLayout7.xml"/><Relationship Id="rId4" Type="http://schemas.openxmlformats.org/officeDocument/2006/relationships/image" Target="../media/image5.PNG"/></Relationships>
</file>

<file path=ppt/slides/_rels/slide7.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8.wmf"/><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8.wmf"/><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8.wmf"/><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8.wmf"/><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4.xml"/><Relationship Id="rId1" Type="http://schemas.openxmlformats.org/officeDocument/2006/relationships/slideLayout" Target="../slideLayouts/slideLayout7.xml"/><Relationship Id="rId4" Type="http://schemas.openxmlformats.org/officeDocument/2006/relationships/image" Target="../media/image5.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6.xml"/><Relationship Id="rId1" Type="http://schemas.openxmlformats.org/officeDocument/2006/relationships/slideLayout" Target="../slideLayouts/slideLayout7.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10.png"/></Relationships>
</file>

<file path=ppt/slides/_rels/slide2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7.xml"/><Relationship Id="rId1" Type="http://schemas.openxmlformats.org/officeDocument/2006/relationships/slideLayout" Target="../slideLayouts/slideLayout7.xml"/><Relationship Id="rId6" Type="http://schemas.openxmlformats.org/officeDocument/2006/relationships/image" Target="../media/image16.png"/><Relationship Id="rId5" Type="http://schemas.openxmlformats.org/officeDocument/2006/relationships/image" Target="../media/image15.png"/><Relationship Id="rId4" Type="http://schemas.openxmlformats.org/officeDocument/2006/relationships/image" Target="../media/image14.png"/></Relationships>
</file>

<file path=ppt/slides/_rels/slide27.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8.xml"/><Relationship Id="rId1" Type="http://schemas.openxmlformats.org/officeDocument/2006/relationships/slideLayout" Target="../slideLayouts/slideLayout7.xml"/><Relationship Id="rId6" Type="http://schemas.openxmlformats.org/officeDocument/2006/relationships/image" Target="../media/image20.png"/><Relationship Id="rId5" Type="http://schemas.openxmlformats.org/officeDocument/2006/relationships/image" Target="../media/image19.png"/><Relationship Id="rId4" Type="http://schemas.openxmlformats.org/officeDocument/2006/relationships/image" Target="../media/image18.png"/></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Footer Placeholder 3">
            <a:extLst>
              <a:ext uri="{FF2B5EF4-FFF2-40B4-BE49-F238E27FC236}">
                <a16:creationId xmlns:a16="http://schemas.microsoft.com/office/drawing/2014/main" id="{B3DCB794-B022-47B6-85C9-D64227D851C2}"/>
              </a:ext>
            </a:extLst>
          </p:cNvPr>
          <p:cNvSpPr>
            <a:spLocks noGrp="1"/>
          </p:cNvSpPr>
          <p:nvPr>
            <p:ph type="ftr" sz="quarter" idx="12"/>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endParaRPr lang="en-US" altLang="en-US" sz="800" b="1"/>
          </a:p>
          <a:p>
            <a:pPr>
              <a:spcBef>
                <a:spcPct val="0"/>
              </a:spcBef>
              <a:buFontTx/>
              <a:buNone/>
            </a:pPr>
            <a:endParaRPr lang="en-US" altLang="en-US" sz="800">
              <a:latin typeface="Tahoma" panose="020B0604030504040204" pitchFamily="34" charset="0"/>
            </a:endParaRPr>
          </a:p>
          <a:p>
            <a:pPr>
              <a:spcBef>
                <a:spcPct val="0"/>
              </a:spcBef>
              <a:buFontTx/>
              <a:buNone/>
            </a:pPr>
            <a:endParaRPr lang="en-US" altLang="en-US" sz="800" b="1">
              <a:latin typeface="Tahoma" panose="020B0604030504040204" pitchFamily="34" charset="0"/>
            </a:endParaRPr>
          </a:p>
          <a:p>
            <a:pPr>
              <a:spcBef>
                <a:spcPct val="0"/>
              </a:spcBef>
              <a:buFontTx/>
              <a:buNone/>
            </a:pPr>
            <a:r>
              <a:rPr lang="en-US" altLang="en-US" sz="800" b="1">
                <a:latin typeface="Tahoma" panose="020B0604030504040204" pitchFamily="34" charset="0"/>
              </a:rPr>
              <a:t>© A+ Computer Science  -  www.apluscompsci.com</a:t>
            </a:r>
          </a:p>
        </p:txBody>
      </p:sp>
      <p:pic>
        <p:nvPicPr>
          <p:cNvPr id="4099" name="Picture 4">
            <a:extLst>
              <a:ext uri="{FF2B5EF4-FFF2-40B4-BE49-F238E27FC236}">
                <a16:creationId xmlns:a16="http://schemas.microsoft.com/office/drawing/2014/main" id="{9C34F9AB-3207-4DD2-8E05-D5319ADBA2CF}"/>
              </a:ext>
              <a:ext uri="{C183D7F6-B498-43B3-948B-1728B52AA6E4}">
                <adec:decorative xmlns:adec="http://schemas.microsoft.com/office/drawing/2017/decorative" val="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14400" y="3200400"/>
            <a:ext cx="2284413" cy="3073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100" name="WordArt 5">
            <a:extLst>
              <a:ext uri="{FF2B5EF4-FFF2-40B4-BE49-F238E27FC236}">
                <a16:creationId xmlns:a16="http://schemas.microsoft.com/office/drawing/2014/main" id="{6584DCC9-742B-4FDC-8FB4-A3DA2C8EBA74}"/>
              </a:ext>
            </a:extLst>
          </p:cNvPr>
          <p:cNvSpPr>
            <a:spLocks noChangeArrowheads="1" noChangeShapeType="1" noTextEdit="1"/>
          </p:cNvSpPr>
          <p:nvPr/>
        </p:nvSpPr>
        <p:spPr bwMode="auto">
          <a:xfrm>
            <a:off x="1143000" y="609600"/>
            <a:ext cx="6705600" cy="1981200"/>
          </a:xfrm>
          <a:prstGeom prst="rect">
            <a:avLst/>
          </a:prstGeom>
        </p:spPr>
        <p:txBody>
          <a:bodyPr wrap="none" fromWordArt="1">
            <a:prstTxWarp prst="textPlain">
              <a:avLst>
                <a:gd name="adj" fmla="val 50000"/>
              </a:avLst>
            </a:prstTxWarp>
          </a:bodyPr>
          <a:lstStyle/>
          <a:p>
            <a:pPr algn="ctr"/>
            <a:r>
              <a:rPr lang="en-US" sz="3600" kern="10">
                <a:ln w="9525">
                  <a:solidFill>
                    <a:srgbClr val="FFFF00"/>
                  </a:solidFill>
                  <a:round/>
                  <a:headEnd/>
                  <a:tailEnd/>
                </a:ln>
                <a:solidFill>
                  <a:srgbClr val="0000FF"/>
                </a:solidFill>
                <a:effectLst>
                  <a:outerShdw dist="35921" dir="2700000" algn="ctr" rotWithShape="0">
                    <a:srgbClr val="C0C0C0"/>
                  </a:outerShdw>
                </a:effectLst>
                <a:latin typeface="Impact" panose="020B0806030902050204" pitchFamily="34" charset="0"/>
              </a:rPr>
              <a:t>Queues and</a:t>
            </a:r>
          </a:p>
          <a:p>
            <a:pPr algn="ctr"/>
            <a:r>
              <a:rPr lang="en-US" sz="3600" kern="10">
                <a:ln w="9525">
                  <a:solidFill>
                    <a:srgbClr val="FFFF00"/>
                  </a:solidFill>
                  <a:round/>
                  <a:headEnd/>
                  <a:tailEnd/>
                </a:ln>
                <a:solidFill>
                  <a:srgbClr val="0000FF"/>
                </a:solidFill>
                <a:effectLst>
                  <a:outerShdw dist="35921" dir="2700000" algn="ctr" rotWithShape="0">
                    <a:srgbClr val="C0C0C0"/>
                  </a:outerShdw>
                </a:effectLst>
                <a:latin typeface="Impact" panose="020B0806030902050204" pitchFamily="34" charset="0"/>
              </a:rPr>
              <a:t>PQueues</a:t>
            </a:r>
          </a:p>
        </p:txBody>
      </p:sp>
      <p:sp>
        <p:nvSpPr>
          <p:cNvPr id="4101" name="WordArt 7">
            <a:extLst>
              <a:ext uri="{FF2B5EF4-FFF2-40B4-BE49-F238E27FC236}">
                <a16:creationId xmlns:a16="http://schemas.microsoft.com/office/drawing/2014/main" id="{BE72D50D-27D4-406D-B7AD-6601A6F80BE2}"/>
              </a:ext>
            </a:extLst>
          </p:cNvPr>
          <p:cNvSpPr>
            <a:spLocks noChangeArrowheads="1" noChangeShapeType="1" noTextEdit="1"/>
          </p:cNvSpPr>
          <p:nvPr/>
        </p:nvSpPr>
        <p:spPr bwMode="auto">
          <a:xfrm>
            <a:off x="6400800" y="6324600"/>
            <a:ext cx="2438400" cy="304800"/>
          </a:xfrm>
          <a:prstGeom prst="rect">
            <a:avLst/>
          </a:prstGeom>
        </p:spPr>
        <p:txBody>
          <a:bodyPr wrap="none" fromWordArt="1">
            <a:prstTxWarp prst="textPlain">
              <a:avLst>
                <a:gd name="adj" fmla="val 50000"/>
              </a:avLst>
            </a:prstTxWarp>
          </a:bodyPr>
          <a:lstStyle/>
          <a:p>
            <a:pPr algn="ctr"/>
            <a:r>
              <a:rPr lang="en-US" sz="3600" kern="10">
                <a:ln w="9525">
                  <a:solidFill>
                    <a:srgbClr val="FFFF00"/>
                  </a:solidFill>
                  <a:round/>
                  <a:headEnd type="none" w="sm" len="sm"/>
                  <a:tailEnd type="none" w="sm" len="sm"/>
                </a:ln>
                <a:solidFill>
                  <a:srgbClr val="000080"/>
                </a:solidFill>
                <a:effectLst>
                  <a:outerShdw dist="35921" dir="2700000" algn="ctr" rotWithShape="0">
                    <a:srgbClr val="C0C0C0"/>
                  </a:outerShdw>
                </a:effectLst>
                <a:latin typeface="Impact" panose="020B0806030902050204" pitchFamily="34" charset="0"/>
              </a:rPr>
              <a:t>Lab 14</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Footer Placeholder 3">
            <a:extLst>
              <a:ext uri="{FF2B5EF4-FFF2-40B4-BE49-F238E27FC236}">
                <a16:creationId xmlns:a16="http://schemas.microsoft.com/office/drawing/2014/main" id="{6EF12102-2FCC-466F-B6DE-42873137D58C}"/>
              </a:ext>
            </a:extLst>
          </p:cNvPr>
          <p:cNvSpPr>
            <a:spLocks noGrp="1"/>
          </p:cNvSpPr>
          <p:nvPr>
            <p:ph type="ftr" sz="quarter" idx="12"/>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endParaRPr lang="en-US" altLang="en-US" sz="800" b="1"/>
          </a:p>
          <a:p>
            <a:pPr>
              <a:spcBef>
                <a:spcPct val="0"/>
              </a:spcBef>
              <a:buFontTx/>
              <a:buNone/>
            </a:pPr>
            <a:endParaRPr lang="en-US" altLang="en-US" sz="800">
              <a:latin typeface="Tahoma" panose="020B0604030504040204" pitchFamily="34" charset="0"/>
            </a:endParaRPr>
          </a:p>
          <a:p>
            <a:pPr>
              <a:spcBef>
                <a:spcPct val="0"/>
              </a:spcBef>
              <a:buFontTx/>
              <a:buNone/>
            </a:pPr>
            <a:endParaRPr lang="en-US" altLang="en-US" sz="800" b="1">
              <a:latin typeface="Tahoma" panose="020B0604030504040204" pitchFamily="34" charset="0"/>
            </a:endParaRPr>
          </a:p>
          <a:p>
            <a:pPr>
              <a:spcBef>
                <a:spcPct val="0"/>
              </a:spcBef>
              <a:buFontTx/>
              <a:buNone/>
            </a:pPr>
            <a:r>
              <a:rPr lang="en-US" altLang="en-US" sz="800" b="1">
                <a:latin typeface="Tahoma" panose="020B0604030504040204" pitchFamily="34" charset="0"/>
              </a:rPr>
              <a:t>© A+ Computer Science  -  www.apluscompsci.com</a:t>
            </a:r>
          </a:p>
        </p:txBody>
      </p:sp>
      <p:sp>
        <p:nvSpPr>
          <p:cNvPr id="5123" name="Text Box 2">
            <a:extLst>
              <a:ext uri="{FF2B5EF4-FFF2-40B4-BE49-F238E27FC236}">
                <a16:creationId xmlns:a16="http://schemas.microsoft.com/office/drawing/2014/main" id="{7CFC722B-D5A2-45AA-B587-AAA83C9EA511}"/>
              </a:ext>
            </a:extLst>
          </p:cNvPr>
          <p:cNvSpPr txBox="1">
            <a:spLocks noChangeArrowheads="1"/>
          </p:cNvSpPr>
          <p:nvPr/>
        </p:nvSpPr>
        <p:spPr bwMode="auto">
          <a:xfrm>
            <a:off x="685800" y="2057400"/>
            <a:ext cx="8001000" cy="2654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2800">
                <a:solidFill>
                  <a:srgbClr val="000099"/>
                </a:solidFill>
                <a:latin typeface="Tahoma" panose="020B0604030504040204" pitchFamily="34" charset="0"/>
              </a:rPr>
              <a:t>A queue is a group of items all of the same type where items are added to the back of the queue and removed from the front.</a:t>
            </a:r>
          </a:p>
          <a:p>
            <a:pPr>
              <a:spcBef>
                <a:spcPct val="0"/>
              </a:spcBef>
              <a:buFontTx/>
              <a:buNone/>
            </a:pPr>
            <a:endParaRPr lang="en-US" altLang="en-US" sz="2800">
              <a:solidFill>
                <a:srgbClr val="000099"/>
              </a:solidFill>
              <a:latin typeface="Tahoma" panose="020B0604030504040204" pitchFamily="34" charset="0"/>
            </a:endParaRPr>
          </a:p>
          <a:p>
            <a:pPr>
              <a:spcBef>
                <a:spcPct val="0"/>
              </a:spcBef>
              <a:buFontTx/>
              <a:buNone/>
            </a:pPr>
            <a:r>
              <a:rPr lang="en-US" altLang="en-US" sz="2800">
                <a:solidFill>
                  <a:srgbClr val="000099"/>
                </a:solidFill>
                <a:latin typeface="Tahoma" panose="020B0604030504040204" pitchFamily="34" charset="0"/>
              </a:rPr>
              <a:t>The first item added would be the first item removed.   Queues work in a FIFO manner.</a:t>
            </a:r>
            <a:endParaRPr lang="en-US" altLang="en-US" sz="2800" b="0"/>
          </a:p>
        </p:txBody>
      </p:sp>
      <p:sp>
        <p:nvSpPr>
          <p:cNvPr id="5124" name="WordArt 4">
            <a:extLst>
              <a:ext uri="{FF2B5EF4-FFF2-40B4-BE49-F238E27FC236}">
                <a16:creationId xmlns:a16="http://schemas.microsoft.com/office/drawing/2014/main" id="{736E3CAB-9891-4027-A4DE-0B9515BE31F0}"/>
              </a:ext>
            </a:extLst>
          </p:cNvPr>
          <p:cNvSpPr>
            <a:spLocks noChangeArrowheads="1" noChangeShapeType="1" noTextEdit="1"/>
          </p:cNvSpPr>
          <p:nvPr/>
        </p:nvSpPr>
        <p:spPr bwMode="auto">
          <a:xfrm>
            <a:off x="1143000" y="609600"/>
            <a:ext cx="6705600" cy="990600"/>
          </a:xfrm>
          <a:prstGeom prst="rect">
            <a:avLst/>
          </a:prstGeom>
        </p:spPr>
        <p:txBody>
          <a:bodyPr wrap="none" fromWordArt="1">
            <a:prstTxWarp prst="textPlain">
              <a:avLst>
                <a:gd name="adj" fmla="val 50000"/>
              </a:avLst>
            </a:prstTxWarp>
          </a:bodyPr>
          <a:lstStyle/>
          <a:p>
            <a:pPr algn="ctr"/>
            <a:r>
              <a:rPr lang="en-US" sz="3600" kern="10">
                <a:ln w="9525">
                  <a:solidFill>
                    <a:srgbClr val="FFFF00"/>
                  </a:solidFill>
                  <a:round/>
                  <a:headEnd/>
                  <a:tailEnd/>
                </a:ln>
                <a:solidFill>
                  <a:srgbClr val="0000FF"/>
                </a:solidFill>
                <a:effectLst>
                  <a:outerShdw dist="35921" dir="2700000" algn="ctr" rotWithShape="0">
                    <a:srgbClr val="C0C0C0"/>
                  </a:outerShdw>
                </a:effectLst>
                <a:latin typeface="Impact" panose="020B0806030902050204" pitchFamily="34" charset="0"/>
              </a:rPr>
              <a:t>What is a Queue?</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Footer Placeholder 3">
            <a:extLst>
              <a:ext uri="{FF2B5EF4-FFF2-40B4-BE49-F238E27FC236}">
                <a16:creationId xmlns:a16="http://schemas.microsoft.com/office/drawing/2014/main" id="{79506188-3229-4733-BA24-9F24011FEFCF}"/>
              </a:ext>
            </a:extLst>
          </p:cNvPr>
          <p:cNvSpPr>
            <a:spLocks noGrp="1"/>
          </p:cNvSpPr>
          <p:nvPr>
            <p:ph type="ftr" sz="quarter" idx="12"/>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endParaRPr lang="en-US" altLang="en-US" sz="800" b="1"/>
          </a:p>
          <a:p>
            <a:pPr>
              <a:spcBef>
                <a:spcPct val="0"/>
              </a:spcBef>
              <a:buFontTx/>
              <a:buNone/>
            </a:pPr>
            <a:endParaRPr lang="en-US" altLang="en-US" sz="800">
              <a:latin typeface="Tahoma" panose="020B0604030504040204" pitchFamily="34" charset="0"/>
            </a:endParaRPr>
          </a:p>
          <a:p>
            <a:pPr>
              <a:spcBef>
                <a:spcPct val="0"/>
              </a:spcBef>
              <a:buFontTx/>
              <a:buNone/>
            </a:pPr>
            <a:endParaRPr lang="en-US" altLang="en-US" sz="800" b="1">
              <a:latin typeface="Tahoma" panose="020B0604030504040204" pitchFamily="34" charset="0"/>
            </a:endParaRPr>
          </a:p>
          <a:p>
            <a:pPr>
              <a:spcBef>
                <a:spcPct val="0"/>
              </a:spcBef>
              <a:buFontTx/>
              <a:buNone/>
            </a:pPr>
            <a:r>
              <a:rPr lang="en-US" altLang="en-US" sz="800" b="1">
                <a:latin typeface="Tahoma" panose="020B0604030504040204" pitchFamily="34" charset="0"/>
              </a:rPr>
              <a:t>© A+ Computer Science  -  www.apluscompsci.com</a:t>
            </a:r>
          </a:p>
        </p:txBody>
      </p:sp>
      <p:sp>
        <p:nvSpPr>
          <p:cNvPr id="6147" name="Text Box 2">
            <a:extLst>
              <a:ext uri="{FF2B5EF4-FFF2-40B4-BE49-F238E27FC236}">
                <a16:creationId xmlns:a16="http://schemas.microsoft.com/office/drawing/2014/main" id="{9A4E2FCB-4C0D-4405-8285-702DCAC18729}"/>
              </a:ext>
            </a:extLst>
          </p:cNvPr>
          <p:cNvSpPr txBox="1">
            <a:spLocks noChangeArrowheads="1"/>
          </p:cNvSpPr>
          <p:nvPr/>
        </p:nvSpPr>
        <p:spPr bwMode="auto">
          <a:xfrm>
            <a:off x="914400" y="1905000"/>
            <a:ext cx="7543800" cy="2165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endParaRPr lang="en-US" altLang="en-US" sz="2400">
              <a:solidFill>
                <a:srgbClr val="000099"/>
              </a:solidFill>
              <a:latin typeface="Tahoma" panose="020B0604030504040204" pitchFamily="34" charset="0"/>
            </a:endParaRPr>
          </a:p>
          <a:p>
            <a:pPr>
              <a:spcBef>
                <a:spcPct val="0"/>
              </a:spcBef>
              <a:buFontTx/>
              <a:buNone/>
            </a:pPr>
            <a:r>
              <a:rPr lang="en-US" altLang="en-US" sz="2800">
                <a:solidFill>
                  <a:srgbClr val="000099"/>
                </a:solidFill>
                <a:latin typeface="Tahoma" panose="020B0604030504040204" pitchFamily="34" charset="0"/>
              </a:rPr>
              <a:t>In England, when you are to stand in a line, they tell you to go get in the queue.</a:t>
            </a:r>
          </a:p>
          <a:p>
            <a:pPr>
              <a:spcBef>
                <a:spcPct val="0"/>
              </a:spcBef>
              <a:buFontTx/>
              <a:buNone/>
            </a:pPr>
            <a:endParaRPr lang="en-US" altLang="en-US" sz="2800" b="0">
              <a:solidFill>
                <a:srgbClr val="000099"/>
              </a:solidFill>
              <a:latin typeface="Tahoma" panose="020B0604030504040204" pitchFamily="34" charset="0"/>
            </a:endParaRPr>
          </a:p>
          <a:p>
            <a:pPr>
              <a:spcBef>
                <a:spcPct val="0"/>
              </a:spcBef>
              <a:buFontTx/>
              <a:buNone/>
            </a:pPr>
            <a:endParaRPr lang="en-US" altLang="en-US" sz="2800" b="0"/>
          </a:p>
        </p:txBody>
      </p:sp>
      <p:sp>
        <p:nvSpPr>
          <p:cNvPr id="6148" name="WordArt 3">
            <a:extLst>
              <a:ext uri="{FF2B5EF4-FFF2-40B4-BE49-F238E27FC236}">
                <a16:creationId xmlns:a16="http://schemas.microsoft.com/office/drawing/2014/main" id="{46FCE23A-4F33-443C-8C9C-77A970623118}"/>
              </a:ext>
            </a:extLst>
          </p:cNvPr>
          <p:cNvSpPr>
            <a:spLocks noChangeArrowheads="1" noChangeShapeType="1" noTextEdit="1"/>
          </p:cNvSpPr>
          <p:nvPr/>
        </p:nvSpPr>
        <p:spPr bwMode="auto">
          <a:xfrm>
            <a:off x="1143000" y="609600"/>
            <a:ext cx="6705600" cy="990600"/>
          </a:xfrm>
          <a:prstGeom prst="rect">
            <a:avLst/>
          </a:prstGeom>
        </p:spPr>
        <p:txBody>
          <a:bodyPr wrap="none" fromWordArt="1">
            <a:prstTxWarp prst="textPlain">
              <a:avLst>
                <a:gd name="adj" fmla="val 50000"/>
              </a:avLst>
            </a:prstTxWarp>
          </a:bodyPr>
          <a:lstStyle/>
          <a:p>
            <a:pPr algn="ctr"/>
            <a:r>
              <a:rPr lang="en-US" sz="3600" kern="10">
                <a:ln w="9525">
                  <a:solidFill>
                    <a:srgbClr val="FFFF00"/>
                  </a:solidFill>
                  <a:round/>
                  <a:headEnd/>
                  <a:tailEnd/>
                </a:ln>
                <a:solidFill>
                  <a:srgbClr val="0000FF"/>
                </a:solidFill>
                <a:effectLst>
                  <a:outerShdw dist="35921" dir="2700000" algn="ctr" rotWithShape="0">
                    <a:srgbClr val="C0C0C0"/>
                  </a:outerShdw>
                </a:effectLst>
                <a:latin typeface="Impact" panose="020B0806030902050204" pitchFamily="34" charset="0"/>
              </a:rPr>
              <a:t>What is a Queue?</a:t>
            </a:r>
          </a:p>
        </p:txBody>
      </p:sp>
      <p:pic>
        <p:nvPicPr>
          <p:cNvPr id="6149" name="Picture 4">
            <a:extLst>
              <a:ext uri="{FF2B5EF4-FFF2-40B4-BE49-F238E27FC236}">
                <a16:creationId xmlns:a16="http://schemas.microsoft.com/office/drawing/2014/main" id="{15CF6FB9-9D16-498D-9D21-2B0F7DC752A6}"/>
              </a:ext>
              <a:ext uri="{C183D7F6-B498-43B3-948B-1728B52AA6E4}">
                <adec:decorative xmlns:adec="http://schemas.microsoft.com/office/drawing/2017/decorative" val="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200400" y="3581400"/>
            <a:ext cx="2743200" cy="19573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Title 1">
            <a:extLst>
              <a:ext uri="{FF2B5EF4-FFF2-40B4-BE49-F238E27FC236}">
                <a16:creationId xmlns:a16="http://schemas.microsoft.com/office/drawing/2014/main" id="{90F37F37-746B-5048-0351-3734FDDB3186}"/>
              </a:ext>
            </a:extLst>
          </p:cNvPr>
          <p:cNvSpPr>
            <a:spLocks noGrp="1"/>
          </p:cNvSpPr>
          <p:nvPr>
            <p:ph type="title"/>
          </p:nvPr>
        </p:nvSpPr>
        <p:spPr/>
        <p:txBody>
          <a:bodyPr/>
          <a:lstStyle/>
          <a:p>
            <a:pPr eaLnBrk="1" hangingPunct="1"/>
            <a:r>
              <a:rPr lang="en-US" altLang="en-US"/>
              <a:t>Queues in computer science</a:t>
            </a:r>
          </a:p>
        </p:txBody>
      </p:sp>
      <p:sp>
        <p:nvSpPr>
          <p:cNvPr id="17411" name="Slide Number Placeholder 2">
            <a:extLst>
              <a:ext uri="{FF2B5EF4-FFF2-40B4-BE49-F238E27FC236}">
                <a16:creationId xmlns:a16="http://schemas.microsoft.com/office/drawing/2014/main" id="{5E2ED7B5-7881-97D9-4DFD-895B2544D11B}"/>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panose="020B0604020202020204" pitchFamily="34" charset="0"/>
                <a:ea typeface="MS PGothic" panose="020B0600070205080204" pitchFamily="34" charset="-128"/>
              </a:defRPr>
            </a:lvl1pPr>
            <a:lvl2pPr marL="37931725" indent="-37474525" eaLnBrk="0" hangingPunct="0">
              <a:defRPr sz="2400">
                <a:solidFill>
                  <a:schemeClr val="tx1"/>
                </a:solidFill>
                <a:latin typeface="Arial" panose="020B0604020202020204" pitchFamily="34" charset="0"/>
                <a:ea typeface="MS PGothic" panose="020B0600070205080204" pitchFamily="34" charset="-128"/>
              </a:defRPr>
            </a:lvl2pPr>
            <a:lvl3pPr eaLnBrk="0" hangingPunct="0">
              <a:defRPr sz="2400">
                <a:solidFill>
                  <a:schemeClr val="tx1"/>
                </a:solidFill>
                <a:latin typeface="Arial" panose="020B0604020202020204" pitchFamily="34" charset="0"/>
                <a:ea typeface="MS PGothic" panose="020B0600070205080204" pitchFamily="34" charset="-128"/>
              </a:defRPr>
            </a:lvl3pPr>
            <a:lvl4pPr eaLnBrk="0" hangingPunct="0">
              <a:defRPr sz="2400">
                <a:solidFill>
                  <a:schemeClr val="tx1"/>
                </a:solidFill>
                <a:latin typeface="Arial" panose="020B0604020202020204" pitchFamily="34" charset="0"/>
                <a:ea typeface="MS PGothic" panose="020B0600070205080204" pitchFamily="34" charset="-128"/>
              </a:defRPr>
            </a:lvl4pPr>
            <a:lvl5pPr eaLnBrk="0" hangingPunct="0">
              <a:defRPr sz="2400">
                <a:solidFill>
                  <a:schemeClr val="tx1"/>
                </a:solidFill>
                <a:latin typeface="Arial" panose="020B0604020202020204" pitchFamily="34" charset="0"/>
                <a:ea typeface="MS PGothic" panose="020B0600070205080204" pitchFamily="34" charset="-128"/>
              </a:defRPr>
            </a:lvl5pPr>
            <a:lvl6pPr marL="4572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9144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1371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18288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marL="0" marR="0" lvl="0" indent="0" algn="l" defTabSz="457200" rtl="0" eaLnBrk="1" fontAlgn="base" latinLnBrk="0" hangingPunct="1">
              <a:lnSpc>
                <a:spcPct val="100000"/>
              </a:lnSpc>
              <a:spcBef>
                <a:spcPct val="0"/>
              </a:spcBef>
              <a:spcAft>
                <a:spcPct val="0"/>
              </a:spcAft>
              <a:buClrTx/>
              <a:buSzTx/>
              <a:buFontTx/>
              <a:buNone/>
              <a:tabLst/>
              <a:defRPr/>
            </a:pPr>
            <a:fld id="{538A4A07-4E19-4497-9251-AC21B6E4C9A9}" type="slidenum">
              <a:rPr kumimoji="0" lang="en-US" altLang="en-US" sz="1400" b="0" i="0" u="none" strike="noStrike" kern="1200" cap="none" spc="0" normalizeH="0" baseline="0" noProof="0" smtClean="0">
                <a:ln>
                  <a:noFill/>
                </a:ln>
                <a:solidFill>
                  <a:srgbClr val="464653"/>
                </a:solidFill>
                <a:effectLst/>
                <a:uLnTx/>
                <a:uFillTx/>
                <a:latin typeface="Arial" panose="020B0604020202020204" pitchFamily="34" charset="0"/>
                <a:ea typeface="MS PGothic" panose="020B0600070205080204" pitchFamily="34" charset="-128"/>
                <a:cs typeface="+mn-cs"/>
              </a:rPr>
              <a:pPr marL="0" marR="0" lvl="0" indent="0" algn="l" defTabSz="457200" rtl="0" eaLnBrk="1" fontAlgn="base" latinLnBrk="0" hangingPunct="1">
                <a:lnSpc>
                  <a:spcPct val="100000"/>
                </a:lnSpc>
                <a:spcBef>
                  <a:spcPct val="0"/>
                </a:spcBef>
                <a:spcAft>
                  <a:spcPct val="0"/>
                </a:spcAft>
                <a:buClrTx/>
                <a:buSzTx/>
                <a:buFontTx/>
                <a:buNone/>
                <a:tabLst/>
                <a:defRPr/>
              </a:pPr>
              <a:t>4</a:t>
            </a:fld>
            <a:endParaRPr kumimoji="0" lang="en-US" altLang="en-US" sz="1400" b="0" i="0" u="none" strike="noStrike" kern="1200" cap="none" spc="0" normalizeH="0" baseline="0" noProof="0">
              <a:ln>
                <a:noFill/>
              </a:ln>
              <a:solidFill>
                <a:srgbClr val="464653"/>
              </a:solidFill>
              <a:effectLst/>
              <a:uLnTx/>
              <a:uFillTx/>
              <a:latin typeface="Arial" panose="020B0604020202020204" pitchFamily="34" charset="0"/>
              <a:ea typeface="MS PGothic" panose="020B0600070205080204" pitchFamily="34" charset="-128"/>
              <a:cs typeface="+mn-cs"/>
            </a:endParaRPr>
          </a:p>
        </p:txBody>
      </p:sp>
      <p:sp>
        <p:nvSpPr>
          <p:cNvPr id="4" name="Content Placeholder 3">
            <a:extLst>
              <a:ext uri="{FF2B5EF4-FFF2-40B4-BE49-F238E27FC236}">
                <a16:creationId xmlns:a16="http://schemas.microsoft.com/office/drawing/2014/main" id="{80DD484E-C66B-67B5-D976-C61CA1EC716D}"/>
              </a:ext>
            </a:extLst>
          </p:cNvPr>
          <p:cNvSpPr>
            <a:spLocks noGrp="1"/>
          </p:cNvSpPr>
          <p:nvPr>
            <p:ph sz="quarter" idx="1"/>
          </p:nvPr>
        </p:nvSpPr>
        <p:spPr>
          <a:xfrm>
            <a:off x="457200" y="1219200"/>
            <a:ext cx="8229600" cy="4937125"/>
          </a:xfrm>
        </p:spPr>
        <p:txBody>
          <a:bodyPr>
            <a:normAutofit/>
          </a:bodyPr>
          <a:lstStyle/>
          <a:p>
            <a:pPr eaLnBrk="1" hangingPunct="1">
              <a:lnSpc>
                <a:spcPct val="90000"/>
              </a:lnSpc>
            </a:pPr>
            <a:r>
              <a:rPr lang="en-US" altLang="en-US"/>
              <a:t>Operating systems:</a:t>
            </a:r>
          </a:p>
          <a:p>
            <a:pPr lvl="1" eaLnBrk="1" hangingPunct="1">
              <a:lnSpc>
                <a:spcPct val="90000"/>
              </a:lnSpc>
            </a:pPr>
            <a:r>
              <a:rPr lang="en-US" altLang="en-US"/>
              <a:t>queue of print jobs to send to the printer</a:t>
            </a:r>
          </a:p>
          <a:p>
            <a:pPr lvl="1" eaLnBrk="1" hangingPunct="1">
              <a:lnSpc>
                <a:spcPct val="90000"/>
              </a:lnSpc>
            </a:pPr>
            <a:r>
              <a:rPr lang="en-US" altLang="en-US"/>
              <a:t>queue of programs / processes to be run</a:t>
            </a:r>
          </a:p>
          <a:p>
            <a:pPr lvl="1" eaLnBrk="1" hangingPunct="1">
              <a:lnSpc>
                <a:spcPct val="90000"/>
              </a:lnSpc>
            </a:pPr>
            <a:r>
              <a:rPr lang="en-US" altLang="en-US"/>
              <a:t>queue of network data packets to send</a:t>
            </a:r>
          </a:p>
          <a:p>
            <a:pPr eaLnBrk="1" hangingPunct="1">
              <a:lnSpc>
                <a:spcPct val="90000"/>
              </a:lnSpc>
            </a:pPr>
            <a:endParaRPr lang="en-US" altLang="en-US"/>
          </a:p>
          <a:p>
            <a:pPr eaLnBrk="1" hangingPunct="1">
              <a:lnSpc>
                <a:spcPct val="90000"/>
              </a:lnSpc>
            </a:pPr>
            <a:r>
              <a:rPr lang="en-US" altLang="en-US"/>
              <a:t>Programming:</a:t>
            </a:r>
          </a:p>
          <a:p>
            <a:pPr lvl="1" eaLnBrk="1" hangingPunct="1">
              <a:lnSpc>
                <a:spcPct val="90000"/>
              </a:lnSpc>
            </a:pPr>
            <a:r>
              <a:rPr lang="en-US" altLang="en-US"/>
              <a:t>modeling a line of customers or clients</a:t>
            </a:r>
          </a:p>
          <a:p>
            <a:pPr lvl="1" eaLnBrk="1" hangingPunct="1">
              <a:lnSpc>
                <a:spcPct val="90000"/>
              </a:lnSpc>
            </a:pPr>
            <a:r>
              <a:rPr lang="en-US" altLang="en-US"/>
              <a:t>storing a queue of computations to be performed in order</a:t>
            </a:r>
          </a:p>
          <a:p>
            <a:pPr eaLnBrk="1" hangingPunct="1">
              <a:lnSpc>
                <a:spcPct val="90000"/>
              </a:lnSpc>
            </a:pPr>
            <a:endParaRPr lang="en-US" altLang="en-US"/>
          </a:p>
          <a:p>
            <a:pPr eaLnBrk="1" hangingPunct="1">
              <a:lnSpc>
                <a:spcPct val="90000"/>
              </a:lnSpc>
            </a:pPr>
            <a:r>
              <a:rPr lang="en-US" altLang="en-US"/>
              <a:t>Real world examples:</a:t>
            </a:r>
          </a:p>
          <a:p>
            <a:pPr lvl="1" eaLnBrk="1" hangingPunct="1">
              <a:lnSpc>
                <a:spcPct val="90000"/>
              </a:lnSpc>
            </a:pPr>
            <a:r>
              <a:rPr lang="en-US" altLang="en-US"/>
              <a:t>people on an escalator or waiting in a line</a:t>
            </a:r>
          </a:p>
          <a:p>
            <a:pPr lvl="1" eaLnBrk="1" hangingPunct="1">
              <a:lnSpc>
                <a:spcPct val="90000"/>
              </a:lnSpc>
            </a:pPr>
            <a:r>
              <a:rPr lang="en-US" altLang="en-US"/>
              <a:t>cars at a gas station (or on an assembly line)</a:t>
            </a:r>
          </a:p>
          <a:p>
            <a:pPr eaLnBrk="1" hangingPunct="1">
              <a:lnSpc>
                <a:spcPct val="90000"/>
              </a:lnSpc>
            </a:pPr>
            <a:endParaRPr lang="en-US" altLang="en-US"/>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5" end="5"/>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4">
                                            <p:txEl>
                                              <p:pRg st="6" end="6"/>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4">
                                            <p:txEl>
                                              <p:pRg st="7" end="7"/>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0"/>
                                          </p:stCondLst>
                                        </p:cTn>
                                        <p:tgtEl>
                                          <p:spTgt spid="4">
                                            <p:txEl>
                                              <p:pRg st="9" end="9"/>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4">
                                            <p:txEl>
                                              <p:pRg st="10" end="10"/>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4">
                                            <p:txEl>
                                              <p:pRg st="11" end="1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Footer Placeholder 3">
            <a:extLst>
              <a:ext uri="{FF2B5EF4-FFF2-40B4-BE49-F238E27FC236}">
                <a16:creationId xmlns:a16="http://schemas.microsoft.com/office/drawing/2014/main" id="{C6DE6F34-5B56-43CF-952A-108F9CC0EB2E}"/>
              </a:ext>
            </a:extLst>
          </p:cNvPr>
          <p:cNvSpPr>
            <a:spLocks noGrp="1"/>
          </p:cNvSpPr>
          <p:nvPr>
            <p:ph type="ftr" sz="quarter" idx="12"/>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endParaRPr lang="en-US" altLang="en-US" sz="800" b="1"/>
          </a:p>
          <a:p>
            <a:pPr>
              <a:spcBef>
                <a:spcPct val="0"/>
              </a:spcBef>
              <a:buFontTx/>
              <a:buNone/>
            </a:pPr>
            <a:endParaRPr lang="en-US" altLang="en-US" sz="800">
              <a:latin typeface="Tahoma" panose="020B0604030504040204" pitchFamily="34" charset="0"/>
            </a:endParaRPr>
          </a:p>
          <a:p>
            <a:pPr>
              <a:spcBef>
                <a:spcPct val="0"/>
              </a:spcBef>
              <a:buFontTx/>
              <a:buNone/>
            </a:pPr>
            <a:endParaRPr lang="en-US" altLang="en-US" sz="800" b="1">
              <a:latin typeface="Tahoma" panose="020B0604030504040204" pitchFamily="34" charset="0"/>
            </a:endParaRPr>
          </a:p>
          <a:p>
            <a:pPr>
              <a:spcBef>
                <a:spcPct val="0"/>
              </a:spcBef>
              <a:buFontTx/>
              <a:buNone/>
            </a:pPr>
            <a:r>
              <a:rPr lang="en-US" altLang="en-US" sz="800" b="1">
                <a:latin typeface="Tahoma" panose="020B0604030504040204" pitchFamily="34" charset="0"/>
              </a:rPr>
              <a:t>© A+ Computer Science  -  www.apluscompsci.com</a:t>
            </a:r>
          </a:p>
        </p:txBody>
      </p:sp>
      <p:sp>
        <p:nvSpPr>
          <p:cNvPr id="5123" name="Text Box 2">
            <a:extLst>
              <a:ext uri="{FF2B5EF4-FFF2-40B4-BE49-F238E27FC236}">
                <a16:creationId xmlns:a16="http://schemas.microsoft.com/office/drawing/2014/main" id="{643AEC09-DDF7-4E11-93D8-E7457A2699AC}"/>
              </a:ext>
            </a:extLst>
          </p:cNvPr>
          <p:cNvSpPr txBox="1">
            <a:spLocks noChangeArrowheads="1"/>
          </p:cNvSpPr>
          <p:nvPr/>
        </p:nvSpPr>
        <p:spPr bwMode="auto">
          <a:xfrm>
            <a:off x="914400" y="1828800"/>
            <a:ext cx="7559675" cy="2654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800" b="1">
                <a:solidFill>
                  <a:schemeClr val="tx1"/>
                </a:solidFill>
                <a:latin typeface="Tahoma" panose="020B0604030504040204" pitchFamily="34" charset="0"/>
              </a:defRPr>
            </a:lvl1pPr>
            <a:lvl2pPr marL="742950" indent="-285750">
              <a:defRPr sz="2800" b="1">
                <a:solidFill>
                  <a:schemeClr val="tx1"/>
                </a:solidFill>
                <a:latin typeface="Tahoma" panose="020B0604030504040204" pitchFamily="34" charset="0"/>
              </a:defRPr>
            </a:lvl2pPr>
            <a:lvl3pPr marL="1143000" indent="-228600">
              <a:defRPr sz="2800" b="1">
                <a:solidFill>
                  <a:schemeClr val="tx1"/>
                </a:solidFill>
                <a:latin typeface="Tahoma" panose="020B0604030504040204" pitchFamily="34" charset="0"/>
              </a:defRPr>
            </a:lvl3pPr>
            <a:lvl4pPr marL="1600200" indent="-228600">
              <a:defRPr sz="2800" b="1">
                <a:solidFill>
                  <a:schemeClr val="tx1"/>
                </a:solidFill>
                <a:latin typeface="Tahoma" panose="020B0604030504040204" pitchFamily="34" charset="0"/>
              </a:defRPr>
            </a:lvl4pPr>
            <a:lvl5pPr marL="2057400" indent="-228600">
              <a:defRPr sz="2800" b="1">
                <a:solidFill>
                  <a:schemeClr val="tx1"/>
                </a:solidFill>
                <a:latin typeface="Tahoma" panose="020B0604030504040204" pitchFamily="34" charset="0"/>
              </a:defRPr>
            </a:lvl5pPr>
            <a:lvl6pPr marL="2514600" indent="-228600" algn="r" eaLnBrk="0" fontAlgn="base" hangingPunct="0">
              <a:spcBef>
                <a:spcPct val="0"/>
              </a:spcBef>
              <a:spcAft>
                <a:spcPct val="0"/>
              </a:spcAft>
              <a:defRPr sz="2800" b="1">
                <a:solidFill>
                  <a:schemeClr val="tx1"/>
                </a:solidFill>
                <a:latin typeface="Tahoma" panose="020B0604030504040204" pitchFamily="34" charset="0"/>
              </a:defRPr>
            </a:lvl6pPr>
            <a:lvl7pPr marL="2971800" indent="-228600" algn="r" eaLnBrk="0" fontAlgn="base" hangingPunct="0">
              <a:spcBef>
                <a:spcPct val="0"/>
              </a:spcBef>
              <a:spcAft>
                <a:spcPct val="0"/>
              </a:spcAft>
              <a:defRPr sz="2800" b="1">
                <a:solidFill>
                  <a:schemeClr val="tx1"/>
                </a:solidFill>
                <a:latin typeface="Tahoma" panose="020B0604030504040204" pitchFamily="34" charset="0"/>
              </a:defRPr>
            </a:lvl7pPr>
            <a:lvl8pPr marL="3429000" indent="-228600" algn="r" eaLnBrk="0" fontAlgn="base" hangingPunct="0">
              <a:spcBef>
                <a:spcPct val="0"/>
              </a:spcBef>
              <a:spcAft>
                <a:spcPct val="0"/>
              </a:spcAft>
              <a:defRPr sz="2800" b="1">
                <a:solidFill>
                  <a:schemeClr val="tx1"/>
                </a:solidFill>
                <a:latin typeface="Tahoma" panose="020B0604030504040204" pitchFamily="34" charset="0"/>
              </a:defRPr>
            </a:lvl8pPr>
            <a:lvl9pPr marL="3886200" indent="-228600" algn="r" eaLnBrk="0" fontAlgn="base" hangingPunct="0">
              <a:spcBef>
                <a:spcPct val="0"/>
              </a:spcBef>
              <a:spcAft>
                <a:spcPct val="0"/>
              </a:spcAft>
              <a:defRPr sz="2800" b="1">
                <a:solidFill>
                  <a:schemeClr val="tx1"/>
                </a:solidFill>
                <a:latin typeface="Tahoma" panose="020B0604030504040204" pitchFamily="34" charset="0"/>
              </a:defRPr>
            </a:lvl9pPr>
          </a:lstStyle>
          <a:p>
            <a:pPr>
              <a:defRPr/>
            </a:pPr>
            <a:r>
              <a:rPr lang="en-US" altLang="en-US" dirty="0"/>
              <a:t>An empty integer queue.</a:t>
            </a:r>
            <a:br>
              <a:rPr lang="en-US" altLang="en-US" dirty="0"/>
            </a:br>
            <a:endParaRPr lang="en-US" altLang="en-US" dirty="0"/>
          </a:p>
          <a:p>
            <a:pPr>
              <a:defRPr/>
            </a:pPr>
            <a:r>
              <a:rPr lang="en-US" altLang="en-US" dirty="0">
                <a:solidFill>
                  <a:schemeClr val="accent1">
                    <a:lumMod val="75000"/>
                  </a:schemeClr>
                </a:solidFill>
              </a:rPr>
              <a:t>Queue&lt;Integer&gt; </a:t>
            </a:r>
            <a:r>
              <a:rPr lang="en-US" altLang="en-US" dirty="0"/>
              <a:t>queue;</a:t>
            </a:r>
          </a:p>
          <a:p>
            <a:pPr>
              <a:defRPr/>
            </a:pPr>
            <a:r>
              <a:rPr lang="en-US" altLang="en-US" dirty="0"/>
              <a:t>queue = </a:t>
            </a:r>
            <a:r>
              <a:rPr lang="en-US" altLang="en-US" dirty="0">
                <a:solidFill>
                  <a:srgbClr val="008000"/>
                </a:solidFill>
              </a:rPr>
              <a:t>new LinkedList&lt;Integer&gt;()</a:t>
            </a:r>
            <a:r>
              <a:rPr lang="en-US" altLang="en-US" dirty="0"/>
              <a:t>;</a:t>
            </a:r>
          </a:p>
          <a:p>
            <a:pPr>
              <a:defRPr/>
            </a:pPr>
            <a:endParaRPr lang="en-US" altLang="en-US" dirty="0"/>
          </a:p>
          <a:p>
            <a:pPr>
              <a:defRPr/>
            </a:pPr>
            <a:endParaRPr lang="en-US" altLang="en-US" dirty="0"/>
          </a:p>
        </p:txBody>
      </p:sp>
      <p:sp>
        <p:nvSpPr>
          <p:cNvPr id="7172" name="WordArt 4">
            <a:extLst>
              <a:ext uri="{FF2B5EF4-FFF2-40B4-BE49-F238E27FC236}">
                <a16:creationId xmlns:a16="http://schemas.microsoft.com/office/drawing/2014/main" id="{47A47A67-282C-494C-B95E-962E275C268B}"/>
              </a:ext>
            </a:extLst>
          </p:cNvPr>
          <p:cNvSpPr>
            <a:spLocks noChangeArrowheads="1" noChangeShapeType="1" noTextEdit="1"/>
          </p:cNvSpPr>
          <p:nvPr/>
        </p:nvSpPr>
        <p:spPr bwMode="auto">
          <a:xfrm>
            <a:off x="1066800" y="381000"/>
            <a:ext cx="6705600" cy="990600"/>
          </a:xfrm>
          <a:prstGeom prst="rect">
            <a:avLst/>
          </a:prstGeom>
        </p:spPr>
        <p:txBody>
          <a:bodyPr wrap="none" fromWordArt="1">
            <a:prstTxWarp prst="textPlain">
              <a:avLst>
                <a:gd name="adj" fmla="val 50000"/>
              </a:avLst>
            </a:prstTxWarp>
          </a:bodyPr>
          <a:lstStyle/>
          <a:p>
            <a:pPr algn="ctr"/>
            <a:r>
              <a:rPr lang="en-US" sz="3600" kern="10">
                <a:ln w="9525">
                  <a:solidFill>
                    <a:srgbClr val="FFFF00"/>
                  </a:solidFill>
                  <a:round/>
                  <a:headEnd/>
                  <a:tailEnd/>
                </a:ln>
                <a:solidFill>
                  <a:srgbClr val="0000FF"/>
                </a:solidFill>
                <a:effectLst>
                  <a:outerShdw dist="35921" dir="2700000" algn="ctr" rotWithShape="0">
                    <a:srgbClr val="C0C0C0"/>
                  </a:outerShdw>
                </a:effectLst>
                <a:latin typeface="Impact" panose="020B0806030902050204" pitchFamily="34" charset="0"/>
              </a:rPr>
              <a:t>What is a Queue?</a:t>
            </a:r>
          </a:p>
        </p:txBody>
      </p:sp>
      <p:sp>
        <p:nvSpPr>
          <p:cNvPr id="7173" name="Text Box 6">
            <a:extLst>
              <a:ext uri="{FF2B5EF4-FFF2-40B4-BE49-F238E27FC236}">
                <a16:creationId xmlns:a16="http://schemas.microsoft.com/office/drawing/2014/main" id="{E321E06C-983F-4ABE-A97D-CD91F4A4222B}"/>
              </a:ext>
            </a:extLst>
          </p:cNvPr>
          <p:cNvSpPr txBox="1">
            <a:spLocks noChangeArrowheads="1"/>
          </p:cNvSpPr>
          <p:nvPr/>
        </p:nvSpPr>
        <p:spPr bwMode="auto">
          <a:xfrm>
            <a:off x="1143000" y="4343400"/>
            <a:ext cx="6400800" cy="584200"/>
          </a:xfrm>
          <a:prstGeom prst="rect">
            <a:avLst/>
          </a:prstGeom>
          <a:noFill/>
          <a:ln w="9525">
            <a:solidFill>
              <a:schemeClr val="accent2"/>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50000"/>
              </a:spcBef>
              <a:buFontTx/>
              <a:buNone/>
            </a:pPr>
            <a:r>
              <a:rPr lang="en-US" altLang="en-US" sz="2400" i="1" dirty="0">
                <a:solidFill>
                  <a:schemeClr val="accent2"/>
                </a:solidFill>
                <a:latin typeface="Tahoma" panose="020B0604030504040204" pitchFamily="34" charset="0"/>
              </a:rPr>
              <a:t>queue</a:t>
            </a:r>
            <a:r>
              <a:rPr lang="en-US" altLang="en-US" dirty="0">
                <a:solidFill>
                  <a:schemeClr val="accent2"/>
                </a:solidFill>
                <a:latin typeface="Tahoma" panose="020B0604030504040204" pitchFamily="34" charset="0"/>
              </a:rPr>
              <a:t> </a:t>
            </a:r>
            <a:r>
              <a:rPr lang="en-US" altLang="en-US" sz="2400" dirty="0">
                <a:solidFill>
                  <a:schemeClr val="accent2"/>
                </a:solidFill>
                <a:latin typeface="Tahoma" panose="020B0604030504040204" pitchFamily="34" charset="0"/>
              </a:rPr>
              <a:t>will only store integer values.</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Group 3" descr="The Queue interface extends the Collection interface.&#10;The LinkedList class implements both the List and Queue interfaces, so it can be used as a normal linked list or specifically as a queue.&#10;The PriorityQueue class only implements the Queue interface, not the List interface.">
            <a:extLst>
              <a:ext uri="{FF2B5EF4-FFF2-40B4-BE49-F238E27FC236}">
                <a16:creationId xmlns:a16="http://schemas.microsoft.com/office/drawing/2014/main" id="{0DF8F3B1-CCA4-4E45-B97F-B151152940EB}"/>
              </a:ext>
            </a:extLst>
          </p:cNvPr>
          <p:cNvGrpSpPr/>
          <p:nvPr/>
        </p:nvGrpSpPr>
        <p:grpSpPr>
          <a:xfrm>
            <a:off x="609600" y="42205"/>
            <a:ext cx="7848600" cy="6739595"/>
            <a:chOff x="609600" y="42205"/>
            <a:chExt cx="7848600" cy="6739595"/>
          </a:xfrm>
        </p:grpSpPr>
        <p:pic>
          <p:nvPicPr>
            <p:cNvPr id="5" name="Picture 4" descr="Diagram, schematic&#10;&#10;Description automatically generated">
              <a:extLst>
                <a:ext uri="{FF2B5EF4-FFF2-40B4-BE49-F238E27FC236}">
                  <a16:creationId xmlns:a16="http://schemas.microsoft.com/office/drawing/2014/main" id="{1BA1C837-B04A-4B23-9BEE-F9F879320B54}"/>
                </a:ext>
              </a:extLst>
            </p:cNvPr>
            <p:cNvPicPr>
              <a:picLocks noChangeAspect="1"/>
            </p:cNvPicPr>
            <p:nvPr/>
          </p:nvPicPr>
          <p:blipFill rotWithShape="1">
            <a:blip r:embed="rId3">
              <a:extLst>
                <a:ext uri="{28A0092B-C50C-407E-A947-70E740481C1C}">
                  <a14:useLocalDpi xmlns:a14="http://schemas.microsoft.com/office/drawing/2010/main" val="0"/>
                </a:ext>
              </a:extLst>
            </a:blip>
            <a:srcRect b="28889"/>
            <a:stretch/>
          </p:blipFill>
          <p:spPr>
            <a:xfrm>
              <a:off x="609600" y="42205"/>
              <a:ext cx="7848600" cy="6739595"/>
            </a:xfrm>
            <a:prstGeom prst="rect">
              <a:avLst/>
            </a:prstGeom>
          </p:spPr>
        </p:pic>
        <p:sp>
          <p:nvSpPr>
            <p:cNvPr id="6" name="Freeform: Shape 5">
              <a:extLst>
                <a:ext uri="{FF2B5EF4-FFF2-40B4-BE49-F238E27FC236}">
                  <a16:creationId xmlns:a16="http://schemas.microsoft.com/office/drawing/2014/main" id="{9B2634DC-F4AA-4045-8AE1-B79B067D0FEB}"/>
                </a:ext>
              </a:extLst>
            </p:cNvPr>
            <p:cNvSpPr/>
            <p:nvPr/>
          </p:nvSpPr>
          <p:spPr bwMode="auto">
            <a:xfrm>
              <a:off x="4221479" y="1005840"/>
              <a:ext cx="400461" cy="3596640"/>
            </a:xfrm>
            <a:custGeom>
              <a:avLst/>
              <a:gdLst>
                <a:gd name="connsiteX0" fmla="*/ 0 w 410530"/>
                <a:gd name="connsiteY0" fmla="*/ 3596640 h 3596640"/>
                <a:gd name="connsiteX1" fmla="*/ 228600 w 410530"/>
                <a:gd name="connsiteY1" fmla="*/ 3520440 h 3596640"/>
                <a:gd name="connsiteX2" fmla="*/ 396240 w 410530"/>
                <a:gd name="connsiteY2" fmla="*/ 3200400 h 3596640"/>
                <a:gd name="connsiteX3" fmla="*/ 396240 w 410530"/>
                <a:gd name="connsiteY3" fmla="*/ 1249680 h 3596640"/>
                <a:gd name="connsiteX4" fmla="*/ 350520 w 410530"/>
                <a:gd name="connsiteY4" fmla="*/ 0 h 3596640"/>
                <a:gd name="connsiteX0" fmla="*/ 0 w 400461"/>
                <a:gd name="connsiteY0" fmla="*/ 3596640 h 3596640"/>
                <a:gd name="connsiteX1" fmla="*/ 228600 w 400461"/>
                <a:gd name="connsiteY1" fmla="*/ 3520440 h 3596640"/>
                <a:gd name="connsiteX2" fmla="*/ 396240 w 400461"/>
                <a:gd name="connsiteY2" fmla="*/ 3200400 h 3596640"/>
                <a:gd name="connsiteX3" fmla="*/ 350101 w 400461"/>
                <a:gd name="connsiteY3" fmla="*/ 1069317 h 3596640"/>
                <a:gd name="connsiteX4" fmla="*/ 350520 w 400461"/>
                <a:gd name="connsiteY4" fmla="*/ 0 h 359664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0461" h="3596640">
                  <a:moveTo>
                    <a:pt x="0" y="3596640"/>
                  </a:moveTo>
                  <a:cubicBezTo>
                    <a:pt x="81280" y="3591560"/>
                    <a:pt x="162560" y="3586480"/>
                    <a:pt x="228600" y="3520440"/>
                  </a:cubicBezTo>
                  <a:cubicBezTo>
                    <a:pt x="294640" y="3454400"/>
                    <a:pt x="375990" y="3608920"/>
                    <a:pt x="396240" y="3200400"/>
                  </a:cubicBezTo>
                  <a:cubicBezTo>
                    <a:pt x="416490" y="2791880"/>
                    <a:pt x="357721" y="1602717"/>
                    <a:pt x="350101" y="1069317"/>
                  </a:cubicBezTo>
                  <a:cubicBezTo>
                    <a:pt x="342481" y="535917"/>
                    <a:pt x="369570" y="358140"/>
                    <a:pt x="350520" y="0"/>
                  </a:cubicBezTo>
                </a:path>
              </a:pathLst>
            </a:custGeom>
            <a:noFill/>
            <a:ln w="19050" cap="flat" cmpd="sng" algn="ctr">
              <a:solidFill>
                <a:schemeClr val="tx1"/>
              </a:solidFill>
              <a:prstDash val="dash"/>
              <a:round/>
              <a:headEnd type="none" w="med" len="med"/>
              <a:tailEnd type="triangl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r" defTabSz="914400" rtl="0" eaLnBrk="0" fontAlgn="base" latinLnBrk="0" hangingPunct="0">
                <a:lnSpc>
                  <a:spcPct val="100000"/>
                </a:lnSpc>
                <a:spcBef>
                  <a:spcPct val="0"/>
                </a:spcBef>
                <a:spcAft>
                  <a:spcPct val="0"/>
                </a:spcAft>
                <a:buClrTx/>
                <a:buSzTx/>
                <a:buFontTx/>
                <a:buNone/>
                <a:tabLst/>
              </a:pPr>
              <a:endParaRPr kumimoji="0" lang="en-US" sz="2800" b="1" i="0" u="none" strike="noStrike" cap="none" normalizeH="0" baseline="0">
                <a:ln>
                  <a:noFill/>
                </a:ln>
                <a:solidFill>
                  <a:schemeClr val="tx1"/>
                </a:solidFill>
                <a:effectLst/>
                <a:latin typeface="Tahoma" pitchFamily="34" charset="0"/>
              </a:endParaRPr>
            </a:p>
          </p:txBody>
        </p:sp>
        <p:sp>
          <p:nvSpPr>
            <p:cNvPr id="7" name="TextBox 6">
              <a:extLst>
                <a:ext uri="{FF2B5EF4-FFF2-40B4-BE49-F238E27FC236}">
                  <a16:creationId xmlns:a16="http://schemas.microsoft.com/office/drawing/2014/main" id="{0FAFD044-0A98-466F-A699-E8B6BE32CE3A}"/>
                </a:ext>
              </a:extLst>
            </p:cNvPr>
            <p:cNvSpPr txBox="1"/>
            <p:nvPr/>
          </p:nvSpPr>
          <p:spPr>
            <a:xfrm>
              <a:off x="914400" y="4582496"/>
              <a:ext cx="1143000" cy="369332"/>
            </a:xfrm>
            <a:prstGeom prst="rect">
              <a:avLst/>
            </a:prstGeom>
            <a:noFill/>
            <a:ln w="19050">
              <a:solidFill>
                <a:schemeClr val="tx1"/>
              </a:solidFill>
            </a:ln>
          </p:spPr>
          <p:txBody>
            <a:bodyPr wrap="square" rtlCol="0">
              <a:spAutoFit/>
            </a:bodyPr>
            <a:lstStyle/>
            <a:p>
              <a:pPr algn="ctr"/>
              <a:r>
                <a:rPr lang="en-US" sz="1800" b="0" dirty="0">
                  <a:latin typeface="Trebuchet MS" panose="020B0603020202020204" pitchFamily="34" charset="0"/>
                </a:rPr>
                <a:t>Vector</a:t>
              </a:r>
              <a:endParaRPr lang="en-US" sz="3200" b="0" dirty="0">
                <a:latin typeface="Trebuchet MS" panose="020B0603020202020204" pitchFamily="34" charset="0"/>
              </a:endParaRPr>
            </a:p>
          </p:txBody>
        </p:sp>
        <p:pic>
          <p:nvPicPr>
            <p:cNvPr id="8" name="Picture 7">
              <a:extLst>
                <a:ext uri="{FF2B5EF4-FFF2-40B4-BE49-F238E27FC236}">
                  <a16:creationId xmlns:a16="http://schemas.microsoft.com/office/drawing/2014/main" id="{B70494F4-14C4-493A-8B56-2D6819BB3337}"/>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371231" y="4999828"/>
              <a:ext cx="190304" cy="515934"/>
            </a:xfrm>
            <a:prstGeom prst="rect">
              <a:avLst/>
            </a:prstGeom>
          </p:spPr>
        </p:pic>
        <p:pic>
          <p:nvPicPr>
            <p:cNvPr id="9" name="Picture 8">
              <a:extLst>
                <a:ext uri="{FF2B5EF4-FFF2-40B4-BE49-F238E27FC236}">
                  <a16:creationId xmlns:a16="http://schemas.microsoft.com/office/drawing/2014/main" id="{F937E365-45FA-4C9E-A5F2-29CE22FD5D65}"/>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484944" y="1029039"/>
              <a:ext cx="190304" cy="515934"/>
            </a:xfrm>
            <a:prstGeom prst="rect">
              <a:avLst/>
            </a:prstGeom>
          </p:spPr>
        </p:pic>
        <p:sp>
          <p:nvSpPr>
            <p:cNvPr id="10" name="Freeform: Shape 9">
              <a:extLst>
                <a:ext uri="{FF2B5EF4-FFF2-40B4-BE49-F238E27FC236}">
                  <a16:creationId xmlns:a16="http://schemas.microsoft.com/office/drawing/2014/main" id="{846AA933-C469-42F7-A162-1025B85AD767}"/>
                </a:ext>
              </a:extLst>
            </p:cNvPr>
            <p:cNvSpPr/>
            <p:nvPr/>
          </p:nvSpPr>
          <p:spPr bwMode="auto">
            <a:xfrm>
              <a:off x="2066907" y="2517256"/>
              <a:ext cx="432503" cy="2271180"/>
            </a:xfrm>
            <a:custGeom>
              <a:avLst/>
              <a:gdLst>
                <a:gd name="connsiteX0" fmla="*/ 0 w 410530"/>
                <a:gd name="connsiteY0" fmla="*/ 3596640 h 3596640"/>
                <a:gd name="connsiteX1" fmla="*/ 228600 w 410530"/>
                <a:gd name="connsiteY1" fmla="*/ 3520440 h 3596640"/>
                <a:gd name="connsiteX2" fmla="*/ 396240 w 410530"/>
                <a:gd name="connsiteY2" fmla="*/ 3200400 h 3596640"/>
                <a:gd name="connsiteX3" fmla="*/ 396240 w 410530"/>
                <a:gd name="connsiteY3" fmla="*/ 1249680 h 3596640"/>
                <a:gd name="connsiteX4" fmla="*/ 350520 w 410530"/>
                <a:gd name="connsiteY4" fmla="*/ 0 h 3596640"/>
                <a:gd name="connsiteX0" fmla="*/ 0 w 400461"/>
                <a:gd name="connsiteY0" fmla="*/ 3596640 h 3596640"/>
                <a:gd name="connsiteX1" fmla="*/ 228600 w 400461"/>
                <a:gd name="connsiteY1" fmla="*/ 3520440 h 3596640"/>
                <a:gd name="connsiteX2" fmla="*/ 396240 w 400461"/>
                <a:gd name="connsiteY2" fmla="*/ 3200400 h 3596640"/>
                <a:gd name="connsiteX3" fmla="*/ 350101 w 400461"/>
                <a:gd name="connsiteY3" fmla="*/ 1069317 h 3596640"/>
                <a:gd name="connsiteX4" fmla="*/ 350520 w 400461"/>
                <a:gd name="connsiteY4" fmla="*/ 0 h 3596640"/>
                <a:gd name="connsiteX0" fmla="*/ 0 w 414354"/>
                <a:gd name="connsiteY0" fmla="*/ 3596640 h 3596640"/>
                <a:gd name="connsiteX1" fmla="*/ 228600 w 414354"/>
                <a:gd name="connsiteY1" fmla="*/ 3520440 h 3596640"/>
                <a:gd name="connsiteX2" fmla="*/ 396240 w 414354"/>
                <a:gd name="connsiteY2" fmla="*/ 3200400 h 3596640"/>
                <a:gd name="connsiteX3" fmla="*/ 404630 w 414354"/>
                <a:gd name="connsiteY3" fmla="*/ 1895632 h 3596640"/>
                <a:gd name="connsiteX4" fmla="*/ 350520 w 414354"/>
                <a:gd name="connsiteY4" fmla="*/ 0 h 3596640"/>
                <a:gd name="connsiteX0" fmla="*/ 0 w 414354"/>
                <a:gd name="connsiteY0" fmla="*/ 2271180 h 2271180"/>
                <a:gd name="connsiteX1" fmla="*/ 228600 w 414354"/>
                <a:gd name="connsiteY1" fmla="*/ 2194980 h 2271180"/>
                <a:gd name="connsiteX2" fmla="*/ 396240 w 414354"/>
                <a:gd name="connsiteY2" fmla="*/ 1874940 h 2271180"/>
                <a:gd name="connsiteX3" fmla="*/ 404630 w 414354"/>
                <a:gd name="connsiteY3" fmla="*/ 570172 h 2271180"/>
                <a:gd name="connsiteX4" fmla="*/ 400854 w 414354"/>
                <a:gd name="connsiteY4" fmla="*/ 0 h 2271180"/>
                <a:gd name="connsiteX0" fmla="*/ 0 w 426664"/>
                <a:gd name="connsiteY0" fmla="*/ 2271180 h 2271180"/>
                <a:gd name="connsiteX1" fmla="*/ 228600 w 426664"/>
                <a:gd name="connsiteY1" fmla="*/ 2194980 h 2271180"/>
                <a:gd name="connsiteX2" fmla="*/ 396240 w 426664"/>
                <a:gd name="connsiteY2" fmla="*/ 1874940 h 2271180"/>
                <a:gd name="connsiteX3" fmla="*/ 404630 w 426664"/>
                <a:gd name="connsiteY3" fmla="*/ 570172 h 2271180"/>
                <a:gd name="connsiteX4" fmla="*/ 421826 w 426664"/>
                <a:gd name="connsiteY4" fmla="*/ 0 h 2271180"/>
                <a:gd name="connsiteX0" fmla="*/ 0 w 432503"/>
                <a:gd name="connsiteY0" fmla="*/ 2271180 h 2271180"/>
                <a:gd name="connsiteX1" fmla="*/ 228600 w 432503"/>
                <a:gd name="connsiteY1" fmla="*/ 2194980 h 2271180"/>
                <a:gd name="connsiteX2" fmla="*/ 396240 w 432503"/>
                <a:gd name="connsiteY2" fmla="*/ 1874940 h 2271180"/>
                <a:gd name="connsiteX3" fmla="*/ 429797 w 432503"/>
                <a:gd name="connsiteY3" fmla="*/ 691813 h 2271180"/>
                <a:gd name="connsiteX4" fmla="*/ 421826 w 432503"/>
                <a:gd name="connsiteY4" fmla="*/ 0 h 2271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32503" h="2271180">
                  <a:moveTo>
                    <a:pt x="0" y="2271180"/>
                  </a:moveTo>
                  <a:cubicBezTo>
                    <a:pt x="81280" y="2266100"/>
                    <a:pt x="162560" y="2261020"/>
                    <a:pt x="228600" y="2194980"/>
                  </a:cubicBezTo>
                  <a:cubicBezTo>
                    <a:pt x="294640" y="2128940"/>
                    <a:pt x="362707" y="2125468"/>
                    <a:pt x="396240" y="1874940"/>
                  </a:cubicBezTo>
                  <a:cubicBezTo>
                    <a:pt x="429773" y="1624412"/>
                    <a:pt x="437417" y="1225213"/>
                    <a:pt x="429797" y="691813"/>
                  </a:cubicBezTo>
                  <a:cubicBezTo>
                    <a:pt x="422177" y="158413"/>
                    <a:pt x="440876" y="358140"/>
                    <a:pt x="421826" y="0"/>
                  </a:cubicBezTo>
                </a:path>
              </a:pathLst>
            </a:custGeom>
            <a:noFill/>
            <a:ln w="19050" cap="flat" cmpd="sng" algn="ctr">
              <a:solidFill>
                <a:schemeClr val="tx1"/>
              </a:solidFill>
              <a:prstDash val="dash"/>
              <a:round/>
              <a:headEnd type="none" w="med" len="med"/>
              <a:tailEnd type="triangl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r" defTabSz="914400" rtl="0" eaLnBrk="0" fontAlgn="base" latinLnBrk="0" hangingPunct="0">
                <a:lnSpc>
                  <a:spcPct val="100000"/>
                </a:lnSpc>
                <a:spcBef>
                  <a:spcPct val="0"/>
                </a:spcBef>
                <a:spcAft>
                  <a:spcPct val="0"/>
                </a:spcAft>
                <a:buClrTx/>
                <a:buSzTx/>
                <a:buFontTx/>
                <a:buNone/>
                <a:tabLst/>
              </a:pPr>
              <a:endParaRPr kumimoji="0" lang="en-US" sz="2800" b="1" i="0" u="none" strike="noStrike" cap="none" normalizeH="0" baseline="0">
                <a:ln>
                  <a:noFill/>
                </a:ln>
                <a:solidFill>
                  <a:schemeClr val="tx1"/>
                </a:solidFill>
                <a:effectLst/>
                <a:latin typeface="Tahoma" pitchFamily="34" charset="0"/>
              </a:endParaRPr>
            </a:p>
          </p:txBody>
        </p:sp>
        <p:pic>
          <p:nvPicPr>
            <p:cNvPr id="11" name="Picture 10">
              <a:extLst>
                <a:ext uri="{FF2B5EF4-FFF2-40B4-BE49-F238E27FC236}">
                  <a16:creationId xmlns:a16="http://schemas.microsoft.com/office/drawing/2014/main" id="{9905A9FB-B2DE-47A9-8A38-905FB95258D8}"/>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405871" y="2506901"/>
              <a:ext cx="190304" cy="515934"/>
            </a:xfrm>
            <a:prstGeom prst="rect">
              <a:avLst/>
            </a:prstGeom>
          </p:spPr>
        </p:pic>
      </p:grpSp>
    </p:spTree>
    <p:extLst>
      <p:ext uri="{BB962C8B-B14F-4D97-AF65-F5344CB8AC3E}">
        <p14:creationId xmlns:p14="http://schemas.microsoft.com/office/powerpoint/2010/main" val="173689690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64C6C2-2F0C-3BB0-5DCE-770FC8B24F54}"/>
            </a:ext>
          </a:extLst>
        </p:cNvPr>
        <p:cNvGrpSpPr/>
        <p:nvPr/>
      </p:nvGrpSpPr>
      <p:grpSpPr>
        <a:xfrm>
          <a:off x="0" y="0"/>
          <a:ext cx="0" cy="0"/>
          <a:chOff x="0" y="0"/>
          <a:chExt cx="0" cy="0"/>
        </a:xfrm>
      </p:grpSpPr>
      <p:pic>
        <p:nvPicPr>
          <p:cNvPr id="2" name="Picture 1" descr="Diagram&#10;&#10;Description automatically generated">
            <a:extLst>
              <a:ext uri="{FF2B5EF4-FFF2-40B4-BE49-F238E27FC236}">
                <a16:creationId xmlns:a16="http://schemas.microsoft.com/office/drawing/2014/main" id="{6F0E7D19-AA0F-7563-3338-B04E10CDCBB5}"/>
              </a:ext>
            </a:extLst>
          </p:cNvPr>
          <p:cNvPicPr>
            <a:picLocks noChangeAspect="1"/>
          </p:cNvPicPr>
          <p:nvPr/>
        </p:nvPicPr>
        <p:blipFill>
          <a:blip r:embed="rId3">
            <a:extLst>
              <a:ext uri="{28A0092B-C50C-407E-A947-70E740481C1C}">
                <a14:useLocalDpi xmlns:a14="http://schemas.microsoft.com/office/drawing/2010/main" val="0"/>
              </a:ext>
            </a:extLst>
          </a:blip>
          <a:srcRect t="15272" r="28207" b="5715"/>
          <a:stretch>
            <a:fillRect/>
          </a:stretch>
        </p:blipFill>
        <p:spPr>
          <a:xfrm>
            <a:off x="2392680" y="1241695"/>
            <a:ext cx="6446520" cy="5057506"/>
          </a:xfrm>
          <a:prstGeom prst="rect">
            <a:avLst/>
          </a:prstGeom>
        </p:spPr>
      </p:pic>
      <p:sp>
        <p:nvSpPr>
          <p:cNvPr id="3" name="TextBox 2">
            <a:extLst>
              <a:ext uri="{FF2B5EF4-FFF2-40B4-BE49-F238E27FC236}">
                <a16:creationId xmlns:a16="http://schemas.microsoft.com/office/drawing/2014/main" id="{1A890B3D-043E-A19A-BE78-28F99B575D8C}"/>
              </a:ext>
            </a:extLst>
          </p:cNvPr>
          <p:cNvSpPr txBox="1"/>
          <p:nvPr/>
        </p:nvSpPr>
        <p:spPr>
          <a:xfrm>
            <a:off x="4145280" y="797560"/>
            <a:ext cx="990600" cy="276999"/>
          </a:xfrm>
          <a:prstGeom prst="rect">
            <a:avLst/>
          </a:prstGeom>
          <a:noFill/>
          <a:ln w="19050">
            <a:solidFill>
              <a:schemeClr val="tx1"/>
            </a:solidFill>
          </a:ln>
        </p:spPr>
        <p:txBody>
          <a:bodyPr wrap="square" rtlCol="0">
            <a:spAutoFit/>
          </a:bodyPr>
          <a:lstStyle/>
          <a:p>
            <a:pPr algn="ctr"/>
            <a:r>
              <a:rPr lang="en-US" sz="1200" b="0" dirty="0" err="1">
                <a:latin typeface="Trebuchet MS" panose="020B0603020202020204" pitchFamily="34" charset="0"/>
              </a:rPr>
              <a:t>Iterable</a:t>
            </a:r>
            <a:endParaRPr lang="en-US" sz="1800" b="0" dirty="0">
              <a:latin typeface="Trebuchet MS" panose="020B0603020202020204" pitchFamily="34" charset="0"/>
            </a:endParaRPr>
          </a:p>
        </p:txBody>
      </p:sp>
      <p:cxnSp>
        <p:nvCxnSpPr>
          <p:cNvPr id="12" name="Straight Arrow Connector 11">
            <a:extLst>
              <a:ext uri="{FF2B5EF4-FFF2-40B4-BE49-F238E27FC236}">
                <a16:creationId xmlns:a16="http://schemas.microsoft.com/office/drawing/2014/main" id="{BA95F354-FC04-A9D5-F1E1-27A9FBBB6D0B}"/>
              </a:ext>
            </a:extLst>
          </p:cNvPr>
          <p:cNvCxnSpPr/>
          <p:nvPr/>
        </p:nvCxnSpPr>
        <p:spPr bwMode="auto">
          <a:xfrm flipV="1">
            <a:off x="4678680" y="1074559"/>
            <a:ext cx="0" cy="408801"/>
          </a:xfrm>
          <a:prstGeom prst="straightConnector1">
            <a:avLst/>
          </a:prstGeom>
          <a:solidFill>
            <a:schemeClr val="accent1"/>
          </a:solidFill>
          <a:ln w="19050" cap="flat" cmpd="sng" algn="ctr">
            <a:solidFill>
              <a:schemeClr val="tx1"/>
            </a:solidFill>
            <a:prstDash val="solid"/>
            <a:round/>
            <a:headEnd type="none" w="sm" len="sm"/>
            <a:tailEnd type="triangle" w="lg"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3" name="TextBox 12">
            <a:extLst>
              <a:ext uri="{FF2B5EF4-FFF2-40B4-BE49-F238E27FC236}">
                <a16:creationId xmlns:a16="http://schemas.microsoft.com/office/drawing/2014/main" id="{09A26321-8206-BA3C-AABB-DCA16DEE4DD4}"/>
              </a:ext>
            </a:extLst>
          </p:cNvPr>
          <p:cNvSpPr txBox="1"/>
          <p:nvPr/>
        </p:nvSpPr>
        <p:spPr>
          <a:xfrm>
            <a:off x="3307080" y="5521960"/>
            <a:ext cx="990600" cy="276999"/>
          </a:xfrm>
          <a:prstGeom prst="rect">
            <a:avLst/>
          </a:prstGeom>
          <a:noFill/>
          <a:ln w="19050">
            <a:solidFill>
              <a:schemeClr val="tx1"/>
            </a:solidFill>
          </a:ln>
        </p:spPr>
        <p:txBody>
          <a:bodyPr wrap="square" rtlCol="0">
            <a:spAutoFit/>
          </a:bodyPr>
          <a:lstStyle/>
          <a:p>
            <a:pPr algn="ctr"/>
            <a:r>
              <a:rPr lang="en-US" sz="1200" b="0" dirty="0">
                <a:latin typeface="Trebuchet MS" panose="020B0603020202020204" pitchFamily="34" charset="0"/>
              </a:rPr>
              <a:t>Vector</a:t>
            </a:r>
            <a:endParaRPr lang="en-US" sz="1800" b="0" dirty="0">
              <a:latin typeface="Trebuchet MS" panose="020B0603020202020204" pitchFamily="34" charset="0"/>
            </a:endParaRPr>
          </a:p>
        </p:txBody>
      </p:sp>
      <p:cxnSp>
        <p:nvCxnSpPr>
          <p:cNvPr id="14" name="Straight Arrow Connector 13">
            <a:extLst>
              <a:ext uri="{FF2B5EF4-FFF2-40B4-BE49-F238E27FC236}">
                <a16:creationId xmlns:a16="http://schemas.microsoft.com/office/drawing/2014/main" id="{B2C09E77-DF27-F4DE-C29B-9BE75D3542A2}"/>
              </a:ext>
            </a:extLst>
          </p:cNvPr>
          <p:cNvCxnSpPr/>
          <p:nvPr/>
        </p:nvCxnSpPr>
        <p:spPr bwMode="auto">
          <a:xfrm flipV="1">
            <a:off x="3831277" y="5096579"/>
            <a:ext cx="588323" cy="438446"/>
          </a:xfrm>
          <a:prstGeom prst="straightConnector1">
            <a:avLst/>
          </a:prstGeom>
          <a:solidFill>
            <a:schemeClr val="accent1"/>
          </a:solidFill>
          <a:ln w="25400" cap="flat" cmpd="sng" algn="ctr">
            <a:solidFill>
              <a:schemeClr val="tx1"/>
            </a:solidFill>
            <a:prstDash val="solid"/>
            <a:round/>
            <a:headEnd type="none" w="sm" len="sm"/>
            <a:tailEnd type="triangle" w="lg"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5" name="TextBox 14">
            <a:extLst>
              <a:ext uri="{FF2B5EF4-FFF2-40B4-BE49-F238E27FC236}">
                <a16:creationId xmlns:a16="http://schemas.microsoft.com/office/drawing/2014/main" id="{B49B07D2-2506-834C-DA25-5DA8A6F44836}"/>
              </a:ext>
            </a:extLst>
          </p:cNvPr>
          <p:cNvSpPr txBox="1"/>
          <p:nvPr/>
        </p:nvSpPr>
        <p:spPr>
          <a:xfrm>
            <a:off x="3307080" y="6218646"/>
            <a:ext cx="990600" cy="276999"/>
          </a:xfrm>
          <a:prstGeom prst="rect">
            <a:avLst/>
          </a:prstGeom>
          <a:noFill/>
          <a:ln w="19050">
            <a:solidFill>
              <a:srgbClr val="7030A0"/>
            </a:solidFill>
          </a:ln>
        </p:spPr>
        <p:txBody>
          <a:bodyPr wrap="square" rtlCol="0">
            <a:spAutoFit/>
          </a:bodyPr>
          <a:lstStyle/>
          <a:p>
            <a:pPr algn="ctr"/>
            <a:r>
              <a:rPr lang="en-US" sz="1200" dirty="0">
                <a:solidFill>
                  <a:srgbClr val="7030A0"/>
                </a:solidFill>
                <a:latin typeface="Trebuchet MS" panose="020B0603020202020204" pitchFamily="34" charset="0"/>
              </a:rPr>
              <a:t>Stack</a:t>
            </a:r>
            <a:endParaRPr lang="en-US" sz="1800" dirty="0">
              <a:solidFill>
                <a:srgbClr val="7030A0"/>
              </a:solidFill>
              <a:latin typeface="Trebuchet MS" panose="020B0603020202020204" pitchFamily="34" charset="0"/>
            </a:endParaRPr>
          </a:p>
        </p:txBody>
      </p:sp>
      <p:cxnSp>
        <p:nvCxnSpPr>
          <p:cNvPr id="16" name="Straight Connector 15">
            <a:extLst>
              <a:ext uri="{FF2B5EF4-FFF2-40B4-BE49-F238E27FC236}">
                <a16:creationId xmlns:a16="http://schemas.microsoft.com/office/drawing/2014/main" id="{921BB1F6-F45C-C0B9-A805-7D1041B1E6F1}"/>
              </a:ext>
            </a:extLst>
          </p:cNvPr>
          <p:cNvCxnSpPr/>
          <p:nvPr/>
        </p:nvCxnSpPr>
        <p:spPr bwMode="auto">
          <a:xfrm flipH="1">
            <a:off x="2653030" y="5660460"/>
            <a:ext cx="654050" cy="0"/>
          </a:xfrm>
          <a:prstGeom prst="line">
            <a:avLst/>
          </a:prstGeom>
          <a:solidFill>
            <a:schemeClr val="accent1"/>
          </a:solidFill>
          <a:ln w="28575" cap="flat" cmpd="sng" algn="ctr">
            <a:solidFill>
              <a:schemeClr val="tx1"/>
            </a:solidFill>
            <a:prstDash val="solid"/>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7" name="Freeform: Shape 16">
            <a:extLst>
              <a:ext uri="{FF2B5EF4-FFF2-40B4-BE49-F238E27FC236}">
                <a16:creationId xmlns:a16="http://schemas.microsoft.com/office/drawing/2014/main" id="{FD04A0C1-7C2F-1451-3814-4059F42FC2C3}"/>
              </a:ext>
            </a:extLst>
          </p:cNvPr>
          <p:cNvSpPr/>
          <p:nvPr/>
        </p:nvSpPr>
        <p:spPr bwMode="auto">
          <a:xfrm>
            <a:off x="3777145" y="5813895"/>
            <a:ext cx="88425" cy="391886"/>
          </a:xfrm>
          <a:custGeom>
            <a:avLst/>
            <a:gdLst>
              <a:gd name="connsiteX0" fmla="*/ 0 w 88425"/>
              <a:gd name="connsiteY0" fmla="*/ 391886 h 391886"/>
              <a:gd name="connsiteX1" fmla="*/ 71252 w 88425"/>
              <a:gd name="connsiteY1" fmla="*/ 308759 h 391886"/>
              <a:gd name="connsiteX2" fmla="*/ 83127 w 88425"/>
              <a:gd name="connsiteY2" fmla="*/ 142504 h 391886"/>
              <a:gd name="connsiteX3" fmla="*/ 0 w 88425"/>
              <a:gd name="connsiteY3" fmla="*/ 0 h 391886"/>
            </a:gdLst>
            <a:ahLst/>
            <a:cxnLst>
              <a:cxn ang="0">
                <a:pos x="connsiteX0" y="connsiteY0"/>
              </a:cxn>
              <a:cxn ang="0">
                <a:pos x="connsiteX1" y="connsiteY1"/>
              </a:cxn>
              <a:cxn ang="0">
                <a:pos x="connsiteX2" y="connsiteY2"/>
              </a:cxn>
              <a:cxn ang="0">
                <a:pos x="connsiteX3" y="connsiteY3"/>
              </a:cxn>
            </a:cxnLst>
            <a:rect l="l" t="t" r="r" b="b"/>
            <a:pathLst>
              <a:path w="88425" h="391886">
                <a:moveTo>
                  <a:pt x="0" y="391886"/>
                </a:moveTo>
                <a:cubicBezTo>
                  <a:pt x="28699" y="371104"/>
                  <a:pt x="57398" y="350323"/>
                  <a:pt x="71252" y="308759"/>
                </a:cubicBezTo>
                <a:cubicBezTo>
                  <a:pt x="85107" y="267195"/>
                  <a:pt x="95002" y="193964"/>
                  <a:pt x="83127" y="142504"/>
                </a:cubicBezTo>
                <a:cubicBezTo>
                  <a:pt x="71252" y="91044"/>
                  <a:pt x="35626" y="45522"/>
                  <a:pt x="0" y="0"/>
                </a:cubicBezTo>
              </a:path>
            </a:pathLst>
          </a:custGeom>
          <a:noFill/>
          <a:ln w="28575" cap="flat" cmpd="sng" algn="ctr">
            <a:solidFill>
              <a:srgbClr val="7030A0"/>
            </a:solidFill>
            <a:prstDash val="solid"/>
            <a:round/>
            <a:headEnd type="none" w="med" len="med"/>
            <a:tailEnd type="triangle" w="lg"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sz="2800" b="1" i="0" u="none" strike="noStrike" cap="none" normalizeH="0" baseline="0">
              <a:ln>
                <a:noFill/>
              </a:ln>
              <a:solidFill>
                <a:schemeClr val="tx1"/>
              </a:solidFill>
              <a:effectLst/>
              <a:latin typeface="Tahoma" pitchFamily="34" charset="0"/>
            </a:endParaRPr>
          </a:p>
        </p:txBody>
      </p:sp>
      <p:sp>
        <p:nvSpPr>
          <p:cNvPr id="18" name="Freeform: Shape 17">
            <a:extLst>
              <a:ext uri="{FF2B5EF4-FFF2-40B4-BE49-F238E27FC236}">
                <a16:creationId xmlns:a16="http://schemas.microsoft.com/office/drawing/2014/main" id="{294D37D8-58B2-CB4E-A82D-6EA383E947DE}"/>
              </a:ext>
            </a:extLst>
          </p:cNvPr>
          <p:cNvSpPr/>
          <p:nvPr/>
        </p:nvSpPr>
        <p:spPr bwMode="auto">
          <a:xfrm>
            <a:off x="3830545" y="3172823"/>
            <a:ext cx="1473075" cy="2351314"/>
          </a:xfrm>
          <a:custGeom>
            <a:avLst/>
            <a:gdLst>
              <a:gd name="connsiteX0" fmla="*/ 14289 w 1473075"/>
              <a:gd name="connsiteY0" fmla="*/ 2351314 h 2351314"/>
              <a:gd name="connsiteX1" fmla="*/ 27352 w 1473075"/>
              <a:gd name="connsiteY1" fmla="*/ 2090057 h 2351314"/>
              <a:gd name="connsiteX2" fmla="*/ 262484 w 1473075"/>
              <a:gd name="connsiteY2" fmla="*/ 1867988 h 2351314"/>
              <a:gd name="connsiteX3" fmla="*/ 484552 w 1473075"/>
              <a:gd name="connsiteY3" fmla="*/ 1685108 h 2351314"/>
              <a:gd name="connsiteX4" fmla="*/ 628244 w 1473075"/>
              <a:gd name="connsiteY4" fmla="*/ 1371600 h 2351314"/>
              <a:gd name="connsiteX5" fmla="*/ 1046255 w 1473075"/>
              <a:gd name="connsiteY5" fmla="*/ 1240971 h 2351314"/>
              <a:gd name="connsiteX6" fmla="*/ 1398952 w 1473075"/>
              <a:gd name="connsiteY6" fmla="*/ 1018903 h 2351314"/>
              <a:gd name="connsiteX7" fmla="*/ 1464266 w 1473075"/>
              <a:gd name="connsiteY7" fmla="*/ 535577 h 2351314"/>
              <a:gd name="connsiteX8" fmla="*/ 1268324 w 1473075"/>
              <a:gd name="connsiteY8" fmla="*/ 261257 h 2351314"/>
              <a:gd name="connsiteX9" fmla="*/ 863375 w 1473075"/>
              <a:gd name="connsiteY9" fmla="*/ 0 h 23513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473075" h="2351314">
                <a:moveTo>
                  <a:pt x="14289" y="2351314"/>
                </a:moveTo>
                <a:cubicBezTo>
                  <a:pt x="137" y="2260962"/>
                  <a:pt x="-14014" y="2170611"/>
                  <a:pt x="27352" y="2090057"/>
                </a:cubicBezTo>
                <a:cubicBezTo>
                  <a:pt x="68718" y="2009503"/>
                  <a:pt x="186284" y="1935480"/>
                  <a:pt x="262484" y="1867988"/>
                </a:cubicBezTo>
                <a:cubicBezTo>
                  <a:pt x="338684" y="1800496"/>
                  <a:pt x="423592" y="1767839"/>
                  <a:pt x="484552" y="1685108"/>
                </a:cubicBezTo>
                <a:cubicBezTo>
                  <a:pt x="545512" y="1602377"/>
                  <a:pt x="534627" y="1445623"/>
                  <a:pt x="628244" y="1371600"/>
                </a:cubicBezTo>
                <a:cubicBezTo>
                  <a:pt x="721861" y="1297577"/>
                  <a:pt x="917804" y="1299754"/>
                  <a:pt x="1046255" y="1240971"/>
                </a:cubicBezTo>
                <a:cubicBezTo>
                  <a:pt x="1174706" y="1182188"/>
                  <a:pt x="1329284" y="1136469"/>
                  <a:pt x="1398952" y="1018903"/>
                </a:cubicBezTo>
                <a:cubicBezTo>
                  <a:pt x="1468621" y="901337"/>
                  <a:pt x="1486037" y="661851"/>
                  <a:pt x="1464266" y="535577"/>
                </a:cubicBezTo>
                <a:cubicBezTo>
                  <a:pt x="1442495" y="409303"/>
                  <a:pt x="1368472" y="350520"/>
                  <a:pt x="1268324" y="261257"/>
                </a:cubicBezTo>
                <a:cubicBezTo>
                  <a:pt x="1168176" y="171994"/>
                  <a:pt x="1015775" y="85997"/>
                  <a:pt x="863375" y="0"/>
                </a:cubicBezTo>
              </a:path>
            </a:pathLst>
          </a:custGeom>
          <a:noFill/>
          <a:ln w="25400" cap="flat" cmpd="sng" algn="ctr">
            <a:solidFill>
              <a:schemeClr val="tx1"/>
            </a:solidFill>
            <a:prstDash val="solid"/>
            <a:round/>
            <a:headEnd type="none" w="sm" len="sm"/>
            <a:tailEnd type="triangle" w="lg"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sz="2800" b="1" i="0" u="none" strike="noStrike" cap="none" normalizeH="0" baseline="0">
              <a:ln>
                <a:noFill/>
              </a:ln>
              <a:solidFill>
                <a:schemeClr val="tx1"/>
              </a:solidFill>
              <a:effectLst/>
              <a:latin typeface="Tahoma" pitchFamily="34" charset="0"/>
            </a:endParaRPr>
          </a:p>
        </p:txBody>
      </p:sp>
      <p:sp>
        <p:nvSpPr>
          <p:cNvPr id="19" name="Rectangle 18">
            <a:extLst>
              <a:ext uri="{FF2B5EF4-FFF2-40B4-BE49-F238E27FC236}">
                <a16:creationId xmlns:a16="http://schemas.microsoft.com/office/drawing/2014/main" id="{870DC371-14BA-FE13-CCB3-620C8C17502F}"/>
              </a:ext>
            </a:extLst>
          </p:cNvPr>
          <p:cNvSpPr/>
          <p:nvPr/>
        </p:nvSpPr>
        <p:spPr bwMode="auto">
          <a:xfrm>
            <a:off x="6766560" y="5974080"/>
            <a:ext cx="2377440" cy="521565"/>
          </a:xfrm>
          <a:prstGeom prst="rect">
            <a:avLst/>
          </a:prstGeom>
          <a:solidFill>
            <a:schemeClr val="bg1"/>
          </a:solidFill>
          <a:ln w="12700" cap="flat" cmpd="sng" algn="ctr">
            <a:solidFill>
              <a:schemeClr val="bg1"/>
            </a:solidFill>
            <a:prstDash val="solid"/>
            <a:round/>
            <a:headEnd type="none" w="sm" len="sm"/>
            <a:tailEnd type="none" w="sm" len="sm"/>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sz="2800" b="1" i="0" u="none" strike="noStrike" cap="none" normalizeH="0" baseline="0">
              <a:ln>
                <a:noFill/>
              </a:ln>
              <a:solidFill>
                <a:schemeClr val="tx1"/>
              </a:solidFill>
              <a:effectLst/>
              <a:latin typeface="Tahoma" pitchFamily="34" charset="0"/>
            </a:endParaRPr>
          </a:p>
        </p:txBody>
      </p:sp>
      <p:sp>
        <p:nvSpPr>
          <p:cNvPr id="20" name="TextBox 19">
            <a:extLst>
              <a:ext uri="{FF2B5EF4-FFF2-40B4-BE49-F238E27FC236}">
                <a16:creationId xmlns:a16="http://schemas.microsoft.com/office/drawing/2014/main" id="{82626BE1-2329-92FA-4D7B-88400259AEB4}"/>
              </a:ext>
            </a:extLst>
          </p:cNvPr>
          <p:cNvSpPr txBox="1"/>
          <p:nvPr/>
        </p:nvSpPr>
        <p:spPr>
          <a:xfrm>
            <a:off x="772160" y="1351280"/>
            <a:ext cx="883896" cy="492443"/>
          </a:xfrm>
          <a:prstGeom prst="rect">
            <a:avLst/>
          </a:prstGeom>
          <a:noFill/>
          <a:ln>
            <a:solidFill>
              <a:schemeClr val="tx1"/>
            </a:solidFill>
          </a:ln>
        </p:spPr>
        <p:txBody>
          <a:bodyPr wrap="none" lIns="182880" tIns="137160" rIns="182880" bIns="137160" rtlCol="0">
            <a:spAutoFit/>
          </a:bodyPr>
          <a:lstStyle/>
          <a:p>
            <a:r>
              <a:rPr lang="en-US" sz="1400" b="0" dirty="0">
                <a:ea typeface="Tahoma" panose="020B0604030504040204" pitchFamily="34" charset="0"/>
                <a:cs typeface="Tahoma" panose="020B0604030504040204" pitchFamily="34" charset="0"/>
              </a:rPr>
              <a:t>Queue</a:t>
            </a:r>
          </a:p>
        </p:txBody>
      </p:sp>
      <p:cxnSp>
        <p:nvCxnSpPr>
          <p:cNvPr id="21" name="Straight Arrow Connector 20">
            <a:extLst>
              <a:ext uri="{FF2B5EF4-FFF2-40B4-BE49-F238E27FC236}">
                <a16:creationId xmlns:a16="http://schemas.microsoft.com/office/drawing/2014/main" id="{6AE83556-F260-4F00-447B-B2AEF9D8D639}"/>
              </a:ext>
            </a:extLst>
          </p:cNvPr>
          <p:cNvCxnSpPr>
            <a:stCxn id="20" idx="3"/>
          </p:cNvCxnSpPr>
          <p:nvPr/>
        </p:nvCxnSpPr>
        <p:spPr bwMode="auto">
          <a:xfrm flipV="1">
            <a:off x="1656056" y="1597501"/>
            <a:ext cx="2459222" cy="1"/>
          </a:xfrm>
          <a:prstGeom prst="straightConnector1">
            <a:avLst/>
          </a:prstGeom>
          <a:solidFill>
            <a:schemeClr val="accent1"/>
          </a:solidFill>
          <a:ln w="28575" cap="flat" cmpd="sng" algn="ctr">
            <a:solidFill>
              <a:schemeClr val="tx1"/>
            </a:solidFill>
            <a:prstDash val="solid"/>
            <a:round/>
            <a:headEnd type="none" w="med" len="med"/>
            <a:tailEnd type="triangle" w="lg"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2" name="TextBox 21">
            <a:extLst>
              <a:ext uri="{FF2B5EF4-FFF2-40B4-BE49-F238E27FC236}">
                <a16:creationId xmlns:a16="http://schemas.microsoft.com/office/drawing/2014/main" id="{ECF3F0DC-7B3D-62F9-770C-AE69F6BA67D6}"/>
              </a:ext>
            </a:extLst>
          </p:cNvPr>
          <p:cNvSpPr txBox="1"/>
          <p:nvPr/>
        </p:nvSpPr>
        <p:spPr>
          <a:xfrm>
            <a:off x="1208793" y="2283562"/>
            <a:ext cx="879087" cy="492443"/>
          </a:xfrm>
          <a:prstGeom prst="rect">
            <a:avLst/>
          </a:prstGeom>
          <a:noFill/>
          <a:ln>
            <a:solidFill>
              <a:schemeClr val="tx1"/>
            </a:solidFill>
          </a:ln>
        </p:spPr>
        <p:txBody>
          <a:bodyPr wrap="none" lIns="182880" tIns="137160" rIns="182880" bIns="137160" rtlCol="0">
            <a:spAutoFit/>
          </a:bodyPr>
          <a:lstStyle/>
          <a:p>
            <a:r>
              <a:rPr lang="en-US" sz="1400" b="0" dirty="0">
                <a:ea typeface="Tahoma" panose="020B0604030504040204" pitchFamily="34" charset="0"/>
                <a:cs typeface="Tahoma" panose="020B0604030504040204" pitchFamily="34" charset="0"/>
              </a:rPr>
              <a:t>Deque</a:t>
            </a:r>
          </a:p>
        </p:txBody>
      </p:sp>
      <p:sp>
        <p:nvSpPr>
          <p:cNvPr id="23" name="TextBox 22">
            <a:extLst>
              <a:ext uri="{FF2B5EF4-FFF2-40B4-BE49-F238E27FC236}">
                <a16:creationId xmlns:a16="http://schemas.microsoft.com/office/drawing/2014/main" id="{2F489793-19A4-BE10-5370-79D34A8E9617}"/>
              </a:ext>
            </a:extLst>
          </p:cNvPr>
          <p:cNvSpPr txBox="1"/>
          <p:nvPr/>
        </p:nvSpPr>
        <p:spPr>
          <a:xfrm>
            <a:off x="89212" y="3027997"/>
            <a:ext cx="1584536" cy="492443"/>
          </a:xfrm>
          <a:prstGeom prst="rect">
            <a:avLst/>
          </a:prstGeom>
          <a:solidFill>
            <a:srgbClr val="CAC9CE"/>
          </a:solidFill>
          <a:ln>
            <a:solidFill>
              <a:schemeClr val="tx1"/>
            </a:solidFill>
          </a:ln>
        </p:spPr>
        <p:txBody>
          <a:bodyPr wrap="none" lIns="182880" tIns="137160" rIns="182880" bIns="137160" rtlCol="0">
            <a:spAutoFit/>
          </a:bodyPr>
          <a:lstStyle/>
          <a:p>
            <a:r>
              <a:rPr lang="en-US" sz="1400" b="0" dirty="0">
                <a:ea typeface="Tahoma" panose="020B0604030504040204" pitchFamily="34" charset="0"/>
                <a:cs typeface="Tahoma" panose="020B0604030504040204" pitchFamily="34" charset="0"/>
              </a:rPr>
              <a:t>Abstract Queue</a:t>
            </a:r>
          </a:p>
        </p:txBody>
      </p:sp>
      <p:cxnSp>
        <p:nvCxnSpPr>
          <p:cNvPr id="24" name="Straight Arrow Connector 23">
            <a:extLst>
              <a:ext uri="{FF2B5EF4-FFF2-40B4-BE49-F238E27FC236}">
                <a16:creationId xmlns:a16="http://schemas.microsoft.com/office/drawing/2014/main" id="{B5E1E7A6-70B0-44DD-C9D1-1CBE534C5D64}"/>
              </a:ext>
            </a:extLst>
          </p:cNvPr>
          <p:cNvCxnSpPr>
            <a:stCxn id="22" idx="0"/>
            <a:endCxn id="20" idx="2"/>
          </p:cNvCxnSpPr>
          <p:nvPr/>
        </p:nvCxnSpPr>
        <p:spPr bwMode="auto">
          <a:xfrm flipH="1" flipV="1">
            <a:off x="1214108" y="1843723"/>
            <a:ext cx="434229" cy="439839"/>
          </a:xfrm>
          <a:prstGeom prst="straightConnector1">
            <a:avLst/>
          </a:prstGeom>
          <a:solidFill>
            <a:schemeClr val="accent1"/>
          </a:solidFill>
          <a:ln w="28575" cap="flat" cmpd="sng" algn="ctr">
            <a:solidFill>
              <a:schemeClr val="tx1"/>
            </a:solidFill>
            <a:prstDash val="solid"/>
            <a:round/>
            <a:headEnd type="none" w="med" len="med"/>
            <a:tailEnd type="triangle" w="lg"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5" name="Straight Arrow Connector 24">
            <a:extLst>
              <a:ext uri="{FF2B5EF4-FFF2-40B4-BE49-F238E27FC236}">
                <a16:creationId xmlns:a16="http://schemas.microsoft.com/office/drawing/2014/main" id="{A8E8DD34-73A8-5C88-D2EC-7A6572210405}"/>
              </a:ext>
            </a:extLst>
          </p:cNvPr>
          <p:cNvCxnSpPr>
            <a:stCxn id="23" idx="0"/>
          </p:cNvCxnSpPr>
          <p:nvPr/>
        </p:nvCxnSpPr>
        <p:spPr bwMode="auto">
          <a:xfrm flipV="1">
            <a:off x="881480" y="1843723"/>
            <a:ext cx="269996" cy="1184274"/>
          </a:xfrm>
          <a:prstGeom prst="straightConnector1">
            <a:avLst/>
          </a:prstGeom>
          <a:solidFill>
            <a:schemeClr val="accent1"/>
          </a:solidFill>
          <a:ln w="28575" cap="flat" cmpd="sng" algn="ctr">
            <a:solidFill>
              <a:schemeClr val="tx1"/>
            </a:solidFill>
            <a:prstDash val="solid"/>
            <a:round/>
            <a:headEnd type="none" w="med" len="med"/>
            <a:tailEnd type="triangle" w="lg"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6" name="TextBox 25">
            <a:extLst>
              <a:ext uri="{FF2B5EF4-FFF2-40B4-BE49-F238E27FC236}">
                <a16:creationId xmlns:a16="http://schemas.microsoft.com/office/drawing/2014/main" id="{771F114A-B230-4E6E-7BED-186E6248DA91}"/>
              </a:ext>
            </a:extLst>
          </p:cNvPr>
          <p:cNvSpPr txBox="1"/>
          <p:nvPr/>
        </p:nvSpPr>
        <p:spPr>
          <a:xfrm>
            <a:off x="133262" y="4264875"/>
            <a:ext cx="1496435" cy="492443"/>
          </a:xfrm>
          <a:prstGeom prst="rect">
            <a:avLst/>
          </a:prstGeom>
          <a:noFill/>
          <a:ln>
            <a:solidFill>
              <a:schemeClr val="tx1"/>
            </a:solidFill>
          </a:ln>
        </p:spPr>
        <p:txBody>
          <a:bodyPr wrap="none" lIns="182880" tIns="137160" rIns="182880" bIns="137160" rtlCol="0">
            <a:spAutoFit/>
          </a:bodyPr>
          <a:lstStyle/>
          <a:p>
            <a:r>
              <a:rPr lang="en-US" sz="1400" b="0" dirty="0">
                <a:ea typeface="Tahoma" panose="020B0604030504040204" pitchFamily="34" charset="0"/>
                <a:cs typeface="Tahoma" panose="020B0604030504040204" pitchFamily="34" charset="0"/>
              </a:rPr>
              <a:t>Priority Queue</a:t>
            </a:r>
          </a:p>
        </p:txBody>
      </p:sp>
      <p:cxnSp>
        <p:nvCxnSpPr>
          <p:cNvPr id="27" name="Straight Arrow Connector 26">
            <a:extLst>
              <a:ext uri="{FF2B5EF4-FFF2-40B4-BE49-F238E27FC236}">
                <a16:creationId xmlns:a16="http://schemas.microsoft.com/office/drawing/2014/main" id="{1C4DFBF8-2819-4108-1B20-D2D6AC5C94FC}"/>
              </a:ext>
            </a:extLst>
          </p:cNvPr>
          <p:cNvCxnSpPr>
            <a:stCxn id="26" idx="0"/>
            <a:endCxn id="23" idx="2"/>
          </p:cNvCxnSpPr>
          <p:nvPr/>
        </p:nvCxnSpPr>
        <p:spPr bwMode="auto">
          <a:xfrm flipV="1">
            <a:off x="881480" y="3520440"/>
            <a:ext cx="0" cy="744435"/>
          </a:xfrm>
          <a:prstGeom prst="straightConnector1">
            <a:avLst/>
          </a:prstGeom>
          <a:solidFill>
            <a:schemeClr val="accent1"/>
          </a:solidFill>
          <a:ln w="28575" cap="flat" cmpd="sng" algn="ctr">
            <a:solidFill>
              <a:schemeClr val="tx1"/>
            </a:solidFill>
            <a:prstDash val="solid"/>
            <a:round/>
            <a:headEnd type="none" w="med" len="med"/>
            <a:tailEnd type="triangle" w="lg"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8" name="Straight Arrow Connector 27">
            <a:extLst>
              <a:ext uri="{FF2B5EF4-FFF2-40B4-BE49-F238E27FC236}">
                <a16:creationId xmlns:a16="http://schemas.microsoft.com/office/drawing/2014/main" id="{9595715E-BF6F-A59A-03A0-559DD6D16925}"/>
              </a:ext>
            </a:extLst>
          </p:cNvPr>
          <p:cNvCxnSpPr/>
          <p:nvPr/>
        </p:nvCxnSpPr>
        <p:spPr bwMode="auto">
          <a:xfrm flipH="1" flipV="1">
            <a:off x="2087880" y="2776005"/>
            <a:ext cx="1346200" cy="994443"/>
          </a:xfrm>
          <a:prstGeom prst="straightConnector1">
            <a:avLst/>
          </a:prstGeom>
          <a:solidFill>
            <a:schemeClr val="accent1"/>
          </a:solidFill>
          <a:ln w="28575" cap="flat" cmpd="sng" algn="ctr">
            <a:solidFill>
              <a:schemeClr val="tx1"/>
            </a:solidFill>
            <a:prstDash val="solid"/>
            <a:round/>
            <a:headEnd type="none" w="med" len="med"/>
            <a:tailEnd type="triangle" w="lg"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9" name="TextBox 28">
            <a:extLst>
              <a:ext uri="{FF2B5EF4-FFF2-40B4-BE49-F238E27FC236}">
                <a16:creationId xmlns:a16="http://schemas.microsoft.com/office/drawing/2014/main" id="{62F2D7DE-C433-8169-F5EB-29A7A352D6AC}"/>
              </a:ext>
            </a:extLst>
          </p:cNvPr>
          <p:cNvSpPr txBox="1"/>
          <p:nvPr/>
        </p:nvSpPr>
        <p:spPr>
          <a:xfrm>
            <a:off x="2108716" y="82399"/>
            <a:ext cx="4916731" cy="461665"/>
          </a:xfrm>
          <a:prstGeom prst="rect">
            <a:avLst/>
          </a:prstGeom>
          <a:noFill/>
        </p:spPr>
        <p:txBody>
          <a:bodyPr wrap="none" rtlCol="0">
            <a:spAutoFit/>
          </a:bodyPr>
          <a:lstStyle/>
          <a:p>
            <a:r>
              <a:rPr lang="en-US" sz="2400" dirty="0"/>
              <a:t>The Java Collections Hierarchy</a:t>
            </a:r>
          </a:p>
        </p:txBody>
      </p:sp>
    </p:spTree>
    <p:extLst>
      <p:ext uri="{BB962C8B-B14F-4D97-AF65-F5344CB8AC3E}">
        <p14:creationId xmlns:p14="http://schemas.microsoft.com/office/powerpoint/2010/main" val="151126842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a:extLst>
              <a:ext uri="{FF2B5EF4-FFF2-40B4-BE49-F238E27FC236}">
                <a16:creationId xmlns:a16="http://schemas.microsoft.com/office/drawing/2014/main" id="{78D8834F-E070-5D99-0790-424A4C47C082}"/>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2500" t="3497" r="2500" b="3236"/>
          <a:stretch/>
        </p:blipFill>
        <p:spPr bwMode="auto">
          <a:xfrm>
            <a:off x="228600" y="228600"/>
            <a:ext cx="8686800" cy="6096000"/>
          </a:xfrm>
          <a:prstGeom prst="rect">
            <a:avLst/>
          </a:prstGeom>
          <a:noFill/>
          <a:extLst>
            <a:ext uri="{909E8E84-426E-40DD-AFC4-6F175D3DCCD1}">
              <a14:hiddenFill xmlns:a14="http://schemas.microsoft.com/office/drawing/2010/main">
                <a:solidFill>
                  <a:srgbClr val="FFFFFF"/>
                </a:solidFill>
              </a14:hiddenFill>
            </a:ext>
          </a:extLst>
        </p:spPr>
      </p:pic>
      <p:sp>
        <p:nvSpPr>
          <p:cNvPr id="2" name="TextBox 1">
            <a:extLst>
              <a:ext uri="{FF2B5EF4-FFF2-40B4-BE49-F238E27FC236}">
                <a16:creationId xmlns:a16="http://schemas.microsoft.com/office/drawing/2014/main" id="{40675819-A404-BDA9-656B-D46D38448867}"/>
              </a:ext>
            </a:extLst>
          </p:cNvPr>
          <p:cNvSpPr txBox="1"/>
          <p:nvPr/>
        </p:nvSpPr>
        <p:spPr>
          <a:xfrm>
            <a:off x="457200" y="4876800"/>
            <a:ext cx="6858000" cy="1754326"/>
          </a:xfrm>
          <a:prstGeom prst="rect">
            <a:avLst/>
          </a:prstGeom>
          <a:noFill/>
        </p:spPr>
        <p:txBody>
          <a:bodyPr wrap="square" rtlCol="0">
            <a:spAutoFit/>
          </a:bodyPr>
          <a:lstStyle/>
          <a:p>
            <a:pPr algn="just"/>
            <a:r>
              <a:rPr lang="en-US" sz="3600" dirty="0"/>
              <a:t>A queue is a data structure in which you add to one end and remove from the other.</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Footer Placeholder 3">
            <a:extLst>
              <a:ext uri="{FF2B5EF4-FFF2-40B4-BE49-F238E27FC236}">
                <a16:creationId xmlns:a16="http://schemas.microsoft.com/office/drawing/2014/main" id="{B3D04F52-69AA-4DC7-A150-4D6857558939}"/>
              </a:ext>
            </a:extLst>
          </p:cNvPr>
          <p:cNvSpPr>
            <a:spLocks noGrp="1"/>
          </p:cNvSpPr>
          <p:nvPr>
            <p:ph type="ftr" sz="quarter" idx="12"/>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endParaRPr lang="en-US" altLang="en-US" sz="800" b="1"/>
          </a:p>
          <a:p>
            <a:pPr>
              <a:spcBef>
                <a:spcPct val="0"/>
              </a:spcBef>
              <a:buFontTx/>
              <a:buNone/>
            </a:pPr>
            <a:endParaRPr lang="en-US" altLang="en-US" sz="800">
              <a:latin typeface="Tahoma" panose="020B0604030504040204" pitchFamily="34" charset="0"/>
            </a:endParaRPr>
          </a:p>
          <a:p>
            <a:pPr>
              <a:spcBef>
                <a:spcPct val="0"/>
              </a:spcBef>
              <a:buFontTx/>
              <a:buNone/>
            </a:pPr>
            <a:endParaRPr lang="en-US" altLang="en-US" sz="800" b="1">
              <a:latin typeface="Tahoma" panose="020B0604030504040204" pitchFamily="34" charset="0"/>
            </a:endParaRPr>
          </a:p>
          <a:p>
            <a:pPr>
              <a:spcBef>
                <a:spcPct val="0"/>
              </a:spcBef>
              <a:buFontTx/>
              <a:buNone/>
            </a:pPr>
            <a:r>
              <a:rPr lang="en-US" altLang="en-US" sz="800" b="1">
                <a:latin typeface="Tahoma" panose="020B0604030504040204" pitchFamily="34" charset="0"/>
              </a:rPr>
              <a:t>© A+ Computer Science  -  www.apluscompsci.com</a:t>
            </a:r>
          </a:p>
        </p:txBody>
      </p:sp>
      <p:sp>
        <p:nvSpPr>
          <p:cNvPr id="8195" name="Text Box 2">
            <a:extLst>
              <a:ext uri="{FF2B5EF4-FFF2-40B4-BE49-F238E27FC236}">
                <a16:creationId xmlns:a16="http://schemas.microsoft.com/office/drawing/2014/main" id="{5CDC8F2B-4A77-4955-9945-AC01FD910AE9}"/>
              </a:ext>
            </a:extLst>
          </p:cNvPr>
          <p:cNvSpPr txBox="1">
            <a:spLocks noChangeArrowheads="1"/>
          </p:cNvSpPr>
          <p:nvPr/>
        </p:nvSpPr>
        <p:spPr bwMode="auto">
          <a:xfrm>
            <a:off x="1828800" y="2743200"/>
            <a:ext cx="2962275"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2800">
                <a:latin typeface="Tahoma" panose="020B0604030504040204" pitchFamily="34" charset="0"/>
              </a:rPr>
              <a:t>queue.add(25);</a:t>
            </a:r>
          </a:p>
        </p:txBody>
      </p:sp>
      <p:sp>
        <p:nvSpPr>
          <p:cNvPr id="8196" name="Text Box 6">
            <a:extLst>
              <a:ext uri="{FF2B5EF4-FFF2-40B4-BE49-F238E27FC236}">
                <a16:creationId xmlns:a16="http://schemas.microsoft.com/office/drawing/2014/main" id="{2AC659B3-7EE3-4816-951A-FA86AE7F5205}"/>
              </a:ext>
            </a:extLst>
          </p:cNvPr>
          <p:cNvSpPr txBox="1">
            <a:spLocks noChangeArrowheads="1"/>
          </p:cNvSpPr>
          <p:nvPr/>
        </p:nvSpPr>
        <p:spPr bwMode="auto">
          <a:xfrm>
            <a:off x="5334000" y="2133600"/>
            <a:ext cx="3505200" cy="2840038"/>
          </a:xfrm>
          <a:prstGeom prst="rect">
            <a:avLst/>
          </a:prstGeom>
          <a:noFill/>
          <a:ln w="9525">
            <a:solidFill>
              <a:schemeClr val="accent2"/>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50000"/>
              </a:spcBef>
              <a:buFontTx/>
              <a:buNone/>
            </a:pPr>
            <a:r>
              <a:rPr lang="en-US" altLang="en-US" sz="2400">
                <a:solidFill>
                  <a:schemeClr val="accent2"/>
                </a:solidFill>
                <a:latin typeface="Tahoma" panose="020B0604030504040204" pitchFamily="34" charset="0"/>
              </a:rPr>
              <a:t>add adds an item</a:t>
            </a:r>
            <a:br>
              <a:rPr lang="en-US" altLang="en-US" sz="2400">
                <a:solidFill>
                  <a:schemeClr val="accent2"/>
                </a:solidFill>
                <a:latin typeface="Tahoma" panose="020B0604030504040204" pitchFamily="34" charset="0"/>
              </a:rPr>
            </a:br>
            <a:r>
              <a:rPr lang="en-US" altLang="en-US" sz="2400">
                <a:solidFill>
                  <a:schemeClr val="accent2"/>
                </a:solidFill>
                <a:latin typeface="Tahoma" panose="020B0604030504040204" pitchFamily="34" charset="0"/>
              </a:rPr>
              <a:t>to the queue.</a:t>
            </a:r>
          </a:p>
          <a:p>
            <a:pPr>
              <a:spcBef>
                <a:spcPct val="50000"/>
              </a:spcBef>
              <a:buFontTx/>
              <a:buNone/>
            </a:pPr>
            <a:r>
              <a:rPr lang="en-US" altLang="en-US" sz="2400">
                <a:solidFill>
                  <a:schemeClr val="accent2"/>
                </a:solidFill>
                <a:latin typeface="Tahoma" panose="020B0604030504040204" pitchFamily="34" charset="0"/>
              </a:rPr>
              <a:t>enqueue is a very common name given to the operation of adding items to a queue.</a:t>
            </a:r>
          </a:p>
        </p:txBody>
      </p:sp>
      <p:graphicFrame>
        <p:nvGraphicFramePr>
          <p:cNvPr id="78865" name="Group 17">
            <a:extLst>
              <a:ext uri="{FF2B5EF4-FFF2-40B4-BE49-F238E27FC236}">
                <a16:creationId xmlns:a16="http://schemas.microsoft.com/office/drawing/2014/main" id="{F787CE83-FFAB-4908-93CB-133F56815AE1}"/>
              </a:ext>
            </a:extLst>
          </p:cNvPr>
          <p:cNvGraphicFramePr>
            <a:graphicFrameLocks noGrp="1"/>
          </p:cNvGraphicFramePr>
          <p:nvPr/>
        </p:nvGraphicFramePr>
        <p:xfrm>
          <a:off x="1676400" y="4191000"/>
          <a:ext cx="1574800" cy="889000"/>
        </p:xfrm>
        <a:graphic>
          <a:graphicData uri="http://schemas.openxmlformats.org/drawingml/2006/table">
            <a:tbl>
              <a:tblPr/>
              <a:tblGrid>
                <a:gridCol w="1574800">
                  <a:extLst>
                    <a:ext uri="{9D8B030D-6E8A-4147-A177-3AD203B41FA5}">
                      <a16:colId xmlns:a16="http://schemas.microsoft.com/office/drawing/2014/main" val="20000"/>
                    </a:ext>
                  </a:extLst>
                </a:gridCol>
              </a:tblGrid>
              <a:tr h="889000">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4400" b="1" i="0" u="none" strike="noStrike" cap="none" normalizeH="0" baseline="0">
                          <a:ln>
                            <a:noFill/>
                          </a:ln>
                          <a:solidFill>
                            <a:schemeClr val="tx1"/>
                          </a:solidFill>
                          <a:effectLst/>
                          <a:latin typeface="Tahoma" pitchFamily="34" charset="0"/>
                        </a:rPr>
                        <a:t>25</a:t>
                      </a: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66FFFF">
                        <a:alpha val="50000"/>
                      </a:srgbClr>
                    </a:solidFill>
                  </a:tcPr>
                </a:tc>
                <a:extLst>
                  <a:ext uri="{0D108BD9-81ED-4DB2-BD59-A6C34878D82A}">
                    <a16:rowId xmlns:a16="http://schemas.microsoft.com/office/drawing/2014/main" val="10000"/>
                  </a:ext>
                </a:extLst>
              </a:tr>
            </a:tbl>
          </a:graphicData>
        </a:graphic>
      </p:graphicFrame>
      <p:sp>
        <p:nvSpPr>
          <p:cNvPr id="8203" name="WordArt 18">
            <a:extLst>
              <a:ext uri="{FF2B5EF4-FFF2-40B4-BE49-F238E27FC236}">
                <a16:creationId xmlns:a16="http://schemas.microsoft.com/office/drawing/2014/main" id="{2E93C205-FCDB-4003-9928-AAE037A72F2E}"/>
              </a:ext>
            </a:extLst>
          </p:cNvPr>
          <p:cNvSpPr>
            <a:spLocks noChangeArrowheads="1" noChangeShapeType="1" noTextEdit="1"/>
          </p:cNvSpPr>
          <p:nvPr/>
        </p:nvSpPr>
        <p:spPr bwMode="auto">
          <a:xfrm>
            <a:off x="1066800" y="381000"/>
            <a:ext cx="6705600" cy="990600"/>
          </a:xfrm>
          <a:prstGeom prst="rect">
            <a:avLst/>
          </a:prstGeom>
        </p:spPr>
        <p:txBody>
          <a:bodyPr wrap="none" fromWordArt="1">
            <a:prstTxWarp prst="textPlain">
              <a:avLst>
                <a:gd name="adj" fmla="val 50000"/>
              </a:avLst>
            </a:prstTxWarp>
          </a:bodyPr>
          <a:lstStyle/>
          <a:p>
            <a:pPr algn="ctr"/>
            <a:r>
              <a:rPr lang="en-US" sz="3600" kern="10">
                <a:ln w="9525">
                  <a:solidFill>
                    <a:srgbClr val="FFFF00"/>
                  </a:solidFill>
                  <a:round/>
                  <a:headEnd/>
                  <a:tailEnd/>
                </a:ln>
                <a:solidFill>
                  <a:srgbClr val="0000FF"/>
                </a:solidFill>
                <a:effectLst>
                  <a:outerShdw dist="35921" dir="2700000" algn="ctr" rotWithShape="0">
                    <a:srgbClr val="C0C0C0"/>
                  </a:outerShdw>
                </a:effectLst>
                <a:latin typeface="Impact" panose="020B0806030902050204" pitchFamily="34" charset="0"/>
              </a:rPr>
              <a:t>What is a Queue?</a:t>
            </a:r>
          </a:p>
        </p:txBody>
      </p:sp>
    </p:spTree>
    <p:extLst>
      <p:ext uri="{BB962C8B-B14F-4D97-AF65-F5344CB8AC3E}">
        <p14:creationId xmlns:p14="http://schemas.microsoft.com/office/powerpoint/2010/main" val="102879108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Footer Placeholder 3">
            <a:extLst>
              <a:ext uri="{FF2B5EF4-FFF2-40B4-BE49-F238E27FC236}">
                <a16:creationId xmlns:a16="http://schemas.microsoft.com/office/drawing/2014/main" id="{B2F38254-4948-427F-A604-4CF077E148F8}"/>
              </a:ext>
            </a:extLst>
          </p:cNvPr>
          <p:cNvSpPr>
            <a:spLocks noGrp="1"/>
          </p:cNvSpPr>
          <p:nvPr>
            <p:ph type="ftr" sz="quarter" idx="12"/>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endParaRPr lang="en-US" altLang="en-US" sz="800" b="1"/>
          </a:p>
          <a:p>
            <a:pPr>
              <a:spcBef>
                <a:spcPct val="0"/>
              </a:spcBef>
              <a:buFontTx/>
              <a:buNone/>
            </a:pPr>
            <a:endParaRPr lang="en-US" altLang="en-US" sz="800">
              <a:latin typeface="Tahoma" panose="020B0604030504040204" pitchFamily="34" charset="0"/>
            </a:endParaRPr>
          </a:p>
          <a:p>
            <a:pPr>
              <a:spcBef>
                <a:spcPct val="0"/>
              </a:spcBef>
              <a:buFontTx/>
              <a:buNone/>
            </a:pPr>
            <a:endParaRPr lang="en-US" altLang="en-US" sz="800" b="1">
              <a:latin typeface="Tahoma" panose="020B0604030504040204" pitchFamily="34" charset="0"/>
            </a:endParaRPr>
          </a:p>
          <a:p>
            <a:pPr>
              <a:spcBef>
                <a:spcPct val="0"/>
              </a:spcBef>
              <a:buFontTx/>
              <a:buNone/>
            </a:pPr>
            <a:r>
              <a:rPr lang="en-US" altLang="en-US" sz="800" b="1">
                <a:latin typeface="Tahoma" panose="020B0604030504040204" pitchFamily="34" charset="0"/>
              </a:rPr>
              <a:t>© A+ Computer Science  -  www.apluscompsci.com</a:t>
            </a:r>
          </a:p>
        </p:txBody>
      </p:sp>
      <p:pic>
        <p:nvPicPr>
          <p:cNvPr id="9219" name="Picture 6" descr="pe01538_[1]">
            <a:extLst>
              <a:ext uri="{FF2B5EF4-FFF2-40B4-BE49-F238E27FC236}">
                <a16:creationId xmlns:a16="http://schemas.microsoft.com/office/drawing/2014/main" id="{07AAFA49-3443-47D2-8548-2F6167F192F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312025" y="3810000"/>
            <a:ext cx="1423988" cy="26304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220" name="Text Box 8">
            <a:extLst>
              <a:ext uri="{FF2B5EF4-FFF2-40B4-BE49-F238E27FC236}">
                <a16:creationId xmlns:a16="http://schemas.microsoft.com/office/drawing/2014/main" id="{526FBFB6-FFA1-462A-9A05-2DCBE112CB6E}"/>
              </a:ext>
            </a:extLst>
          </p:cNvPr>
          <p:cNvSpPr txBox="1">
            <a:spLocks noChangeArrowheads="1"/>
          </p:cNvSpPr>
          <p:nvPr/>
        </p:nvSpPr>
        <p:spPr bwMode="auto">
          <a:xfrm>
            <a:off x="1828800" y="2743200"/>
            <a:ext cx="2962275"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2800">
                <a:latin typeface="Tahoma" panose="020B0604030504040204" pitchFamily="34" charset="0"/>
              </a:rPr>
              <a:t>queue.add(14);</a:t>
            </a:r>
          </a:p>
        </p:txBody>
      </p:sp>
      <p:sp>
        <p:nvSpPr>
          <p:cNvPr id="9221" name="Text Box 9">
            <a:extLst>
              <a:ext uri="{FF2B5EF4-FFF2-40B4-BE49-F238E27FC236}">
                <a16:creationId xmlns:a16="http://schemas.microsoft.com/office/drawing/2014/main" id="{3E139021-0C99-4C8D-ADDD-79B4EFF18A6D}"/>
              </a:ext>
            </a:extLst>
          </p:cNvPr>
          <p:cNvSpPr txBox="1">
            <a:spLocks noChangeArrowheads="1"/>
          </p:cNvSpPr>
          <p:nvPr/>
        </p:nvSpPr>
        <p:spPr bwMode="auto">
          <a:xfrm>
            <a:off x="5334000" y="2133600"/>
            <a:ext cx="3505200" cy="831850"/>
          </a:xfrm>
          <a:prstGeom prst="rect">
            <a:avLst/>
          </a:prstGeom>
          <a:noFill/>
          <a:ln w="9525">
            <a:solidFill>
              <a:schemeClr val="accent2"/>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50000"/>
              </a:spcBef>
              <a:buFontTx/>
              <a:buNone/>
            </a:pPr>
            <a:r>
              <a:rPr lang="en-US" altLang="en-US" sz="2400">
                <a:solidFill>
                  <a:schemeClr val="accent2"/>
                </a:solidFill>
                <a:latin typeface="Tahoma" panose="020B0604030504040204" pitchFamily="34" charset="0"/>
              </a:rPr>
              <a:t>add adds an item</a:t>
            </a:r>
            <a:br>
              <a:rPr lang="en-US" altLang="en-US" sz="2400">
                <a:solidFill>
                  <a:schemeClr val="accent2"/>
                </a:solidFill>
                <a:latin typeface="Tahoma" panose="020B0604030504040204" pitchFamily="34" charset="0"/>
              </a:rPr>
            </a:br>
            <a:r>
              <a:rPr lang="en-US" altLang="en-US" sz="2400">
                <a:solidFill>
                  <a:schemeClr val="accent2"/>
                </a:solidFill>
                <a:latin typeface="Tahoma" panose="020B0604030504040204" pitchFamily="34" charset="0"/>
              </a:rPr>
              <a:t>to the queue.</a:t>
            </a:r>
          </a:p>
        </p:txBody>
      </p:sp>
      <p:graphicFrame>
        <p:nvGraphicFramePr>
          <p:cNvPr id="79892" name="Group 20">
            <a:extLst>
              <a:ext uri="{FF2B5EF4-FFF2-40B4-BE49-F238E27FC236}">
                <a16:creationId xmlns:a16="http://schemas.microsoft.com/office/drawing/2014/main" id="{CA4DD7B0-D370-48BD-822B-421A3170934E}"/>
              </a:ext>
            </a:extLst>
          </p:cNvPr>
          <p:cNvGraphicFramePr>
            <a:graphicFrameLocks noGrp="1"/>
          </p:cNvGraphicFramePr>
          <p:nvPr/>
        </p:nvGraphicFramePr>
        <p:xfrm>
          <a:off x="1676400" y="4191000"/>
          <a:ext cx="3149600" cy="889000"/>
        </p:xfrm>
        <a:graphic>
          <a:graphicData uri="http://schemas.openxmlformats.org/drawingml/2006/table">
            <a:tbl>
              <a:tblPr/>
              <a:tblGrid>
                <a:gridCol w="1574800">
                  <a:extLst>
                    <a:ext uri="{9D8B030D-6E8A-4147-A177-3AD203B41FA5}">
                      <a16:colId xmlns:a16="http://schemas.microsoft.com/office/drawing/2014/main" val="20000"/>
                    </a:ext>
                  </a:extLst>
                </a:gridCol>
                <a:gridCol w="1574800">
                  <a:extLst>
                    <a:ext uri="{9D8B030D-6E8A-4147-A177-3AD203B41FA5}">
                      <a16:colId xmlns:a16="http://schemas.microsoft.com/office/drawing/2014/main" val="20001"/>
                    </a:ext>
                  </a:extLst>
                </a:gridCol>
              </a:tblGrid>
              <a:tr h="889000">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4400" b="1" i="0" u="none" strike="noStrike" cap="none" normalizeH="0" baseline="0">
                          <a:ln>
                            <a:noFill/>
                          </a:ln>
                          <a:solidFill>
                            <a:schemeClr val="tx1"/>
                          </a:solidFill>
                          <a:effectLst/>
                          <a:latin typeface="Tahoma" pitchFamily="34" charset="0"/>
                        </a:rPr>
                        <a:t>25</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66FFFF">
                        <a:alpha val="50000"/>
                      </a:srgbClr>
                    </a:solid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4400" b="1" i="0" u="none" strike="noStrike" cap="none" normalizeH="0" baseline="0">
                          <a:ln>
                            <a:noFill/>
                          </a:ln>
                          <a:solidFill>
                            <a:schemeClr val="tx1"/>
                          </a:solidFill>
                          <a:effectLst/>
                          <a:latin typeface="Tahoma" pitchFamily="34" charset="0"/>
                        </a:rPr>
                        <a:t>14</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66FFFF">
                        <a:alpha val="50000"/>
                      </a:srgbClr>
                    </a:solidFill>
                  </a:tcPr>
                </a:tc>
                <a:extLst>
                  <a:ext uri="{0D108BD9-81ED-4DB2-BD59-A6C34878D82A}">
                    <a16:rowId xmlns:a16="http://schemas.microsoft.com/office/drawing/2014/main" val="10000"/>
                  </a:ext>
                </a:extLst>
              </a:tr>
            </a:tbl>
          </a:graphicData>
        </a:graphic>
      </p:graphicFrame>
      <p:sp>
        <p:nvSpPr>
          <p:cNvPr id="9230" name="WordArt 21">
            <a:extLst>
              <a:ext uri="{FF2B5EF4-FFF2-40B4-BE49-F238E27FC236}">
                <a16:creationId xmlns:a16="http://schemas.microsoft.com/office/drawing/2014/main" id="{D0927876-317A-4F42-BFFF-75EA8A2AD826}"/>
              </a:ext>
            </a:extLst>
          </p:cNvPr>
          <p:cNvSpPr>
            <a:spLocks noChangeArrowheads="1" noChangeShapeType="1" noTextEdit="1"/>
          </p:cNvSpPr>
          <p:nvPr/>
        </p:nvSpPr>
        <p:spPr bwMode="auto">
          <a:xfrm>
            <a:off x="1066800" y="381000"/>
            <a:ext cx="6705600" cy="990600"/>
          </a:xfrm>
          <a:prstGeom prst="rect">
            <a:avLst/>
          </a:prstGeom>
        </p:spPr>
        <p:txBody>
          <a:bodyPr wrap="none" fromWordArt="1">
            <a:prstTxWarp prst="textPlain">
              <a:avLst>
                <a:gd name="adj" fmla="val 50000"/>
              </a:avLst>
            </a:prstTxWarp>
          </a:bodyPr>
          <a:lstStyle/>
          <a:p>
            <a:pPr algn="ctr"/>
            <a:r>
              <a:rPr lang="en-US" sz="3600" kern="10">
                <a:ln w="9525">
                  <a:solidFill>
                    <a:srgbClr val="FFFF00"/>
                  </a:solidFill>
                  <a:round/>
                  <a:headEnd/>
                  <a:tailEnd/>
                </a:ln>
                <a:solidFill>
                  <a:srgbClr val="0000FF"/>
                </a:solidFill>
                <a:effectLst>
                  <a:outerShdw dist="35921" dir="2700000" algn="ctr" rotWithShape="0">
                    <a:srgbClr val="C0C0C0"/>
                  </a:outerShdw>
                </a:effectLst>
                <a:latin typeface="Impact" panose="020B0806030902050204" pitchFamily="34" charset="0"/>
              </a:rPr>
              <a:t>What is a Queue?</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Footer Placeholder 3">
            <a:extLst>
              <a:ext uri="{FF2B5EF4-FFF2-40B4-BE49-F238E27FC236}">
                <a16:creationId xmlns:a16="http://schemas.microsoft.com/office/drawing/2014/main" id="{C0460ED1-216B-45CE-9A07-01B1D305C6CE}"/>
              </a:ext>
            </a:extLst>
          </p:cNvPr>
          <p:cNvSpPr>
            <a:spLocks noGrp="1"/>
          </p:cNvSpPr>
          <p:nvPr>
            <p:ph type="ftr" sz="quarter" idx="12"/>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endParaRPr lang="en-US" altLang="en-US" sz="800" b="1"/>
          </a:p>
          <a:p>
            <a:pPr>
              <a:spcBef>
                <a:spcPct val="0"/>
              </a:spcBef>
              <a:buFontTx/>
              <a:buNone/>
            </a:pPr>
            <a:endParaRPr lang="en-US" altLang="en-US" sz="800">
              <a:latin typeface="Tahoma" panose="020B0604030504040204" pitchFamily="34" charset="0"/>
            </a:endParaRPr>
          </a:p>
          <a:p>
            <a:pPr>
              <a:spcBef>
                <a:spcPct val="0"/>
              </a:spcBef>
              <a:buFontTx/>
              <a:buNone/>
            </a:pPr>
            <a:endParaRPr lang="en-US" altLang="en-US" sz="800" b="1">
              <a:latin typeface="Tahoma" panose="020B0604030504040204" pitchFamily="34" charset="0"/>
            </a:endParaRPr>
          </a:p>
          <a:p>
            <a:pPr>
              <a:spcBef>
                <a:spcPct val="0"/>
              </a:spcBef>
              <a:buFontTx/>
              <a:buNone/>
            </a:pPr>
            <a:r>
              <a:rPr lang="en-US" altLang="en-US" sz="800" b="1">
                <a:latin typeface="Tahoma" panose="020B0604030504040204" pitchFamily="34" charset="0"/>
              </a:rPr>
              <a:t>© A+ Computer Science  -  www.apluscompsci.com</a:t>
            </a:r>
          </a:p>
        </p:txBody>
      </p:sp>
      <p:pic>
        <p:nvPicPr>
          <p:cNvPr id="10243" name="Picture 7" descr="pe01538_[1]">
            <a:extLst>
              <a:ext uri="{FF2B5EF4-FFF2-40B4-BE49-F238E27FC236}">
                <a16:creationId xmlns:a16="http://schemas.microsoft.com/office/drawing/2014/main" id="{670A8ADA-8467-4723-805C-06323F93E95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312025" y="3810000"/>
            <a:ext cx="1423988" cy="26304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244" name="Text Box 9">
            <a:extLst>
              <a:ext uri="{FF2B5EF4-FFF2-40B4-BE49-F238E27FC236}">
                <a16:creationId xmlns:a16="http://schemas.microsoft.com/office/drawing/2014/main" id="{86981713-7347-4FF2-809D-E63B71E4E403}"/>
              </a:ext>
            </a:extLst>
          </p:cNvPr>
          <p:cNvSpPr txBox="1">
            <a:spLocks noChangeArrowheads="1"/>
          </p:cNvSpPr>
          <p:nvPr/>
        </p:nvSpPr>
        <p:spPr bwMode="auto">
          <a:xfrm>
            <a:off x="1828800" y="2743200"/>
            <a:ext cx="2962275"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2800">
                <a:latin typeface="Tahoma" panose="020B0604030504040204" pitchFamily="34" charset="0"/>
              </a:rPr>
              <a:t>queue.add(67);</a:t>
            </a:r>
          </a:p>
        </p:txBody>
      </p:sp>
      <p:sp>
        <p:nvSpPr>
          <p:cNvPr id="10245" name="Text Box 10">
            <a:extLst>
              <a:ext uri="{FF2B5EF4-FFF2-40B4-BE49-F238E27FC236}">
                <a16:creationId xmlns:a16="http://schemas.microsoft.com/office/drawing/2014/main" id="{36294907-8455-43AD-84CC-719D5875528F}"/>
              </a:ext>
            </a:extLst>
          </p:cNvPr>
          <p:cNvSpPr txBox="1">
            <a:spLocks noChangeArrowheads="1"/>
          </p:cNvSpPr>
          <p:nvPr/>
        </p:nvSpPr>
        <p:spPr bwMode="auto">
          <a:xfrm>
            <a:off x="5334000" y="2133600"/>
            <a:ext cx="3505200" cy="831850"/>
          </a:xfrm>
          <a:prstGeom prst="rect">
            <a:avLst/>
          </a:prstGeom>
          <a:noFill/>
          <a:ln w="9525">
            <a:solidFill>
              <a:schemeClr val="accent2"/>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50000"/>
              </a:spcBef>
              <a:buFontTx/>
              <a:buNone/>
            </a:pPr>
            <a:r>
              <a:rPr lang="en-US" altLang="en-US" sz="2400">
                <a:solidFill>
                  <a:schemeClr val="accent2"/>
                </a:solidFill>
                <a:latin typeface="Tahoma" panose="020B0604030504040204" pitchFamily="34" charset="0"/>
              </a:rPr>
              <a:t>add adds an item</a:t>
            </a:r>
            <a:br>
              <a:rPr lang="en-US" altLang="en-US" sz="2400">
                <a:solidFill>
                  <a:schemeClr val="accent2"/>
                </a:solidFill>
                <a:latin typeface="Tahoma" panose="020B0604030504040204" pitchFamily="34" charset="0"/>
              </a:rPr>
            </a:br>
            <a:r>
              <a:rPr lang="en-US" altLang="en-US" sz="2400">
                <a:solidFill>
                  <a:schemeClr val="accent2"/>
                </a:solidFill>
                <a:latin typeface="Tahoma" panose="020B0604030504040204" pitchFamily="34" charset="0"/>
              </a:rPr>
              <a:t>to the queue.</a:t>
            </a:r>
          </a:p>
        </p:txBody>
      </p:sp>
      <p:graphicFrame>
        <p:nvGraphicFramePr>
          <p:cNvPr id="80918" name="Group 22">
            <a:extLst>
              <a:ext uri="{FF2B5EF4-FFF2-40B4-BE49-F238E27FC236}">
                <a16:creationId xmlns:a16="http://schemas.microsoft.com/office/drawing/2014/main" id="{A3574494-52BD-4FDA-BCEB-DEDEBA58667D}"/>
              </a:ext>
            </a:extLst>
          </p:cNvPr>
          <p:cNvGraphicFramePr>
            <a:graphicFrameLocks noGrp="1"/>
          </p:cNvGraphicFramePr>
          <p:nvPr/>
        </p:nvGraphicFramePr>
        <p:xfrm>
          <a:off x="1676400" y="4191000"/>
          <a:ext cx="4724400" cy="889000"/>
        </p:xfrm>
        <a:graphic>
          <a:graphicData uri="http://schemas.openxmlformats.org/drawingml/2006/table">
            <a:tbl>
              <a:tblPr/>
              <a:tblGrid>
                <a:gridCol w="1574800">
                  <a:extLst>
                    <a:ext uri="{9D8B030D-6E8A-4147-A177-3AD203B41FA5}">
                      <a16:colId xmlns:a16="http://schemas.microsoft.com/office/drawing/2014/main" val="20000"/>
                    </a:ext>
                  </a:extLst>
                </a:gridCol>
                <a:gridCol w="1574800">
                  <a:extLst>
                    <a:ext uri="{9D8B030D-6E8A-4147-A177-3AD203B41FA5}">
                      <a16:colId xmlns:a16="http://schemas.microsoft.com/office/drawing/2014/main" val="20001"/>
                    </a:ext>
                  </a:extLst>
                </a:gridCol>
                <a:gridCol w="1574800">
                  <a:extLst>
                    <a:ext uri="{9D8B030D-6E8A-4147-A177-3AD203B41FA5}">
                      <a16:colId xmlns:a16="http://schemas.microsoft.com/office/drawing/2014/main" val="20002"/>
                    </a:ext>
                  </a:extLst>
                </a:gridCol>
              </a:tblGrid>
              <a:tr h="889000">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4400" b="1" i="0" u="none" strike="noStrike" cap="none" normalizeH="0" baseline="0">
                          <a:ln>
                            <a:noFill/>
                          </a:ln>
                          <a:solidFill>
                            <a:schemeClr val="tx1"/>
                          </a:solidFill>
                          <a:effectLst/>
                          <a:latin typeface="Tahoma" pitchFamily="34" charset="0"/>
                        </a:rPr>
                        <a:t>25</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66FFFF">
                        <a:alpha val="50000"/>
                      </a:srgbClr>
                    </a:solid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4400" b="1" i="0" u="none" strike="noStrike" cap="none" normalizeH="0" baseline="0">
                          <a:ln>
                            <a:noFill/>
                          </a:ln>
                          <a:solidFill>
                            <a:schemeClr val="tx1"/>
                          </a:solidFill>
                          <a:effectLst/>
                          <a:latin typeface="Tahoma" pitchFamily="34" charset="0"/>
                        </a:rPr>
                        <a:t>14</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66FFFF">
                        <a:alpha val="50000"/>
                      </a:srgbClr>
                    </a:solid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4400" b="1" i="0" u="none" strike="noStrike" cap="none" normalizeH="0" baseline="0">
                          <a:ln>
                            <a:noFill/>
                          </a:ln>
                          <a:solidFill>
                            <a:schemeClr val="tx1"/>
                          </a:solidFill>
                          <a:effectLst/>
                          <a:latin typeface="Tahoma" pitchFamily="34" charset="0"/>
                        </a:rPr>
                        <a:t>67</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66FFFF">
                        <a:alpha val="50000"/>
                      </a:srgbClr>
                    </a:solidFill>
                  </a:tcPr>
                </a:tc>
                <a:extLst>
                  <a:ext uri="{0D108BD9-81ED-4DB2-BD59-A6C34878D82A}">
                    <a16:rowId xmlns:a16="http://schemas.microsoft.com/office/drawing/2014/main" val="10000"/>
                  </a:ext>
                </a:extLst>
              </a:tr>
            </a:tbl>
          </a:graphicData>
        </a:graphic>
      </p:graphicFrame>
      <p:sp>
        <p:nvSpPr>
          <p:cNvPr id="10256" name="WordArt 23">
            <a:extLst>
              <a:ext uri="{FF2B5EF4-FFF2-40B4-BE49-F238E27FC236}">
                <a16:creationId xmlns:a16="http://schemas.microsoft.com/office/drawing/2014/main" id="{F46B4ED7-BF46-4CF2-8080-E4235982107D}"/>
              </a:ext>
            </a:extLst>
          </p:cNvPr>
          <p:cNvSpPr>
            <a:spLocks noChangeArrowheads="1" noChangeShapeType="1" noTextEdit="1"/>
          </p:cNvSpPr>
          <p:nvPr/>
        </p:nvSpPr>
        <p:spPr bwMode="auto">
          <a:xfrm>
            <a:off x="1066800" y="381000"/>
            <a:ext cx="6705600" cy="990600"/>
          </a:xfrm>
          <a:prstGeom prst="rect">
            <a:avLst/>
          </a:prstGeom>
        </p:spPr>
        <p:txBody>
          <a:bodyPr wrap="none" fromWordArt="1">
            <a:prstTxWarp prst="textPlain">
              <a:avLst>
                <a:gd name="adj" fmla="val 50000"/>
              </a:avLst>
            </a:prstTxWarp>
          </a:bodyPr>
          <a:lstStyle/>
          <a:p>
            <a:pPr algn="ctr"/>
            <a:r>
              <a:rPr lang="en-US" sz="3600" kern="10">
                <a:ln w="9525">
                  <a:solidFill>
                    <a:srgbClr val="FFFF00"/>
                  </a:solidFill>
                  <a:round/>
                  <a:headEnd/>
                  <a:tailEnd/>
                </a:ln>
                <a:solidFill>
                  <a:srgbClr val="0000FF"/>
                </a:solidFill>
                <a:effectLst>
                  <a:outerShdw dist="35921" dir="2700000" algn="ctr" rotWithShape="0">
                    <a:srgbClr val="C0C0C0"/>
                  </a:outerShdw>
                </a:effectLst>
                <a:latin typeface="Impact" panose="020B0806030902050204" pitchFamily="34" charset="0"/>
              </a:rPr>
              <a:t>What is a Queue?</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Footer Placeholder 3">
            <a:extLst>
              <a:ext uri="{FF2B5EF4-FFF2-40B4-BE49-F238E27FC236}">
                <a16:creationId xmlns:a16="http://schemas.microsoft.com/office/drawing/2014/main" id="{2558F183-1329-4688-AA36-C610BED8BE6A}"/>
              </a:ext>
            </a:extLst>
          </p:cNvPr>
          <p:cNvSpPr>
            <a:spLocks noGrp="1"/>
          </p:cNvSpPr>
          <p:nvPr>
            <p:ph type="ftr" sz="quarter" idx="12"/>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endParaRPr lang="en-US" altLang="en-US" sz="800" b="1"/>
          </a:p>
          <a:p>
            <a:pPr>
              <a:spcBef>
                <a:spcPct val="0"/>
              </a:spcBef>
              <a:buFontTx/>
              <a:buNone/>
            </a:pPr>
            <a:endParaRPr lang="en-US" altLang="en-US" sz="800">
              <a:latin typeface="Tahoma" panose="020B0604030504040204" pitchFamily="34" charset="0"/>
            </a:endParaRPr>
          </a:p>
          <a:p>
            <a:pPr>
              <a:spcBef>
                <a:spcPct val="0"/>
              </a:spcBef>
              <a:buFontTx/>
              <a:buNone/>
            </a:pPr>
            <a:endParaRPr lang="en-US" altLang="en-US" sz="800" b="1">
              <a:latin typeface="Tahoma" panose="020B0604030504040204" pitchFamily="34" charset="0"/>
            </a:endParaRPr>
          </a:p>
          <a:p>
            <a:pPr>
              <a:spcBef>
                <a:spcPct val="0"/>
              </a:spcBef>
              <a:buFontTx/>
              <a:buNone/>
            </a:pPr>
            <a:r>
              <a:rPr lang="en-US" altLang="en-US" sz="800" b="1">
                <a:latin typeface="Tahoma" panose="020B0604030504040204" pitchFamily="34" charset="0"/>
              </a:rPr>
              <a:t>© A+ Computer Science  -  www.apluscompsci.com</a:t>
            </a:r>
          </a:p>
        </p:txBody>
      </p:sp>
      <p:sp>
        <p:nvSpPr>
          <p:cNvPr id="11267" name="Text Box 8">
            <a:extLst>
              <a:ext uri="{FF2B5EF4-FFF2-40B4-BE49-F238E27FC236}">
                <a16:creationId xmlns:a16="http://schemas.microsoft.com/office/drawing/2014/main" id="{987EC882-BC8D-4B6B-A987-C70632D037BC}"/>
              </a:ext>
            </a:extLst>
          </p:cNvPr>
          <p:cNvSpPr txBox="1">
            <a:spLocks noChangeArrowheads="1"/>
          </p:cNvSpPr>
          <p:nvPr/>
        </p:nvSpPr>
        <p:spPr bwMode="auto">
          <a:xfrm>
            <a:off x="1828800" y="2743200"/>
            <a:ext cx="3189288"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2800">
                <a:latin typeface="Tahoma" panose="020B0604030504040204" pitchFamily="34" charset="0"/>
              </a:rPr>
              <a:t>queue.remove();</a:t>
            </a:r>
          </a:p>
        </p:txBody>
      </p:sp>
      <p:sp>
        <p:nvSpPr>
          <p:cNvPr id="11268" name="Text Box 9">
            <a:extLst>
              <a:ext uri="{FF2B5EF4-FFF2-40B4-BE49-F238E27FC236}">
                <a16:creationId xmlns:a16="http://schemas.microsoft.com/office/drawing/2014/main" id="{728B31A0-A192-4A68-8DFD-55B3C956FAC6}"/>
              </a:ext>
            </a:extLst>
          </p:cNvPr>
          <p:cNvSpPr txBox="1">
            <a:spLocks noChangeArrowheads="1"/>
          </p:cNvSpPr>
          <p:nvPr/>
        </p:nvSpPr>
        <p:spPr bwMode="auto">
          <a:xfrm>
            <a:off x="5334000" y="2133600"/>
            <a:ext cx="3657600" cy="2840038"/>
          </a:xfrm>
          <a:prstGeom prst="rect">
            <a:avLst/>
          </a:prstGeom>
          <a:noFill/>
          <a:ln w="9525">
            <a:solidFill>
              <a:schemeClr val="accent2"/>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50000"/>
              </a:spcBef>
              <a:buFontTx/>
              <a:buNone/>
            </a:pPr>
            <a:r>
              <a:rPr lang="en-US" altLang="en-US" sz="2400">
                <a:solidFill>
                  <a:schemeClr val="accent2"/>
                </a:solidFill>
                <a:latin typeface="Tahoma" panose="020B0604030504040204" pitchFamily="34" charset="0"/>
              </a:rPr>
              <a:t>remove removes an item from the queue.</a:t>
            </a:r>
          </a:p>
          <a:p>
            <a:pPr>
              <a:spcBef>
                <a:spcPct val="50000"/>
              </a:spcBef>
              <a:buFontTx/>
              <a:buNone/>
            </a:pPr>
            <a:r>
              <a:rPr lang="en-US" altLang="en-US" sz="2400">
                <a:solidFill>
                  <a:schemeClr val="accent2"/>
                </a:solidFill>
                <a:latin typeface="Tahoma" panose="020B0604030504040204" pitchFamily="34" charset="0"/>
              </a:rPr>
              <a:t>dequeue is a very common name given to the operation of removing items from a queue.</a:t>
            </a:r>
          </a:p>
        </p:txBody>
      </p:sp>
      <p:graphicFrame>
        <p:nvGraphicFramePr>
          <p:cNvPr id="81940" name="Group 20">
            <a:extLst>
              <a:ext uri="{FF2B5EF4-FFF2-40B4-BE49-F238E27FC236}">
                <a16:creationId xmlns:a16="http://schemas.microsoft.com/office/drawing/2014/main" id="{FCD2D4CE-2DD0-4FF2-8A11-1B81F62BB937}"/>
              </a:ext>
            </a:extLst>
          </p:cNvPr>
          <p:cNvGraphicFramePr>
            <a:graphicFrameLocks noGrp="1"/>
          </p:cNvGraphicFramePr>
          <p:nvPr/>
        </p:nvGraphicFramePr>
        <p:xfrm>
          <a:off x="1676400" y="4191000"/>
          <a:ext cx="3149600" cy="889000"/>
        </p:xfrm>
        <a:graphic>
          <a:graphicData uri="http://schemas.openxmlformats.org/drawingml/2006/table">
            <a:tbl>
              <a:tblPr/>
              <a:tblGrid>
                <a:gridCol w="1574800">
                  <a:extLst>
                    <a:ext uri="{9D8B030D-6E8A-4147-A177-3AD203B41FA5}">
                      <a16:colId xmlns:a16="http://schemas.microsoft.com/office/drawing/2014/main" val="20000"/>
                    </a:ext>
                  </a:extLst>
                </a:gridCol>
                <a:gridCol w="1574800">
                  <a:extLst>
                    <a:ext uri="{9D8B030D-6E8A-4147-A177-3AD203B41FA5}">
                      <a16:colId xmlns:a16="http://schemas.microsoft.com/office/drawing/2014/main" val="20001"/>
                    </a:ext>
                  </a:extLst>
                </a:gridCol>
              </a:tblGrid>
              <a:tr h="889000">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4400" b="1" i="0" u="none" strike="noStrike" cap="none" normalizeH="0" baseline="0">
                          <a:ln>
                            <a:noFill/>
                          </a:ln>
                          <a:solidFill>
                            <a:schemeClr val="tx1"/>
                          </a:solidFill>
                          <a:effectLst/>
                          <a:latin typeface="Tahoma" pitchFamily="34" charset="0"/>
                        </a:rPr>
                        <a:t>14</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66FFFF">
                        <a:alpha val="50000"/>
                      </a:srgbClr>
                    </a:solid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4400" b="1" i="0" u="none" strike="noStrike" cap="none" normalizeH="0" baseline="0">
                          <a:ln>
                            <a:noFill/>
                          </a:ln>
                          <a:solidFill>
                            <a:schemeClr val="tx1"/>
                          </a:solidFill>
                          <a:effectLst/>
                          <a:latin typeface="Tahoma" pitchFamily="34" charset="0"/>
                        </a:rPr>
                        <a:t>67</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66FFFF">
                        <a:alpha val="50000"/>
                      </a:srgbClr>
                    </a:solidFill>
                  </a:tcPr>
                </a:tc>
                <a:extLst>
                  <a:ext uri="{0D108BD9-81ED-4DB2-BD59-A6C34878D82A}">
                    <a16:rowId xmlns:a16="http://schemas.microsoft.com/office/drawing/2014/main" val="10000"/>
                  </a:ext>
                </a:extLst>
              </a:tr>
            </a:tbl>
          </a:graphicData>
        </a:graphic>
      </p:graphicFrame>
      <p:sp>
        <p:nvSpPr>
          <p:cNvPr id="11277" name="WordArt 21">
            <a:extLst>
              <a:ext uri="{FF2B5EF4-FFF2-40B4-BE49-F238E27FC236}">
                <a16:creationId xmlns:a16="http://schemas.microsoft.com/office/drawing/2014/main" id="{F9EE03F4-4FA6-4FB1-8DCC-413BE82DEAED}"/>
              </a:ext>
            </a:extLst>
          </p:cNvPr>
          <p:cNvSpPr>
            <a:spLocks noChangeArrowheads="1" noChangeShapeType="1" noTextEdit="1"/>
          </p:cNvSpPr>
          <p:nvPr/>
        </p:nvSpPr>
        <p:spPr bwMode="auto">
          <a:xfrm>
            <a:off x="1066800" y="381000"/>
            <a:ext cx="6705600" cy="990600"/>
          </a:xfrm>
          <a:prstGeom prst="rect">
            <a:avLst/>
          </a:prstGeom>
        </p:spPr>
        <p:txBody>
          <a:bodyPr wrap="none" fromWordArt="1">
            <a:prstTxWarp prst="textPlain">
              <a:avLst>
                <a:gd name="adj" fmla="val 50000"/>
              </a:avLst>
            </a:prstTxWarp>
          </a:bodyPr>
          <a:lstStyle/>
          <a:p>
            <a:pPr algn="ctr"/>
            <a:r>
              <a:rPr lang="en-US" sz="3600" kern="10">
                <a:ln w="9525">
                  <a:solidFill>
                    <a:srgbClr val="FFFF00"/>
                  </a:solidFill>
                  <a:round/>
                  <a:headEnd/>
                  <a:tailEnd/>
                </a:ln>
                <a:solidFill>
                  <a:srgbClr val="0000FF"/>
                </a:solidFill>
                <a:effectLst>
                  <a:outerShdw dist="35921" dir="2700000" algn="ctr" rotWithShape="0">
                    <a:srgbClr val="C0C0C0"/>
                  </a:outerShdw>
                </a:effectLst>
                <a:latin typeface="Impact" panose="020B0806030902050204" pitchFamily="34" charset="0"/>
              </a:rPr>
              <a:t>What is a Queue?</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Footer Placeholder 3">
            <a:extLst>
              <a:ext uri="{FF2B5EF4-FFF2-40B4-BE49-F238E27FC236}">
                <a16:creationId xmlns:a16="http://schemas.microsoft.com/office/drawing/2014/main" id="{3318747F-8356-4AA5-A336-AB80C90A5C50}"/>
              </a:ext>
            </a:extLst>
          </p:cNvPr>
          <p:cNvSpPr>
            <a:spLocks noGrp="1"/>
          </p:cNvSpPr>
          <p:nvPr>
            <p:ph type="ftr" sz="quarter" idx="12"/>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endParaRPr lang="en-US" altLang="en-US" sz="800" b="1"/>
          </a:p>
          <a:p>
            <a:pPr>
              <a:spcBef>
                <a:spcPct val="0"/>
              </a:spcBef>
              <a:buFontTx/>
              <a:buNone/>
            </a:pPr>
            <a:endParaRPr lang="en-US" altLang="en-US" sz="800">
              <a:latin typeface="Tahoma" panose="020B0604030504040204" pitchFamily="34" charset="0"/>
            </a:endParaRPr>
          </a:p>
          <a:p>
            <a:pPr>
              <a:spcBef>
                <a:spcPct val="0"/>
              </a:spcBef>
              <a:buFontTx/>
              <a:buNone/>
            </a:pPr>
            <a:endParaRPr lang="en-US" altLang="en-US" sz="800" b="1">
              <a:latin typeface="Tahoma" panose="020B0604030504040204" pitchFamily="34" charset="0"/>
            </a:endParaRPr>
          </a:p>
          <a:p>
            <a:pPr>
              <a:spcBef>
                <a:spcPct val="0"/>
              </a:spcBef>
              <a:buFontTx/>
              <a:buNone/>
            </a:pPr>
            <a:r>
              <a:rPr lang="en-US" altLang="en-US" sz="800" b="1">
                <a:latin typeface="Tahoma" panose="020B0604030504040204" pitchFamily="34" charset="0"/>
              </a:rPr>
              <a:t>© A+ Computer Science  -  www.apluscompsci.com</a:t>
            </a:r>
          </a:p>
        </p:txBody>
      </p:sp>
      <p:pic>
        <p:nvPicPr>
          <p:cNvPr id="12291" name="Picture 5" descr="pe01538_[1]">
            <a:extLst>
              <a:ext uri="{FF2B5EF4-FFF2-40B4-BE49-F238E27FC236}">
                <a16:creationId xmlns:a16="http://schemas.microsoft.com/office/drawing/2014/main" id="{E8CF9E52-1B0E-48B1-889E-556D06DBF52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312025" y="3810000"/>
            <a:ext cx="1423988" cy="26304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292" name="Text Box 6">
            <a:extLst>
              <a:ext uri="{FF2B5EF4-FFF2-40B4-BE49-F238E27FC236}">
                <a16:creationId xmlns:a16="http://schemas.microsoft.com/office/drawing/2014/main" id="{7990C6E7-058D-44DB-902F-E5D0C8B38C98}"/>
              </a:ext>
            </a:extLst>
          </p:cNvPr>
          <p:cNvSpPr txBox="1">
            <a:spLocks noChangeArrowheads="1"/>
          </p:cNvSpPr>
          <p:nvPr/>
        </p:nvSpPr>
        <p:spPr bwMode="auto">
          <a:xfrm>
            <a:off x="1828800" y="2743200"/>
            <a:ext cx="3189288"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2800">
                <a:latin typeface="Tahoma" panose="020B0604030504040204" pitchFamily="34" charset="0"/>
              </a:rPr>
              <a:t>queue.remove();</a:t>
            </a:r>
          </a:p>
        </p:txBody>
      </p:sp>
      <p:sp>
        <p:nvSpPr>
          <p:cNvPr id="12293" name="Text Box 7">
            <a:extLst>
              <a:ext uri="{FF2B5EF4-FFF2-40B4-BE49-F238E27FC236}">
                <a16:creationId xmlns:a16="http://schemas.microsoft.com/office/drawing/2014/main" id="{F6D6A8F8-E87D-49D5-ADC9-66C7A3892519}"/>
              </a:ext>
            </a:extLst>
          </p:cNvPr>
          <p:cNvSpPr txBox="1">
            <a:spLocks noChangeArrowheads="1"/>
          </p:cNvSpPr>
          <p:nvPr/>
        </p:nvSpPr>
        <p:spPr bwMode="auto">
          <a:xfrm>
            <a:off x="5334000" y="2133600"/>
            <a:ext cx="3657600" cy="831850"/>
          </a:xfrm>
          <a:prstGeom prst="rect">
            <a:avLst/>
          </a:prstGeom>
          <a:noFill/>
          <a:ln w="9525">
            <a:solidFill>
              <a:schemeClr val="accent2"/>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50000"/>
              </a:spcBef>
              <a:buFontTx/>
              <a:buNone/>
            </a:pPr>
            <a:r>
              <a:rPr lang="en-US" altLang="en-US" sz="2400">
                <a:solidFill>
                  <a:schemeClr val="accent2"/>
                </a:solidFill>
                <a:latin typeface="Tahoma" panose="020B0604030504040204" pitchFamily="34" charset="0"/>
              </a:rPr>
              <a:t>remove removes an item from the queue.</a:t>
            </a:r>
          </a:p>
        </p:txBody>
      </p:sp>
      <p:graphicFrame>
        <p:nvGraphicFramePr>
          <p:cNvPr id="82962" name="Group 18">
            <a:extLst>
              <a:ext uri="{FF2B5EF4-FFF2-40B4-BE49-F238E27FC236}">
                <a16:creationId xmlns:a16="http://schemas.microsoft.com/office/drawing/2014/main" id="{F501847E-333C-474B-8163-BDA1D2D57929}"/>
              </a:ext>
            </a:extLst>
          </p:cNvPr>
          <p:cNvGraphicFramePr>
            <a:graphicFrameLocks noGrp="1"/>
          </p:cNvGraphicFramePr>
          <p:nvPr/>
        </p:nvGraphicFramePr>
        <p:xfrm>
          <a:off x="1676400" y="4191000"/>
          <a:ext cx="1574800" cy="889000"/>
        </p:xfrm>
        <a:graphic>
          <a:graphicData uri="http://schemas.openxmlformats.org/drawingml/2006/table">
            <a:tbl>
              <a:tblPr/>
              <a:tblGrid>
                <a:gridCol w="1574800">
                  <a:extLst>
                    <a:ext uri="{9D8B030D-6E8A-4147-A177-3AD203B41FA5}">
                      <a16:colId xmlns:a16="http://schemas.microsoft.com/office/drawing/2014/main" val="20000"/>
                    </a:ext>
                  </a:extLst>
                </a:gridCol>
              </a:tblGrid>
              <a:tr h="889000">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4400" b="1" i="0" u="none" strike="noStrike" cap="none" normalizeH="0" baseline="0">
                          <a:ln>
                            <a:noFill/>
                          </a:ln>
                          <a:solidFill>
                            <a:schemeClr val="tx1"/>
                          </a:solidFill>
                          <a:effectLst/>
                          <a:latin typeface="Tahoma" pitchFamily="34" charset="0"/>
                        </a:rPr>
                        <a:t>67</a:t>
                      </a: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66FFFF">
                        <a:alpha val="50000"/>
                      </a:srgbClr>
                    </a:solidFill>
                  </a:tcPr>
                </a:tc>
                <a:extLst>
                  <a:ext uri="{0D108BD9-81ED-4DB2-BD59-A6C34878D82A}">
                    <a16:rowId xmlns:a16="http://schemas.microsoft.com/office/drawing/2014/main" val="10000"/>
                  </a:ext>
                </a:extLst>
              </a:tr>
            </a:tbl>
          </a:graphicData>
        </a:graphic>
      </p:graphicFrame>
      <p:sp>
        <p:nvSpPr>
          <p:cNvPr id="12300" name="WordArt 19">
            <a:extLst>
              <a:ext uri="{FF2B5EF4-FFF2-40B4-BE49-F238E27FC236}">
                <a16:creationId xmlns:a16="http://schemas.microsoft.com/office/drawing/2014/main" id="{B61FA1CB-1FDB-4F99-8D5E-D5B7BBFFE30B}"/>
              </a:ext>
            </a:extLst>
          </p:cNvPr>
          <p:cNvSpPr>
            <a:spLocks noChangeArrowheads="1" noChangeShapeType="1" noTextEdit="1"/>
          </p:cNvSpPr>
          <p:nvPr/>
        </p:nvSpPr>
        <p:spPr bwMode="auto">
          <a:xfrm>
            <a:off x="1066800" y="381000"/>
            <a:ext cx="6705600" cy="990600"/>
          </a:xfrm>
          <a:prstGeom prst="rect">
            <a:avLst/>
          </a:prstGeom>
        </p:spPr>
        <p:txBody>
          <a:bodyPr wrap="none" fromWordArt="1">
            <a:prstTxWarp prst="textPlain">
              <a:avLst>
                <a:gd name="adj" fmla="val 50000"/>
              </a:avLst>
            </a:prstTxWarp>
          </a:bodyPr>
          <a:lstStyle/>
          <a:p>
            <a:pPr algn="ctr"/>
            <a:r>
              <a:rPr lang="en-US" sz="3600" kern="10">
                <a:ln w="9525">
                  <a:solidFill>
                    <a:srgbClr val="FFFF00"/>
                  </a:solidFill>
                  <a:round/>
                  <a:headEnd/>
                  <a:tailEnd/>
                </a:ln>
                <a:solidFill>
                  <a:srgbClr val="0000FF"/>
                </a:solidFill>
                <a:effectLst>
                  <a:outerShdw dist="35921" dir="2700000" algn="ctr" rotWithShape="0">
                    <a:srgbClr val="C0C0C0"/>
                  </a:outerShdw>
                </a:effectLst>
                <a:latin typeface="Impact" panose="020B0806030902050204" pitchFamily="34" charset="0"/>
              </a:rPr>
              <a:t>What is a Queue?</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Footer Placeholder 3">
            <a:extLst>
              <a:ext uri="{FF2B5EF4-FFF2-40B4-BE49-F238E27FC236}">
                <a16:creationId xmlns:a16="http://schemas.microsoft.com/office/drawing/2014/main" id="{19261C8E-B505-41F7-A141-BB6F117BE4E9}"/>
              </a:ext>
            </a:extLst>
          </p:cNvPr>
          <p:cNvSpPr>
            <a:spLocks noGrp="1"/>
          </p:cNvSpPr>
          <p:nvPr>
            <p:ph type="ftr" sz="quarter" idx="12"/>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endParaRPr lang="en-US" altLang="en-US" sz="800" b="1"/>
          </a:p>
          <a:p>
            <a:pPr>
              <a:spcBef>
                <a:spcPct val="0"/>
              </a:spcBef>
              <a:buFontTx/>
              <a:buNone/>
            </a:pPr>
            <a:endParaRPr lang="en-US" altLang="en-US" sz="800">
              <a:latin typeface="Tahoma" panose="020B0604030504040204" pitchFamily="34" charset="0"/>
            </a:endParaRPr>
          </a:p>
          <a:p>
            <a:pPr>
              <a:spcBef>
                <a:spcPct val="0"/>
              </a:spcBef>
              <a:buFontTx/>
              <a:buNone/>
            </a:pPr>
            <a:endParaRPr lang="en-US" altLang="en-US" sz="800" b="1">
              <a:latin typeface="Tahoma" panose="020B0604030504040204" pitchFamily="34" charset="0"/>
            </a:endParaRPr>
          </a:p>
          <a:p>
            <a:pPr>
              <a:spcBef>
                <a:spcPct val="0"/>
              </a:spcBef>
              <a:buFontTx/>
              <a:buNone/>
            </a:pPr>
            <a:r>
              <a:rPr lang="en-US" altLang="en-US" sz="800" b="1">
                <a:latin typeface="Tahoma" panose="020B0604030504040204" pitchFamily="34" charset="0"/>
              </a:rPr>
              <a:t>© A+ Computer Science  -  www.apluscompsci.com</a:t>
            </a:r>
          </a:p>
        </p:txBody>
      </p:sp>
      <p:pic>
        <p:nvPicPr>
          <p:cNvPr id="13315" name="Picture 6" descr="pe01538_[1]">
            <a:extLst>
              <a:ext uri="{FF2B5EF4-FFF2-40B4-BE49-F238E27FC236}">
                <a16:creationId xmlns:a16="http://schemas.microsoft.com/office/drawing/2014/main" id="{5BBA0605-FF86-4B67-8D9A-E6BAF53F1DC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312025" y="3810000"/>
            <a:ext cx="1423988" cy="26304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3316" name="Text Box 7">
            <a:extLst>
              <a:ext uri="{FF2B5EF4-FFF2-40B4-BE49-F238E27FC236}">
                <a16:creationId xmlns:a16="http://schemas.microsoft.com/office/drawing/2014/main" id="{CBA3C5F5-A829-4237-9266-880E19B5D68E}"/>
              </a:ext>
            </a:extLst>
          </p:cNvPr>
          <p:cNvSpPr txBox="1">
            <a:spLocks noChangeArrowheads="1"/>
          </p:cNvSpPr>
          <p:nvPr/>
        </p:nvSpPr>
        <p:spPr bwMode="auto">
          <a:xfrm>
            <a:off x="1828800" y="2743200"/>
            <a:ext cx="2962275"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2800">
                <a:latin typeface="Tahoma" panose="020B0604030504040204" pitchFamily="34" charset="0"/>
              </a:rPr>
              <a:t>queue.add(99);</a:t>
            </a:r>
          </a:p>
        </p:txBody>
      </p:sp>
      <p:sp>
        <p:nvSpPr>
          <p:cNvPr id="13317" name="Text Box 8">
            <a:extLst>
              <a:ext uri="{FF2B5EF4-FFF2-40B4-BE49-F238E27FC236}">
                <a16:creationId xmlns:a16="http://schemas.microsoft.com/office/drawing/2014/main" id="{414F0D1C-857C-4EDB-B4CD-A6483DB4EC0A}"/>
              </a:ext>
            </a:extLst>
          </p:cNvPr>
          <p:cNvSpPr txBox="1">
            <a:spLocks noChangeArrowheads="1"/>
          </p:cNvSpPr>
          <p:nvPr/>
        </p:nvSpPr>
        <p:spPr bwMode="auto">
          <a:xfrm>
            <a:off x="5334000" y="2133600"/>
            <a:ext cx="3505200" cy="831850"/>
          </a:xfrm>
          <a:prstGeom prst="rect">
            <a:avLst/>
          </a:prstGeom>
          <a:noFill/>
          <a:ln w="9525">
            <a:solidFill>
              <a:schemeClr val="accent2"/>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50000"/>
              </a:spcBef>
              <a:buFontTx/>
              <a:buNone/>
            </a:pPr>
            <a:r>
              <a:rPr lang="en-US" altLang="en-US" sz="2400">
                <a:solidFill>
                  <a:schemeClr val="accent2"/>
                </a:solidFill>
                <a:latin typeface="Tahoma" panose="020B0604030504040204" pitchFamily="34" charset="0"/>
              </a:rPr>
              <a:t>add adds an item</a:t>
            </a:r>
            <a:br>
              <a:rPr lang="en-US" altLang="en-US" sz="2400">
                <a:solidFill>
                  <a:schemeClr val="accent2"/>
                </a:solidFill>
                <a:latin typeface="Tahoma" panose="020B0604030504040204" pitchFamily="34" charset="0"/>
              </a:rPr>
            </a:br>
            <a:r>
              <a:rPr lang="en-US" altLang="en-US" sz="2400">
                <a:solidFill>
                  <a:schemeClr val="accent2"/>
                </a:solidFill>
                <a:latin typeface="Tahoma" panose="020B0604030504040204" pitchFamily="34" charset="0"/>
              </a:rPr>
              <a:t>to the queue.</a:t>
            </a:r>
          </a:p>
        </p:txBody>
      </p:sp>
      <p:sp>
        <p:nvSpPr>
          <p:cNvPr id="13318" name="WordArt 9">
            <a:extLst>
              <a:ext uri="{FF2B5EF4-FFF2-40B4-BE49-F238E27FC236}">
                <a16:creationId xmlns:a16="http://schemas.microsoft.com/office/drawing/2014/main" id="{830E1D71-F511-4507-A80D-70D38360773C}"/>
              </a:ext>
            </a:extLst>
          </p:cNvPr>
          <p:cNvSpPr>
            <a:spLocks noChangeArrowheads="1" noChangeShapeType="1" noTextEdit="1"/>
          </p:cNvSpPr>
          <p:nvPr/>
        </p:nvSpPr>
        <p:spPr bwMode="auto">
          <a:xfrm>
            <a:off x="1066800" y="381000"/>
            <a:ext cx="6705600" cy="990600"/>
          </a:xfrm>
          <a:prstGeom prst="rect">
            <a:avLst/>
          </a:prstGeom>
        </p:spPr>
        <p:txBody>
          <a:bodyPr wrap="none" fromWordArt="1">
            <a:prstTxWarp prst="textPlain">
              <a:avLst>
                <a:gd name="adj" fmla="val 50000"/>
              </a:avLst>
            </a:prstTxWarp>
          </a:bodyPr>
          <a:lstStyle/>
          <a:p>
            <a:pPr algn="ctr"/>
            <a:r>
              <a:rPr lang="en-US" sz="3600" kern="10">
                <a:ln w="9525">
                  <a:solidFill>
                    <a:srgbClr val="FFFF00"/>
                  </a:solidFill>
                  <a:round/>
                  <a:headEnd/>
                  <a:tailEnd/>
                </a:ln>
                <a:solidFill>
                  <a:srgbClr val="0000FF"/>
                </a:solidFill>
                <a:effectLst>
                  <a:outerShdw dist="35921" dir="2700000" algn="ctr" rotWithShape="0">
                    <a:srgbClr val="C0C0C0"/>
                  </a:outerShdw>
                </a:effectLst>
                <a:latin typeface="Impact" panose="020B0806030902050204" pitchFamily="34" charset="0"/>
              </a:rPr>
              <a:t>What is a Queue?</a:t>
            </a:r>
          </a:p>
        </p:txBody>
      </p:sp>
      <p:graphicFrame>
        <p:nvGraphicFramePr>
          <p:cNvPr id="83986" name="Group 18">
            <a:extLst>
              <a:ext uri="{FF2B5EF4-FFF2-40B4-BE49-F238E27FC236}">
                <a16:creationId xmlns:a16="http://schemas.microsoft.com/office/drawing/2014/main" id="{B3734076-E3EF-4AA2-A88A-86A62CEC5032}"/>
              </a:ext>
            </a:extLst>
          </p:cNvPr>
          <p:cNvGraphicFramePr>
            <a:graphicFrameLocks noGrp="1"/>
          </p:cNvGraphicFramePr>
          <p:nvPr/>
        </p:nvGraphicFramePr>
        <p:xfrm>
          <a:off x="1676400" y="4191000"/>
          <a:ext cx="3149600" cy="889000"/>
        </p:xfrm>
        <a:graphic>
          <a:graphicData uri="http://schemas.openxmlformats.org/drawingml/2006/table">
            <a:tbl>
              <a:tblPr/>
              <a:tblGrid>
                <a:gridCol w="1574800">
                  <a:extLst>
                    <a:ext uri="{9D8B030D-6E8A-4147-A177-3AD203B41FA5}">
                      <a16:colId xmlns:a16="http://schemas.microsoft.com/office/drawing/2014/main" val="20000"/>
                    </a:ext>
                  </a:extLst>
                </a:gridCol>
                <a:gridCol w="1574800">
                  <a:extLst>
                    <a:ext uri="{9D8B030D-6E8A-4147-A177-3AD203B41FA5}">
                      <a16:colId xmlns:a16="http://schemas.microsoft.com/office/drawing/2014/main" val="20001"/>
                    </a:ext>
                  </a:extLst>
                </a:gridCol>
              </a:tblGrid>
              <a:tr h="889000">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4400" b="1" i="0" u="none" strike="noStrike" cap="none" normalizeH="0" baseline="0">
                          <a:ln>
                            <a:noFill/>
                          </a:ln>
                          <a:solidFill>
                            <a:schemeClr val="tx1"/>
                          </a:solidFill>
                          <a:effectLst/>
                          <a:latin typeface="Tahoma" pitchFamily="34" charset="0"/>
                        </a:rPr>
                        <a:t>67</a:t>
                      </a: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66FFFF">
                        <a:alpha val="50000"/>
                      </a:srgbClr>
                    </a:solid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4400" b="1" i="0" u="none" strike="noStrike" cap="none" normalizeH="0" baseline="0">
                          <a:ln>
                            <a:noFill/>
                          </a:ln>
                          <a:solidFill>
                            <a:schemeClr val="tx1"/>
                          </a:solidFill>
                          <a:effectLst/>
                          <a:latin typeface="Tahoma" pitchFamily="34" charset="0"/>
                        </a:rPr>
                        <a:t>99</a:t>
                      </a: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66FFFF">
                        <a:alpha val="50000"/>
                      </a:srgbClr>
                    </a:solidFill>
                  </a:tcPr>
                </a:tc>
                <a:extLst>
                  <a:ext uri="{0D108BD9-81ED-4DB2-BD59-A6C34878D82A}">
                    <a16:rowId xmlns:a16="http://schemas.microsoft.com/office/drawing/2014/main" val="10000"/>
                  </a:ext>
                </a:extLst>
              </a:tr>
            </a:tbl>
          </a:graphicData>
        </a:graphic>
      </p:graphicFrame>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Footer Placeholder 3">
            <a:extLst>
              <a:ext uri="{FF2B5EF4-FFF2-40B4-BE49-F238E27FC236}">
                <a16:creationId xmlns:a16="http://schemas.microsoft.com/office/drawing/2014/main" id="{4BA7263C-66B2-444D-9074-F72BE8BF9274}"/>
              </a:ext>
            </a:extLst>
          </p:cNvPr>
          <p:cNvSpPr>
            <a:spLocks noGrp="1"/>
          </p:cNvSpPr>
          <p:nvPr>
            <p:ph type="ftr" sz="quarter" idx="12"/>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endParaRPr lang="en-US" altLang="en-US" sz="800" b="1"/>
          </a:p>
          <a:p>
            <a:pPr>
              <a:spcBef>
                <a:spcPct val="0"/>
              </a:spcBef>
              <a:buFontTx/>
              <a:buNone/>
            </a:pPr>
            <a:endParaRPr lang="en-US" altLang="en-US" sz="800">
              <a:latin typeface="Tahoma" panose="020B0604030504040204" pitchFamily="34" charset="0"/>
            </a:endParaRPr>
          </a:p>
          <a:p>
            <a:pPr>
              <a:spcBef>
                <a:spcPct val="0"/>
              </a:spcBef>
              <a:buFontTx/>
              <a:buNone/>
            </a:pPr>
            <a:endParaRPr lang="en-US" altLang="en-US" sz="800" b="1">
              <a:latin typeface="Tahoma" panose="020B0604030504040204" pitchFamily="34" charset="0"/>
            </a:endParaRPr>
          </a:p>
          <a:p>
            <a:pPr>
              <a:spcBef>
                <a:spcPct val="0"/>
              </a:spcBef>
              <a:buFontTx/>
              <a:buNone/>
            </a:pPr>
            <a:r>
              <a:rPr lang="en-US" altLang="en-US" sz="800" b="1">
                <a:latin typeface="Tahoma" panose="020B0604030504040204" pitchFamily="34" charset="0"/>
              </a:rPr>
              <a:t>© A+ Computer Science  -  www.apluscompsci.com</a:t>
            </a:r>
          </a:p>
        </p:txBody>
      </p:sp>
      <p:sp>
        <p:nvSpPr>
          <p:cNvPr id="14339" name="Text Box 2">
            <a:extLst>
              <a:ext uri="{FF2B5EF4-FFF2-40B4-BE49-F238E27FC236}">
                <a16:creationId xmlns:a16="http://schemas.microsoft.com/office/drawing/2014/main" id="{B1659E68-E53B-4BF2-85BD-26CC30568E62}"/>
              </a:ext>
            </a:extLst>
          </p:cNvPr>
          <p:cNvSpPr txBox="1">
            <a:spLocks noChangeArrowheads="1"/>
          </p:cNvSpPr>
          <p:nvPr/>
        </p:nvSpPr>
        <p:spPr bwMode="auto">
          <a:xfrm>
            <a:off x="1066800" y="1524000"/>
            <a:ext cx="6800850" cy="3743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endParaRPr lang="en-US" altLang="en-US" sz="2400">
              <a:latin typeface="Tahoma" panose="020B0604030504040204" pitchFamily="34" charset="0"/>
            </a:endParaRPr>
          </a:p>
          <a:p>
            <a:pPr>
              <a:spcBef>
                <a:spcPct val="0"/>
              </a:spcBef>
              <a:buFontTx/>
              <a:buNone/>
            </a:pPr>
            <a:r>
              <a:rPr lang="en-US" altLang="en-US" sz="2400">
                <a:latin typeface="Tahoma" panose="020B0604030504040204" pitchFamily="34" charset="0"/>
              </a:rPr>
              <a:t>The Queue interface was designed to allow</a:t>
            </a:r>
          </a:p>
          <a:p>
            <a:pPr>
              <a:spcBef>
                <a:spcPct val="0"/>
              </a:spcBef>
              <a:buFontTx/>
              <a:buNone/>
            </a:pPr>
            <a:r>
              <a:rPr lang="en-US" altLang="en-US" sz="2400">
                <a:latin typeface="Tahoma" panose="020B0604030504040204" pitchFamily="34" charset="0"/>
              </a:rPr>
              <a:t>the use of a queue in java.</a:t>
            </a:r>
          </a:p>
          <a:p>
            <a:pPr>
              <a:spcBef>
                <a:spcPct val="0"/>
              </a:spcBef>
              <a:buFontTx/>
              <a:buNone/>
            </a:pPr>
            <a:endParaRPr lang="en-US" altLang="en-US" sz="2400">
              <a:latin typeface="Tahoma" panose="020B0604030504040204" pitchFamily="34" charset="0"/>
            </a:endParaRPr>
          </a:p>
          <a:p>
            <a:pPr>
              <a:spcBef>
                <a:spcPct val="0"/>
              </a:spcBef>
              <a:buFontTx/>
              <a:buNone/>
            </a:pPr>
            <a:r>
              <a:rPr lang="en-US" altLang="en-US" sz="2400">
                <a:latin typeface="Tahoma" panose="020B0604030504040204" pitchFamily="34" charset="0"/>
              </a:rPr>
              <a:t>The LinkedList class implements the Queue</a:t>
            </a:r>
          </a:p>
          <a:p>
            <a:pPr>
              <a:spcBef>
                <a:spcPct val="0"/>
              </a:spcBef>
              <a:buFontTx/>
              <a:buNone/>
            </a:pPr>
            <a:r>
              <a:rPr lang="en-US" altLang="en-US" sz="2400">
                <a:latin typeface="Tahoma" panose="020B0604030504040204" pitchFamily="34" charset="0"/>
              </a:rPr>
              <a:t>interface.</a:t>
            </a:r>
          </a:p>
          <a:p>
            <a:pPr>
              <a:spcBef>
                <a:spcPct val="0"/>
              </a:spcBef>
              <a:buFontTx/>
              <a:buNone/>
            </a:pPr>
            <a:endParaRPr lang="en-US" altLang="en-US" sz="2400">
              <a:latin typeface="Tahoma" panose="020B0604030504040204" pitchFamily="34" charset="0"/>
            </a:endParaRPr>
          </a:p>
          <a:p>
            <a:pPr>
              <a:spcBef>
                <a:spcPct val="0"/>
              </a:spcBef>
              <a:buFontTx/>
              <a:buNone/>
            </a:pPr>
            <a:r>
              <a:rPr lang="en-US" altLang="en-US" sz="2400">
                <a:latin typeface="Tahoma" panose="020B0604030504040204" pitchFamily="34" charset="0"/>
              </a:rPr>
              <a:t>If you need a queue, just make a Queue</a:t>
            </a:r>
          </a:p>
          <a:p>
            <a:pPr>
              <a:spcBef>
                <a:spcPct val="0"/>
              </a:spcBef>
              <a:buFontTx/>
              <a:buNone/>
            </a:pPr>
            <a:r>
              <a:rPr lang="en-US" altLang="en-US" sz="2400">
                <a:latin typeface="Tahoma" panose="020B0604030504040204" pitchFamily="34" charset="0"/>
              </a:rPr>
              <a:t>reference to a LinkedList.</a:t>
            </a:r>
          </a:p>
          <a:p>
            <a:pPr>
              <a:spcBef>
                <a:spcPct val="0"/>
              </a:spcBef>
              <a:buFontTx/>
              <a:buNone/>
            </a:pPr>
            <a:r>
              <a:rPr lang="en-US" altLang="en-US" sz="2400">
                <a:latin typeface="Tahoma" panose="020B0604030504040204" pitchFamily="34" charset="0"/>
              </a:rPr>
              <a:t> </a:t>
            </a:r>
          </a:p>
        </p:txBody>
      </p:sp>
      <p:sp>
        <p:nvSpPr>
          <p:cNvPr id="14340" name="WordArt 3">
            <a:extLst>
              <a:ext uri="{FF2B5EF4-FFF2-40B4-BE49-F238E27FC236}">
                <a16:creationId xmlns:a16="http://schemas.microsoft.com/office/drawing/2014/main" id="{3CAF06BF-028C-488B-A374-0663CB411E37}"/>
              </a:ext>
            </a:extLst>
          </p:cNvPr>
          <p:cNvSpPr>
            <a:spLocks noChangeArrowheads="1" noChangeShapeType="1" noTextEdit="1"/>
          </p:cNvSpPr>
          <p:nvPr/>
        </p:nvSpPr>
        <p:spPr bwMode="auto">
          <a:xfrm>
            <a:off x="1066800" y="609600"/>
            <a:ext cx="6400800" cy="533400"/>
          </a:xfrm>
          <a:prstGeom prst="rect">
            <a:avLst/>
          </a:prstGeom>
        </p:spPr>
        <p:txBody>
          <a:bodyPr wrap="none" fromWordArt="1">
            <a:prstTxWarp prst="textPlain">
              <a:avLst>
                <a:gd name="adj" fmla="val 50000"/>
              </a:avLst>
            </a:prstTxWarp>
          </a:bodyPr>
          <a:lstStyle/>
          <a:p>
            <a:pPr algn="ctr"/>
            <a:r>
              <a:rPr lang="en-US" sz="3600" kern="10">
                <a:ln w="9525">
                  <a:solidFill>
                    <a:srgbClr val="FFFF00"/>
                  </a:solidFill>
                  <a:round/>
                  <a:headEnd/>
                  <a:tailEnd/>
                </a:ln>
                <a:solidFill>
                  <a:srgbClr val="0000FF"/>
                </a:solidFill>
                <a:effectLst>
                  <a:outerShdw dist="35921" dir="2700000" algn="ctr" rotWithShape="0">
                    <a:srgbClr val="C0C0C0">
                      <a:alpha val="79999"/>
                    </a:srgbClr>
                  </a:outerShdw>
                </a:effectLst>
                <a:latin typeface="Impact" panose="020B0806030902050204" pitchFamily="34" charset="0"/>
              </a:rPr>
              <a:t>Java Queue Interface</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Group 3" descr="The Queue interface extends the Collection interface.&#10;The LinkedList class implements both the List and Queue interfaces, so it can be used as a normal linked list or specifically as a queue.&#10;The PriorityQueue class only implements the Queue interface, not the List interface.">
            <a:extLst>
              <a:ext uri="{FF2B5EF4-FFF2-40B4-BE49-F238E27FC236}">
                <a16:creationId xmlns:a16="http://schemas.microsoft.com/office/drawing/2014/main" id="{0DF8F3B1-CCA4-4E45-B97F-B151152940EB}"/>
              </a:ext>
            </a:extLst>
          </p:cNvPr>
          <p:cNvGrpSpPr/>
          <p:nvPr/>
        </p:nvGrpSpPr>
        <p:grpSpPr>
          <a:xfrm>
            <a:off x="609600" y="42205"/>
            <a:ext cx="7848600" cy="6739595"/>
            <a:chOff x="609600" y="42205"/>
            <a:chExt cx="7848600" cy="6739595"/>
          </a:xfrm>
        </p:grpSpPr>
        <p:pic>
          <p:nvPicPr>
            <p:cNvPr id="5" name="Picture 4" descr="Diagram, schematic&#10;&#10;Description automatically generated">
              <a:extLst>
                <a:ext uri="{FF2B5EF4-FFF2-40B4-BE49-F238E27FC236}">
                  <a16:creationId xmlns:a16="http://schemas.microsoft.com/office/drawing/2014/main" id="{1BA1C837-B04A-4B23-9BEE-F9F879320B54}"/>
                </a:ext>
              </a:extLst>
            </p:cNvPr>
            <p:cNvPicPr>
              <a:picLocks noChangeAspect="1"/>
            </p:cNvPicPr>
            <p:nvPr/>
          </p:nvPicPr>
          <p:blipFill rotWithShape="1">
            <a:blip r:embed="rId3">
              <a:extLst>
                <a:ext uri="{28A0092B-C50C-407E-A947-70E740481C1C}">
                  <a14:useLocalDpi xmlns:a14="http://schemas.microsoft.com/office/drawing/2010/main" val="0"/>
                </a:ext>
              </a:extLst>
            </a:blip>
            <a:srcRect b="28889"/>
            <a:stretch/>
          </p:blipFill>
          <p:spPr>
            <a:xfrm>
              <a:off x="609600" y="42205"/>
              <a:ext cx="7848600" cy="6739595"/>
            </a:xfrm>
            <a:prstGeom prst="rect">
              <a:avLst/>
            </a:prstGeom>
          </p:spPr>
        </p:pic>
        <p:sp>
          <p:nvSpPr>
            <p:cNvPr id="6" name="Freeform: Shape 5">
              <a:extLst>
                <a:ext uri="{FF2B5EF4-FFF2-40B4-BE49-F238E27FC236}">
                  <a16:creationId xmlns:a16="http://schemas.microsoft.com/office/drawing/2014/main" id="{9B2634DC-F4AA-4045-8AE1-B79B067D0FEB}"/>
                </a:ext>
              </a:extLst>
            </p:cNvPr>
            <p:cNvSpPr/>
            <p:nvPr/>
          </p:nvSpPr>
          <p:spPr bwMode="auto">
            <a:xfrm>
              <a:off x="4221479" y="1005840"/>
              <a:ext cx="400461" cy="3596640"/>
            </a:xfrm>
            <a:custGeom>
              <a:avLst/>
              <a:gdLst>
                <a:gd name="connsiteX0" fmla="*/ 0 w 410530"/>
                <a:gd name="connsiteY0" fmla="*/ 3596640 h 3596640"/>
                <a:gd name="connsiteX1" fmla="*/ 228600 w 410530"/>
                <a:gd name="connsiteY1" fmla="*/ 3520440 h 3596640"/>
                <a:gd name="connsiteX2" fmla="*/ 396240 w 410530"/>
                <a:gd name="connsiteY2" fmla="*/ 3200400 h 3596640"/>
                <a:gd name="connsiteX3" fmla="*/ 396240 w 410530"/>
                <a:gd name="connsiteY3" fmla="*/ 1249680 h 3596640"/>
                <a:gd name="connsiteX4" fmla="*/ 350520 w 410530"/>
                <a:gd name="connsiteY4" fmla="*/ 0 h 3596640"/>
                <a:gd name="connsiteX0" fmla="*/ 0 w 400461"/>
                <a:gd name="connsiteY0" fmla="*/ 3596640 h 3596640"/>
                <a:gd name="connsiteX1" fmla="*/ 228600 w 400461"/>
                <a:gd name="connsiteY1" fmla="*/ 3520440 h 3596640"/>
                <a:gd name="connsiteX2" fmla="*/ 396240 w 400461"/>
                <a:gd name="connsiteY2" fmla="*/ 3200400 h 3596640"/>
                <a:gd name="connsiteX3" fmla="*/ 350101 w 400461"/>
                <a:gd name="connsiteY3" fmla="*/ 1069317 h 3596640"/>
                <a:gd name="connsiteX4" fmla="*/ 350520 w 400461"/>
                <a:gd name="connsiteY4" fmla="*/ 0 h 359664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0461" h="3596640">
                  <a:moveTo>
                    <a:pt x="0" y="3596640"/>
                  </a:moveTo>
                  <a:cubicBezTo>
                    <a:pt x="81280" y="3591560"/>
                    <a:pt x="162560" y="3586480"/>
                    <a:pt x="228600" y="3520440"/>
                  </a:cubicBezTo>
                  <a:cubicBezTo>
                    <a:pt x="294640" y="3454400"/>
                    <a:pt x="375990" y="3608920"/>
                    <a:pt x="396240" y="3200400"/>
                  </a:cubicBezTo>
                  <a:cubicBezTo>
                    <a:pt x="416490" y="2791880"/>
                    <a:pt x="357721" y="1602717"/>
                    <a:pt x="350101" y="1069317"/>
                  </a:cubicBezTo>
                  <a:cubicBezTo>
                    <a:pt x="342481" y="535917"/>
                    <a:pt x="369570" y="358140"/>
                    <a:pt x="350520" y="0"/>
                  </a:cubicBezTo>
                </a:path>
              </a:pathLst>
            </a:custGeom>
            <a:noFill/>
            <a:ln w="19050" cap="flat" cmpd="sng" algn="ctr">
              <a:solidFill>
                <a:schemeClr val="tx1"/>
              </a:solidFill>
              <a:prstDash val="dash"/>
              <a:round/>
              <a:headEnd type="none" w="med" len="med"/>
              <a:tailEnd type="triangl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r" defTabSz="914400" rtl="0" eaLnBrk="0" fontAlgn="base" latinLnBrk="0" hangingPunct="0">
                <a:lnSpc>
                  <a:spcPct val="100000"/>
                </a:lnSpc>
                <a:spcBef>
                  <a:spcPct val="0"/>
                </a:spcBef>
                <a:spcAft>
                  <a:spcPct val="0"/>
                </a:spcAft>
                <a:buClrTx/>
                <a:buSzTx/>
                <a:buFontTx/>
                <a:buNone/>
                <a:tabLst/>
              </a:pPr>
              <a:endParaRPr kumimoji="0" lang="en-US" sz="2800" b="1" i="0" u="none" strike="noStrike" cap="none" normalizeH="0" baseline="0">
                <a:ln>
                  <a:noFill/>
                </a:ln>
                <a:solidFill>
                  <a:schemeClr val="tx1"/>
                </a:solidFill>
                <a:effectLst/>
                <a:latin typeface="Tahoma" pitchFamily="34" charset="0"/>
              </a:endParaRPr>
            </a:p>
          </p:txBody>
        </p:sp>
        <p:sp>
          <p:nvSpPr>
            <p:cNvPr id="7" name="TextBox 6">
              <a:extLst>
                <a:ext uri="{FF2B5EF4-FFF2-40B4-BE49-F238E27FC236}">
                  <a16:creationId xmlns:a16="http://schemas.microsoft.com/office/drawing/2014/main" id="{0FAFD044-0A98-466F-A699-E8B6BE32CE3A}"/>
                </a:ext>
              </a:extLst>
            </p:cNvPr>
            <p:cNvSpPr txBox="1"/>
            <p:nvPr/>
          </p:nvSpPr>
          <p:spPr>
            <a:xfrm>
              <a:off x="914400" y="4582496"/>
              <a:ext cx="1143000" cy="369332"/>
            </a:xfrm>
            <a:prstGeom prst="rect">
              <a:avLst/>
            </a:prstGeom>
            <a:noFill/>
            <a:ln w="19050">
              <a:solidFill>
                <a:schemeClr val="tx1"/>
              </a:solidFill>
            </a:ln>
          </p:spPr>
          <p:txBody>
            <a:bodyPr wrap="square" rtlCol="0">
              <a:spAutoFit/>
            </a:bodyPr>
            <a:lstStyle/>
            <a:p>
              <a:pPr algn="ctr"/>
              <a:r>
                <a:rPr lang="en-US" sz="1800" b="0" dirty="0">
                  <a:latin typeface="Trebuchet MS" panose="020B0603020202020204" pitchFamily="34" charset="0"/>
                </a:rPr>
                <a:t>Vector</a:t>
              </a:r>
              <a:endParaRPr lang="en-US" sz="3200" b="0" dirty="0">
                <a:latin typeface="Trebuchet MS" panose="020B0603020202020204" pitchFamily="34" charset="0"/>
              </a:endParaRPr>
            </a:p>
          </p:txBody>
        </p:sp>
        <p:pic>
          <p:nvPicPr>
            <p:cNvPr id="8" name="Picture 7">
              <a:extLst>
                <a:ext uri="{FF2B5EF4-FFF2-40B4-BE49-F238E27FC236}">
                  <a16:creationId xmlns:a16="http://schemas.microsoft.com/office/drawing/2014/main" id="{B70494F4-14C4-493A-8B56-2D6819BB3337}"/>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371231" y="4999828"/>
              <a:ext cx="190304" cy="515934"/>
            </a:xfrm>
            <a:prstGeom prst="rect">
              <a:avLst/>
            </a:prstGeom>
          </p:spPr>
        </p:pic>
        <p:pic>
          <p:nvPicPr>
            <p:cNvPr id="9" name="Picture 8">
              <a:extLst>
                <a:ext uri="{FF2B5EF4-FFF2-40B4-BE49-F238E27FC236}">
                  <a16:creationId xmlns:a16="http://schemas.microsoft.com/office/drawing/2014/main" id="{F937E365-45FA-4C9E-A5F2-29CE22FD5D65}"/>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484944" y="1029039"/>
              <a:ext cx="190304" cy="515934"/>
            </a:xfrm>
            <a:prstGeom prst="rect">
              <a:avLst/>
            </a:prstGeom>
          </p:spPr>
        </p:pic>
        <p:sp>
          <p:nvSpPr>
            <p:cNvPr id="10" name="Freeform: Shape 9">
              <a:extLst>
                <a:ext uri="{FF2B5EF4-FFF2-40B4-BE49-F238E27FC236}">
                  <a16:creationId xmlns:a16="http://schemas.microsoft.com/office/drawing/2014/main" id="{846AA933-C469-42F7-A162-1025B85AD767}"/>
                </a:ext>
              </a:extLst>
            </p:cNvPr>
            <p:cNvSpPr/>
            <p:nvPr/>
          </p:nvSpPr>
          <p:spPr bwMode="auto">
            <a:xfrm>
              <a:off x="2066907" y="2517256"/>
              <a:ext cx="432503" cy="2271180"/>
            </a:xfrm>
            <a:custGeom>
              <a:avLst/>
              <a:gdLst>
                <a:gd name="connsiteX0" fmla="*/ 0 w 410530"/>
                <a:gd name="connsiteY0" fmla="*/ 3596640 h 3596640"/>
                <a:gd name="connsiteX1" fmla="*/ 228600 w 410530"/>
                <a:gd name="connsiteY1" fmla="*/ 3520440 h 3596640"/>
                <a:gd name="connsiteX2" fmla="*/ 396240 w 410530"/>
                <a:gd name="connsiteY2" fmla="*/ 3200400 h 3596640"/>
                <a:gd name="connsiteX3" fmla="*/ 396240 w 410530"/>
                <a:gd name="connsiteY3" fmla="*/ 1249680 h 3596640"/>
                <a:gd name="connsiteX4" fmla="*/ 350520 w 410530"/>
                <a:gd name="connsiteY4" fmla="*/ 0 h 3596640"/>
                <a:gd name="connsiteX0" fmla="*/ 0 w 400461"/>
                <a:gd name="connsiteY0" fmla="*/ 3596640 h 3596640"/>
                <a:gd name="connsiteX1" fmla="*/ 228600 w 400461"/>
                <a:gd name="connsiteY1" fmla="*/ 3520440 h 3596640"/>
                <a:gd name="connsiteX2" fmla="*/ 396240 w 400461"/>
                <a:gd name="connsiteY2" fmla="*/ 3200400 h 3596640"/>
                <a:gd name="connsiteX3" fmla="*/ 350101 w 400461"/>
                <a:gd name="connsiteY3" fmla="*/ 1069317 h 3596640"/>
                <a:gd name="connsiteX4" fmla="*/ 350520 w 400461"/>
                <a:gd name="connsiteY4" fmla="*/ 0 h 3596640"/>
                <a:gd name="connsiteX0" fmla="*/ 0 w 414354"/>
                <a:gd name="connsiteY0" fmla="*/ 3596640 h 3596640"/>
                <a:gd name="connsiteX1" fmla="*/ 228600 w 414354"/>
                <a:gd name="connsiteY1" fmla="*/ 3520440 h 3596640"/>
                <a:gd name="connsiteX2" fmla="*/ 396240 w 414354"/>
                <a:gd name="connsiteY2" fmla="*/ 3200400 h 3596640"/>
                <a:gd name="connsiteX3" fmla="*/ 404630 w 414354"/>
                <a:gd name="connsiteY3" fmla="*/ 1895632 h 3596640"/>
                <a:gd name="connsiteX4" fmla="*/ 350520 w 414354"/>
                <a:gd name="connsiteY4" fmla="*/ 0 h 3596640"/>
                <a:gd name="connsiteX0" fmla="*/ 0 w 414354"/>
                <a:gd name="connsiteY0" fmla="*/ 2271180 h 2271180"/>
                <a:gd name="connsiteX1" fmla="*/ 228600 w 414354"/>
                <a:gd name="connsiteY1" fmla="*/ 2194980 h 2271180"/>
                <a:gd name="connsiteX2" fmla="*/ 396240 w 414354"/>
                <a:gd name="connsiteY2" fmla="*/ 1874940 h 2271180"/>
                <a:gd name="connsiteX3" fmla="*/ 404630 w 414354"/>
                <a:gd name="connsiteY3" fmla="*/ 570172 h 2271180"/>
                <a:gd name="connsiteX4" fmla="*/ 400854 w 414354"/>
                <a:gd name="connsiteY4" fmla="*/ 0 h 2271180"/>
                <a:gd name="connsiteX0" fmla="*/ 0 w 426664"/>
                <a:gd name="connsiteY0" fmla="*/ 2271180 h 2271180"/>
                <a:gd name="connsiteX1" fmla="*/ 228600 w 426664"/>
                <a:gd name="connsiteY1" fmla="*/ 2194980 h 2271180"/>
                <a:gd name="connsiteX2" fmla="*/ 396240 w 426664"/>
                <a:gd name="connsiteY2" fmla="*/ 1874940 h 2271180"/>
                <a:gd name="connsiteX3" fmla="*/ 404630 w 426664"/>
                <a:gd name="connsiteY3" fmla="*/ 570172 h 2271180"/>
                <a:gd name="connsiteX4" fmla="*/ 421826 w 426664"/>
                <a:gd name="connsiteY4" fmla="*/ 0 h 2271180"/>
                <a:gd name="connsiteX0" fmla="*/ 0 w 432503"/>
                <a:gd name="connsiteY0" fmla="*/ 2271180 h 2271180"/>
                <a:gd name="connsiteX1" fmla="*/ 228600 w 432503"/>
                <a:gd name="connsiteY1" fmla="*/ 2194980 h 2271180"/>
                <a:gd name="connsiteX2" fmla="*/ 396240 w 432503"/>
                <a:gd name="connsiteY2" fmla="*/ 1874940 h 2271180"/>
                <a:gd name="connsiteX3" fmla="*/ 429797 w 432503"/>
                <a:gd name="connsiteY3" fmla="*/ 691813 h 2271180"/>
                <a:gd name="connsiteX4" fmla="*/ 421826 w 432503"/>
                <a:gd name="connsiteY4" fmla="*/ 0 h 2271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32503" h="2271180">
                  <a:moveTo>
                    <a:pt x="0" y="2271180"/>
                  </a:moveTo>
                  <a:cubicBezTo>
                    <a:pt x="81280" y="2266100"/>
                    <a:pt x="162560" y="2261020"/>
                    <a:pt x="228600" y="2194980"/>
                  </a:cubicBezTo>
                  <a:cubicBezTo>
                    <a:pt x="294640" y="2128940"/>
                    <a:pt x="362707" y="2125468"/>
                    <a:pt x="396240" y="1874940"/>
                  </a:cubicBezTo>
                  <a:cubicBezTo>
                    <a:pt x="429773" y="1624412"/>
                    <a:pt x="437417" y="1225213"/>
                    <a:pt x="429797" y="691813"/>
                  </a:cubicBezTo>
                  <a:cubicBezTo>
                    <a:pt x="422177" y="158413"/>
                    <a:pt x="440876" y="358140"/>
                    <a:pt x="421826" y="0"/>
                  </a:cubicBezTo>
                </a:path>
              </a:pathLst>
            </a:custGeom>
            <a:noFill/>
            <a:ln w="19050" cap="flat" cmpd="sng" algn="ctr">
              <a:solidFill>
                <a:schemeClr val="tx1"/>
              </a:solidFill>
              <a:prstDash val="dash"/>
              <a:round/>
              <a:headEnd type="none" w="med" len="med"/>
              <a:tailEnd type="triangl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r" defTabSz="914400" rtl="0" eaLnBrk="0" fontAlgn="base" latinLnBrk="0" hangingPunct="0">
                <a:lnSpc>
                  <a:spcPct val="100000"/>
                </a:lnSpc>
                <a:spcBef>
                  <a:spcPct val="0"/>
                </a:spcBef>
                <a:spcAft>
                  <a:spcPct val="0"/>
                </a:spcAft>
                <a:buClrTx/>
                <a:buSzTx/>
                <a:buFontTx/>
                <a:buNone/>
                <a:tabLst/>
              </a:pPr>
              <a:endParaRPr kumimoji="0" lang="en-US" sz="2800" b="1" i="0" u="none" strike="noStrike" cap="none" normalizeH="0" baseline="0">
                <a:ln>
                  <a:noFill/>
                </a:ln>
                <a:solidFill>
                  <a:schemeClr val="tx1"/>
                </a:solidFill>
                <a:effectLst/>
                <a:latin typeface="Tahoma" pitchFamily="34" charset="0"/>
              </a:endParaRPr>
            </a:p>
          </p:txBody>
        </p:sp>
        <p:pic>
          <p:nvPicPr>
            <p:cNvPr id="11" name="Picture 10">
              <a:extLst>
                <a:ext uri="{FF2B5EF4-FFF2-40B4-BE49-F238E27FC236}">
                  <a16:creationId xmlns:a16="http://schemas.microsoft.com/office/drawing/2014/main" id="{9905A9FB-B2DE-47A9-8A38-905FB95258D8}"/>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405871" y="2506901"/>
              <a:ext cx="190304" cy="515934"/>
            </a:xfrm>
            <a:prstGeom prst="rect">
              <a:avLst/>
            </a:prstGeom>
          </p:spPr>
        </p:pic>
      </p:grpSp>
    </p:spTree>
    <p:extLst>
      <p:ext uri="{BB962C8B-B14F-4D97-AF65-F5344CB8AC3E}">
        <p14:creationId xmlns:p14="http://schemas.microsoft.com/office/powerpoint/2010/main" val="366430677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Footer Placeholder 3">
            <a:extLst>
              <a:ext uri="{FF2B5EF4-FFF2-40B4-BE49-F238E27FC236}">
                <a16:creationId xmlns:a16="http://schemas.microsoft.com/office/drawing/2014/main" id="{A3035A4D-9BFB-4DF9-BF63-75280CF04596}"/>
              </a:ext>
            </a:extLst>
          </p:cNvPr>
          <p:cNvSpPr>
            <a:spLocks noGrp="1"/>
          </p:cNvSpPr>
          <p:nvPr>
            <p:ph type="ftr" sz="quarter" idx="12"/>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endParaRPr lang="en-US" altLang="en-US" sz="800" b="1"/>
          </a:p>
          <a:p>
            <a:pPr>
              <a:spcBef>
                <a:spcPct val="0"/>
              </a:spcBef>
              <a:buFontTx/>
              <a:buNone/>
            </a:pPr>
            <a:endParaRPr lang="en-US" altLang="en-US" sz="800">
              <a:latin typeface="Tahoma" panose="020B0604030504040204" pitchFamily="34" charset="0"/>
            </a:endParaRPr>
          </a:p>
          <a:p>
            <a:pPr>
              <a:spcBef>
                <a:spcPct val="0"/>
              </a:spcBef>
              <a:buFontTx/>
              <a:buNone/>
            </a:pPr>
            <a:endParaRPr lang="en-US" altLang="en-US" sz="800" b="1">
              <a:latin typeface="Tahoma" panose="020B0604030504040204" pitchFamily="34" charset="0"/>
            </a:endParaRPr>
          </a:p>
          <a:p>
            <a:pPr>
              <a:spcBef>
                <a:spcPct val="0"/>
              </a:spcBef>
              <a:buFontTx/>
              <a:buNone/>
            </a:pPr>
            <a:r>
              <a:rPr lang="en-US" altLang="en-US" sz="800" b="1">
                <a:latin typeface="Tahoma" panose="020B0604030504040204" pitchFamily="34" charset="0"/>
              </a:rPr>
              <a:t>© A+ Computer Science  -  www.apluscompsci.com</a:t>
            </a:r>
          </a:p>
        </p:txBody>
      </p:sp>
      <p:sp>
        <p:nvSpPr>
          <p:cNvPr id="15363" name="WordArt 2">
            <a:extLst>
              <a:ext uri="{FF2B5EF4-FFF2-40B4-BE49-F238E27FC236}">
                <a16:creationId xmlns:a16="http://schemas.microsoft.com/office/drawing/2014/main" id="{32AEA0BC-43C9-49BF-9FDE-9978054DFEAF}"/>
              </a:ext>
            </a:extLst>
          </p:cNvPr>
          <p:cNvSpPr>
            <a:spLocks noChangeArrowheads="1" noChangeShapeType="1" noTextEdit="1"/>
          </p:cNvSpPr>
          <p:nvPr/>
        </p:nvSpPr>
        <p:spPr bwMode="auto">
          <a:xfrm>
            <a:off x="990600" y="1066800"/>
            <a:ext cx="6553200" cy="3733800"/>
          </a:xfrm>
          <a:prstGeom prst="rect">
            <a:avLst/>
          </a:prstGeom>
        </p:spPr>
        <p:txBody>
          <a:bodyPr wrap="none" fromWordArt="1">
            <a:prstTxWarp prst="textPlain">
              <a:avLst>
                <a:gd name="adj" fmla="val 50000"/>
              </a:avLst>
            </a:prstTxWarp>
          </a:bodyPr>
          <a:lstStyle/>
          <a:p>
            <a:pPr algn="ctr"/>
            <a:r>
              <a:rPr lang="en-US" sz="3600" kern="10">
                <a:ln w="9525">
                  <a:solidFill>
                    <a:srgbClr val="CCFFFF"/>
                  </a:solidFill>
                  <a:round/>
                  <a:headEnd/>
                  <a:tailEnd/>
                </a:ln>
                <a:solidFill>
                  <a:srgbClr val="0000FF"/>
                </a:solidFill>
                <a:effectLst>
                  <a:outerShdw dist="35921" dir="2700000" algn="ctr" rotWithShape="0">
                    <a:srgbClr val="C0C0C0"/>
                  </a:outerShdw>
                </a:effectLst>
                <a:latin typeface="Impact" panose="020B0806030902050204" pitchFamily="34" charset="0"/>
              </a:rPr>
              <a:t>Queue</a:t>
            </a:r>
          </a:p>
          <a:p>
            <a:pPr algn="ctr"/>
            <a:r>
              <a:rPr lang="en-US" sz="3600" kern="10">
                <a:ln w="9525">
                  <a:solidFill>
                    <a:srgbClr val="CCFFFF"/>
                  </a:solidFill>
                  <a:round/>
                  <a:headEnd/>
                  <a:tailEnd/>
                </a:ln>
                <a:solidFill>
                  <a:srgbClr val="0000FF"/>
                </a:solidFill>
                <a:effectLst>
                  <a:outerShdw dist="35921" dir="2700000" algn="ctr" rotWithShape="0">
                    <a:srgbClr val="C0C0C0"/>
                  </a:outerShdw>
                </a:effectLst>
                <a:latin typeface="Impact" panose="020B0806030902050204" pitchFamily="34" charset="0"/>
              </a:rPr>
              <a:t>Methods</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Footer Placeholder 3">
            <a:extLst>
              <a:ext uri="{FF2B5EF4-FFF2-40B4-BE49-F238E27FC236}">
                <a16:creationId xmlns:a16="http://schemas.microsoft.com/office/drawing/2014/main" id="{8D15F50F-9504-43ED-A1DA-BCD00CC327DD}"/>
              </a:ext>
            </a:extLst>
          </p:cNvPr>
          <p:cNvSpPr>
            <a:spLocks noGrp="1"/>
          </p:cNvSpPr>
          <p:nvPr>
            <p:ph type="ftr" sz="quarter" idx="12"/>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endParaRPr lang="en-US" altLang="en-US" sz="800" b="1"/>
          </a:p>
          <a:p>
            <a:pPr>
              <a:spcBef>
                <a:spcPct val="0"/>
              </a:spcBef>
              <a:buFontTx/>
              <a:buNone/>
            </a:pPr>
            <a:endParaRPr lang="en-US" altLang="en-US" sz="800">
              <a:latin typeface="Tahoma" panose="020B0604030504040204" pitchFamily="34" charset="0"/>
            </a:endParaRPr>
          </a:p>
          <a:p>
            <a:pPr>
              <a:spcBef>
                <a:spcPct val="0"/>
              </a:spcBef>
              <a:buFontTx/>
              <a:buNone/>
            </a:pPr>
            <a:endParaRPr lang="en-US" altLang="en-US" sz="800" b="1">
              <a:latin typeface="Tahoma" panose="020B0604030504040204" pitchFamily="34" charset="0"/>
            </a:endParaRPr>
          </a:p>
          <a:p>
            <a:pPr>
              <a:spcBef>
                <a:spcPct val="0"/>
              </a:spcBef>
              <a:buFontTx/>
              <a:buNone/>
            </a:pPr>
            <a:r>
              <a:rPr lang="en-US" altLang="en-US" sz="800" b="1">
                <a:latin typeface="Tahoma" panose="020B0604030504040204" pitchFamily="34" charset="0"/>
              </a:rPr>
              <a:t>© A+ Computer Science  -  www.apluscompsci.com</a:t>
            </a:r>
          </a:p>
        </p:txBody>
      </p:sp>
      <p:graphicFrame>
        <p:nvGraphicFramePr>
          <p:cNvPr id="86046" name="Group 30">
            <a:extLst>
              <a:ext uri="{FF2B5EF4-FFF2-40B4-BE49-F238E27FC236}">
                <a16:creationId xmlns:a16="http://schemas.microsoft.com/office/drawing/2014/main" id="{441A80E6-3F40-4428-A10C-6E4C2BA80E02}"/>
              </a:ext>
            </a:extLst>
          </p:cNvPr>
          <p:cNvGraphicFramePr>
            <a:graphicFrameLocks noGrp="1"/>
          </p:cNvGraphicFramePr>
          <p:nvPr>
            <p:extLst>
              <p:ext uri="{D42A27DB-BD31-4B8C-83A1-F6EECF244321}">
                <p14:modId xmlns:p14="http://schemas.microsoft.com/office/powerpoint/2010/main" val="3269892811"/>
              </p:ext>
            </p:extLst>
          </p:nvPr>
        </p:nvGraphicFramePr>
        <p:xfrm>
          <a:off x="609600" y="533400"/>
          <a:ext cx="8077200" cy="4400551"/>
        </p:xfrm>
        <a:graphic>
          <a:graphicData uri="http://schemas.openxmlformats.org/drawingml/2006/table">
            <a:tbl>
              <a:tblPr/>
              <a:tblGrid>
                <a:gridCol w="2895600">
                  <a:extLst>
                    <a:ext uri="{9D8B030D-6E8A-4147-A177-3AD203B41FA5}">
                      <a16:colId xmlns:a16="http://schemas.microsoft.com/office/drawing/2014/main" val="20000"/>
                    </a:ext>
                  </a:extLst>
                </a:gridCol>
                <a:gridCol w="5181600">
                  <a:extLst>
                    <a:ext uri="{9D8B030D-6E8A-4147-A177-3AD203B41FA5}">
                      <a16:colId xmlns:a16="http://schemas.microsoft.com/office/drawing/2014/main" val="20001"/>
                    </a:ext>
                  </a:extLst>
                </a:gridCol>
              </a:tblGrid>
              <a:tr h="1476375">
                <a:tc gridSpan="2">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3600" b="1" i="0" u="none" strike="noStrike" cap="none" normalizeH="0" baseline="0">
                          <a:ln>
                            <a:noFill/>
                          </a:ln>
                          <a:solidFill>
                            <a:srgbClr val="FF0000"/>
                          </a:solidFill>
                          <a:effectLst/>
                          <a:latin typeface="Tahoma" pitchFamily="34" charset="0"/>
                        </a:rPr>
                        <a:t>Linked List </a:t>
                      </a:r>
                      <a:r>
                        <a:rPr kumimoji="0" lang="en-US" sz="2000" b="1" i="0" u="none" strike="noStrike" cap="none" normalizeH="0" baseline="0">
                          <a:ln>
                            <a:noFill/>
                          </a:ln>
                          <a:solidFill>
                            <a:srgbClr val="FF0000"/>
                          </a:solidFill>
                          <a:effectLst/>
                          <a:latin typeface="Tahoma" pitchFamily="34" charset="0"/>
                        </a:rPr>
                        <a:t>as a Queue</a:t>
                      </a:r>
                    </a:p>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800" b="1" i="0" u="none" strike="noStrike" cap="none" normalizeH="0" baseline="0">
                          <a:ln>
                            <a:noFill/>
                          </a:ln>
                          <a:solidFill>
                            <a:srgbClr val="006600"/>
                          </a:solidFill>
                          <a:effectLst/>
                          <a:latin typeface="Tahoma" pitchFamily="34" charset="0"/>
                        </a:rPr>
                        <a:t>frequently used methods</a:t>
                      </a:r>
                    </a:p>
                  </a:txBody>
                  <a:tcPr horzOverflow="overflow">
                    <a:lnL w="28575"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rgbClr val="FFFFCC"/>
                    </a:solidFill>
                  </a:tcPr>
                </a:tc>
                <a:tc hMerge="1">
                  <a:txBody>
                    <a:bodyPr/>
                    <a:lstStyle/>
                    <a:p>
                      <a:endParaRPr lang="en-US"/>
                    </a:p>
                  </a:txBody>
                  <a:tcPr/>
                </a:tc>
                <a:extLst>
                  <a:ext uri="{0D108BD9-81ED-4DB2-BD59-A6C34878D82A}">
                    <a16:rowId xmlns:a16="http://schemas.microsoft.com/office/drawing/2014/main" val="10000"/>
                  </a:ext>
                </a:extLst>
              </a:tr>
              <a:tr h="684213">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400" b="1" i="0" u="none" strike="noStrike" cap="none" normalizeH="0" baseline="0">
                          <a:ln>
                            <a:noFill/>
                          </a:ln>
                          <a:solidFill>
                            <a:srgbClr val="330099"/>
                          </a:solidFill>
                          <a:effectLst/>
                          <a:latin typeface="Tahoma" pitchFamily="34" charset="0"/>
                        </a:rPr>
                        <a:t>Name</a:t>
                      </a:r>
                    </a:p>
                  </a:txBody>
                  <a:tcPr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rgbClr val="E1F4FF">
                        <a:alpha val="50000"/>
                      </a:srgbClr>
                    </a:solid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400" b="1" i="0" u="none" strike="noStrike" cap="none" normalizeH="0" baseline="0">
                          <a:ln>
                            <a:noFill/>
                          </a:ln>
                          <a:solidFill>
                            <a:srgbClr val="330099"/>
                          </a:solidFill>
                          <a:effectLst/>
                          <a:latin typeface="Tahoma" pitchFamily="34" charset="0"/>
                        </a:rPr>
                        <a:t>Use</a:t>
                      </a:r>
                    </a:p>
                  </a:txBody>
                  <a:tcPr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rgbClr val="E1F4FF">
                        <a:alpha val="50000"/>
                      </a:srgbClr>
                    </a:solidFill>
                  </a:tcPr>
                </a:tc>
                <a:extLst>
                  <a:ext uri="{0D108BD9-81ED-4DB2-BD59-A6C34878D82A}">
                    <a16:rowId xmlns:a16="http://schemas.microsoft.com/office/drawing/2014/main" val="10001"/>
                  </a:ext>
                </a:extLst>
              </a:tr>
              <a:tr h="450850">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sz="2000" b="1" i="0" u="none" strike="noStrike" cap="none" normalizeH="0" baseline="0" dirty="0">
                          <a:ln>
                            <a:noFill/>
                          </a:ln>
                          <a:solidFill>
                            <a:schemeClr val="accent2"/>
                          </a:solidFill>
                          <a:effectLst/>
                          <a:latin typeface="Tahoma" pitchFamily="34" charset="0"/>
                        </a:rPr>
                        <a:t>offer(x) </a:t>
                      </a:r>
                      <a:r>
                        <a:rPr kumimoji="0" lang="en-US" sz="500" b="1" i="0" u="none" strike="noStrike" cap="none" normalizeH="0" baseline="0" dirty="0">
                          <a:ln>
                            <a:noFill/>
                          </a:ln>
                          <a:solidFill>
                            <a:schemeClr val="accent2"/>
                          </a:solidFill>
                          <a:effectLst/>
                          <a:latin typeface="Tahoma" pitchFamily="34" charset="0"/>
                        </a:rPr>
                        <a:t> </a:t>
                      </a:r>
                      <a:r>
                        <a:rPr kumimoji="0" lang="en-US" sz="2000" b="1" i="0" u="none" strike="noStrike" cap="none" normalizeH="0" baseline="0" dirty="0">
                          <a:ln>
                            <a:noFill/>
                          </a:ln>
                          <a:solidFill>
                            <a:schemeClr val="accent2"/>
                          </a:solidFill>
                          <a:effectLst/>
                          <a:latin typeface="Tahoma" pitchFamily="34" charset="0"/>
                        </a:rPr>
                        <a:t>/ add(x)</a:t>
                      </a:r>
                    </a:p>
                  </a:txBody>
                  <a:tcPr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sz="2000" b="1" i="0" u="none" strike="noStrike" cap="none" normalizeH="0" baseline="0">
                          <a:ln>
                            <a:noFill/>
                          </a:ln>
                          <a:solidFill>
                            <a:schemeClr val="accent2"/>
                          </a:solidFill>
                          <a:effectLst/>
                          <a:latin typeface="Tahoma" pitchFamily="34" charset="0"/>
                        </a:rPr>
                        <a:t>adds item x to the queue</a:t>
                      </a:r>
                    </a:p>
                  </a:txBody>
                  <a:tcPr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450850">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sz="2000" b="1" i="0" u="none" strike="noStrike" cap="none" normalizeH="0" baseline="0">
                          <a:ln>
                            <a:noFill/>
                          </a:ln>
                          <a:solidFill>
                            <a:schemeClr val="accent2"/>
                          </a:solidFill>
                          <a:effectLst/>
                          <a:latin typeface="Tahoma" pitchFamily="34" charset="0"/>
                        </a:rPr>
                        <a:t>poll()   </a:t>
                      </a:r>
                      <a:r>
                        <a:rPr kumimoji="0" lang="en-US" sz="2000" b="1" i="0" u="none" strike="noStrike" cap="none" normalizeH="0" baseline="0" dirty="0">
                          <a:ln>
                            <a:noFill/>
                          </a:ln>
                          <a:solidFill>
                            <a:schemeClr val="accent2"/>
                          </a:solidFill>
                          <a:effectLst/>
                          <a:latin typeface="Tahoma" pitchFamily="34" charset="0"/>
                        </a:rPr>
                        <a:t>/ remove()</a:t>
                      </a:r>
                    </a:p>
                  </a:txBody>
                  <a:tcPr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sz="2000" b="1" i="0" u="none" strike="noStrike" cap="none" normalizeH="0" baseline="0">
                          <a:ln>
                            <a:noFill/>
                          </a:ln>
                          <a:solidFill>
                            <a:schemeClr val="accent2"/>
                          </a:solidFill>
                          <a:effectLst/>
                          <a:latin typeface="Tahoma" pitchFamily="34" charset="0"/>
                        </a:rPr>
                        <a:t>removes and returns front item</a:t>
                      </a:r>
                    </a:p>
                  </a:txBody>
                  <a:tcPr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3"/>
                  </a:ext>
                </a:extLst>
              </a:tr>
              <a:tr h="449263">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sz="2000" b="1" i="0" u="none" strike="noStrike" cap="none" normalizeH="0" baseline="0" dirty="0">
                          <a:ln>
                            <a:noFill/>
                          </a:ln>
                          <a:solidFill>
                            <a:schemeClr val="accent2"/>
                          </a:solidFill>
                          <a:effectLst/>
                          <a:latin typeface="Tahoma" pitchFamily="34" charset="0"/>
                        </a:rPr>
                        <a:t>peek() / element()</a:t>
                      </a:r>
                    </a:p>
                  </a:txBody>
                  <a:tcPr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sz="2000" b="1" i="0" u="none" strike="noStrike" cap="none" normalizeH="0" baseline="0">
                          <a:ln>
                            <a:noFill/>
                          </a:ln>
                          <a:solidFill>
                            <a:schemeClr val="accent2"/>
                          </a:solidFill>
                          <a:effectLst/>
                          <a:latin typeface="Tahoma" pitchFamily="34" charset="0"/>
                        </a:rPr>
                        <a:t>returns the front item with no remove</a:t>
                      </a:r>
                    </a:p>
                  </a:txBody>
                  <a:tcPr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4"/>
                  </a:ext>
                </a:extLst>
              </a:tr>
              <a:tr h="450850">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sz="2000" b="1" i="0" u="none" strike="noStrike" cap="none" normalizeH="0" baseline="0">
                          <a:ln>
                            <a:noFill/>
                          </a:ln>
                          <a:solidFill>
                            <a:schemeClr val="accent2"/>
                          </a:solidFill>
                          <a:effectLst/>
                          <a:latin typeface="Tahoma" pitchFamily="34" charset="0"/>
                        </a:rPr>
                        <a:t>size()</a:t>
                      </a:r>
                    </a:p>
                  </a:txBody>
                  <a:tcPr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sz="2000" b="1" i="0" u="none" strike="noStrike" cap="none" normalizeH="0" baseline="0">
                          <a:ln>
                            <a:noFill/>
                          </a:ln>
                          <a:solidFill>
                            <a:schemeClr val="accent2"/>
                          </a:solidFill>
                          <a:effectLst/>
                          <a:latin typeface="Tahoma" pitchFamily="34" charset="0"/>
                        </a:rPr>
                        <a:t>returns the # of items in the queue</a:t>
                      </a:r>
                    </a:p>
                  </a:txBody>
                  <a:tcPr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5"/>
                  </a:ext>
                </a:extLst>
              </a:tr>
              <a:tr h="438150">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sz="2000" b="1" i="0" u="none" strike="noStrike" cap="none" normalizeH="0" baseline="0">
                          <a:ln>
                            <a:noFill/>
                          </a:ln>
                          <a:solidFill>
                            <a:schemeClr val="accent2"/>
                          </a:solidFill>
                          <a:effectLst/>
                          <a:latin typeface="Tahoma" pitchFamily="34" charset="0"/>
                        </a:rPr>
                        <a:t>isEmpty()</a:t>
                      </a:r>
                    </a:p>
                  </a:txBody>
                  <a:tcPr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sz="2000" b="1" i="0" u="none" strike="noStrike" cap="none" normalizeH="0" baseline="0" dirty="0">
                          <a:ln>
                            <a:noFill/>
                          </a:ln>
                          <a:solidFill>
                            <a:schemeClr val="accent2"/>
                          </a:solidFill>
                          <a:effectLst/>
                          <a:latin typeface="Tahoma" pitchFamily="34" charset="0"/>
                        </a:rPr>
                        <a:t>checks to see if the queue is empty</a:t>
                      </a:r>
                    </a:p>
                  </a:txBody>
                  <a:tcPr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6"/>
                  </a:ext>
                </a:extLst>
              </a:tr>
            </a:tbl>
          </a:graphicData>
        </a:graphic>
      </p:graphicFrame>
      <p:sp>
        <p:nvSpPr>
          <p:cNvPr id="16412" name="Text Box 31">
            <a:extLst>
              <a:ext uri="{FF2B5EF4-FFF2-40B4-BE49-F238E27FC236}">
                <a16:creationId xmlns:a16="http://schemas.microsoft.com/office/drawing/2014/main" id="{8E5B30B3-39FC-432E-8E06-706225013D6E}"/>
              </a:ext>
            </a:extLst>
          </p:cNvPr>
          <p:cNvSpPr txBox="1">
            <a:spLocks noChangeArrowheads="1"/>
          </p:cNvSpPr>
          <p:nvPr/>
        </p:nvSpPr>
        <p:spPr bwMode="auto">
          <a:xfrm>
            <a:off x="2209800" y="5486400"/>
            <a:ext cx="4495800" cy="531813"/>
          </a:xfrm>
          <a:prstGeom prst="rect">
            <a:avLst/>
          </a:prstGeom>
          <a:noFill/>
          <a:ln w="12700">
            <a:solidFill>
              <a:srgbClr val="0000FF"/>
            </a:solidFill>
            <a:miter lim="800000"/>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2800">
                <a:solidFill>
                  <a:schemeClr val="accent2"/>
                </a:solidFill>
                <a:latin typeface="Tahoma" panose="020B0604030504040204" pitchFamily="34" charset="0"/>
              </a:rPr>
              <a:t>import  java.util.Queue;</a:t>
            </a:r>
            <a:endParaRPr lang="en-US" altLang="en-US" sz="2800">
              <a:latin typeface="Tahoma" panose="020B0604030504040204" pitchFamily="34" charset="0"/>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Footer Placeholder 3">
            <a:extLst>
              <a:ext uri="{FF2B5EF4-FFF2-40B4-BE49-F238E27FC236}">
                <a16:creationId xmlns:a16="http://schemas.microsoft.com/office/drawing/2014/main" id="{0225C37A-BAD5-42A6-BBA1-8032B32624C4}"/>
              </a:ext>
            </a:extLst>
          </p:cNvPr>
          <p:cNvSpPr>
            <a:spLocks noGrp="1"/>
          </p:cNvSpPr>
          <p:nvPr>
            <p:ph type="ftr" sz="quarter" idx="12"/>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endParaRPr lang="en-US" altLang="en-US" sz="800" b="1"/>
          </a:p>
          <a:p>
            <a:pPr>
              <a:spcBef>
                <a:spcPct val="0"/>
              </a:spcBef>
              <a:buFontTx/>
              <a:buNone/>
            </a:pPr>
            <a:endParaRPr lang="en-US" altLang="en-US" sz="800">
              <a:latin typeface="Tahoma" panose="020B0604030504040204" pitchFamily="34" charset="0"/>
            </a:endParaRPr>
          </a:p>
          <a:p>
            <a:pPr>
              <a:spcBef>
                <a:spcPct val="0"/>
              </a:spcBef>
              <a:buFontTx/>
              <a:buNone/>
            </a:pPr>
            <a:endParaRPr lang="en-US" altLang="en-US" sz="800" b="1">
              <a:latin typeface="Tahoma" panose="020B0604030504040204" pitchFamily="34" charset="0"/>
            </a:endParaRPr>
          </a:p>
          <a:p>
            <a:pPr>
              <a:spcBef>
                <a:spcPct val="0"/>
              </a:spcBef>
              <a:buFontTx/>
              <a:buNone/>
            </a:pPr>
            <a:r>
              <a:rPr lang="en-US" altLang="en-US" sz="800" b="1">
                <a:latin typeface="Tahoma" panose="020B0604030504040204" pitchFamily="34" charset="0"/>
              </a:rPr>
              <a:t>© A+ Computer Science  -  www.apluscompsci.com</a:t>
            </a:r>
          </a:p>
        </p:txBody>
      </p:sp>
      <p:sp>
        <p:nvSpPr>
          <p:cNvPr id="17411" name="Text Box 2">
            <a:extLst>
              <a:ext uri="{FF2B5EF4-FFF2-40B4-BE49-F238E27FC236}">
                <a16:creationId xmlns:a16="http://schemas.microsoft.com/office/drawing/2014/main" id="{0C932C03-E4B8-4E17-9542-2CD545748B5D}"/>
              </a:ext>
            </a:extLst>
          </p:cNvPr>
          <p:cNvSpPr txBox="1">
            <a:spLocks noChangeArrowheads="1"/>
          </p:cNvSpPr>
          <p:nvPr/>
        </p:nvSpPr>
        <p:spPr bwMode="auto">
          <a:xfrm>
            <a:off x="609600" y="1600200"/>
            <a:ext cx="7010400" cy="39354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2800" dirty="0">
                <a:latin typeface="Tahoma" panose="020B0604030504040204" pitchFamily="34" charset="0"/>
              </a:rPr>
              <a:t>Queue&lt;Integer&gt; queue;</a:t>
            </a:r>
          </a:p>
          <a:p>
            <a:pPr>
              <a:spcBef>
                <a:spcPct val="0"/>
              </a:spcBef>
              <a:buFontTx/>
              <a:buNone/>
            </a:pPr>
            <a:r>
              <a:rPr lang="en-US" altLang="en-US" sz="2800" dirty="0">
                <a:latin typeface="Tahoma" panose="020B0604030504040204" pitchFamily="34" charset="0"/>
              </a:rPr>
              <a:t>queue = new LinkedList&lt;Integer&gt;();</a:t>
            </a:r>
            <a:br>
              <a:rPr lang="en-US" altLang="en-US" sz="2800" dirty="0">
                <a:latin typeface="Tahoma" panose="020B0604030504040204" pitchFamily="34" charset="0"/>
              </a:rPr>
            </a:br>
            <a:endParaRPr lang="en-US" altLang="en-US" sz="2800" dirty="0">
              <a:latin typeface="Tahoma" panose="020B0604030504040204" pitchFamily="34" charset="0"/>
            </a:endParaRPr>
          </a:p>
          <a:p>
            <a:pPr>
              <a:spcBef>
                <a:spcPct val="0"/>
              </a:spcBef>
              <a:buFontTx/>
              <a:buNone/>
            </a:pPr>
            <a:r>
              <a:rPr lang="en-US" altLang="en-US" sz="2800" dirty="0" err="1">
                <a:latin typeface="Tahoma" panose="020B0604030504040204" pitchFamily="34" charset="0"/>
              </a:rPr>
              <a:t>queue.</a:t>
            </a:r>
            <a:r>
              <a:rPr lang="en-US" altLang="en-US" sz="2800" dirty="0" err="1">
                <a:solidFill>
                  <a:srgbClr val="7030A0"/>
                </a:solidFill>
                <a:latin typeface="Tahoma" panose="020B0604030504040204" pitchFamily="34" charset="0"/>
              </a:rPr>
              <a:t>offer</a:t>
            </a:r>
            <a:r>
              <a:rPr lang="en-US" altLang="en-US" sz="2800" dirty="0">
                <a:solidFill>
                  <a:srgbClr val="7030A0"/>
                </a:solidFill>
                <a:latin typeface="Tahoma" panose="020B0604030504040204" pitchFamily="34" charset="0"/>
              </a:rPr>
              <a:t>(11)</a:t>
            </a:r>
            <a:r>
              <a:rPr lang="en-US" altLang="en-US" sz="2800" dirty="0">
                <a:latin typeface="Tahoma" panose="020B0604030504040204" pitchFamily="34" charset="0"/>
              </a:rPr>
              <a:t>;</a:t>
            </a:r>
          </a:p>
          <a:p>
            <a:pPr>
              <a:spcBef>
                <a:spcPct val="0"/>
              </a:spcBef>
              <a:buFontTx/>
              <a:buNone/>
            </a:pPr>
            <a:r>
              <a:rPr lang="en-US" altLang="en-US" sz="2800" dirty="0" err="1">
                <a:latin typeface="Tahoma" panose="020B0604030504040204" pitchFamily="34" charset="0"/>
              </a:rPr>
              <a:t>queue.</a:t>
            </a:r>
            <a:r>
              <a:rPr lang="en-US" altLang="en-US" sz="2800" dirty="0" err="1">
                <a:solidFill>
                  <a:srgbClr val="7030A0"/>
                </a:solidFill>
                <a:latin typeface="Tahoma" panose="020B0604030504040204" pitchFamily="34" charset="0"/>
              </a:rPr>
              <a:t>offer</a:t>
            </a:r>
            <a:r>
              <a:rPr lang="en-US" altLang="en-US" sz="2800" dirty="0">
                <a:solidFill>
                  <a:srgbClr val="7030A0"/>
                </a:solidFill>
                <a:latin typeface="Tahoma" panose="020B0604030504040204" pitchFamily="34" charset="0"/>
              </a:rPr>
              <a:t>(10)</a:t>
            </a:r>
            <a:r>
              <a:rPr lang="en-US" altLang="en-US" sz="2800" dirty="0">
                <a:latin typeface="Tahoma" panose="020B0604030504040204" pitchFamily="34" charset="0"/>
              </a:rPr>
              <a:t>;</a:t>
            </a:r>
          </a:p>
          <a:p>
            <a:pPr>
              <a:spcBef>
                <a:spcPct val="0"/>
              </a:spcBef>
              <a:buFontTx/>
              <a:buNone/>
            </a:pPr>
            <a:r>
              <a:rPr lang="en-US" altLang="en-US" sz="2800" dirty="0" err="1">
                <a:latin typeface="Tahoma" panose="020B0604030504040204" pitchFamily="34" charset="0"/>
              </a:rPr>
              <a:t>queue.</a:t>
            </a:r>
            <a:r>
              <a:rPr lang="en-US" altLang="en-US" sz="2800" dirty="0" err="1">
                <a:solidFill>
                  <a:srgbClr val="7030A0"/>
                </a:solidFill>
                <a:latin typeface="Tahoma" panose="020B0604030504040204" pitchFamily="34" charset="0"/>
              </a:rPr>
              <a:t>offer</a:t>
            </a:r>
            <a:r>
              <a:rPr lang="en-US" altLang="en-US" sz="2800" dirty="0">
                <a:solidFill>
                  <a:srgbClr val="7030A0"/>
                </a:solidFill>
                <a:latin typeface="Tahoma" panose="020B0604030504040204" pitchFamily="34" charset="0"/>
              </a:rPr>
              <a:t>(7)</a:t>
            </a:r>
            <a:r>
              <a:rPr lang="en-US" altLang="en-US" sz="2800" dirty="0">
                <a:latin typeface="Tahoma" panose="020B0604030504040204" pitchFamily="34" charset="0"/>
              </a:rPr>
              <a:t>;</a:t>
            </a:r>
          </a:p>
          <a:p>
            <a:pPr>
              <a:spcBef>
                <a:spcPct val="0"/>
              </a:spcBef>
              <a:buFontTx/>
              <a:buNone/>
            </a:pPr>
            <a:r>
              <a:rPr lang="en-US" altLang="en-US" sz="2800" dirty="0" err="1">
                <a:latin typeface="Tahoma" panose="020B0604030504040204" pitchFamily="34" charset="0"/>
              </a:rPr>
              <a:t>out.println</a:t>
            </a:r>
            <a:r>
              <a:rPr lang="en-US" altLang="en-US" sz="2800" dirty="0">
                <a:latin typeface="Tahoma" panose="020B0604030504040204" pitchFamily="34" charset="0"/>
              </a:rPr>
              <a:t>(queue);</a:t>
            </a:r>
          </a:p>
          <a:p>
            <a:pPr>
              <a:spcBef>
                <a:spcPct val="0"/>
              </a:spcBef>
              <a:buFontTx/>
              <a:buNone/>
            </a:pPr>
            <a:endParaRPr lang="en-US" altLang="en-US" sz="2800" dirty="0">
              <a:latin typeface="Tahoma" panose="020B0604030504040204" pitchFamily="34" charset="0"/>
            </a:endParaRPr>
          </a:p>
          <a:p>
            <a:pPr>
              <a:spcBef>
                <a:spcPct val="0"/>
              </a:spcBef>
              <a:buFontTx/>
              <a:buNone/>
            </a:pPr>
            <a:endParaRPr lang="en-US" altLang="en-US" sz="2800" dirty="0">
              <a:latin typeface="Tahoma" panose="020B0604030504040204" pitchFamily="34" charset="0"/>
            </a:endParaRPr>
          </a:p>
        </p:txBody>
      </p:sp>
      <p:sp>
        <p:nvSpPr>
          <p:cNvPr id="17413" name="Text Box 4">
            <a:extLst>
              <a:ext uri="{FF2B5EF4-FFF2-40B4-BE49-F238E27FC236}">
                <a16:creationId xmlns:a16="http://schemas.microsoft.com/office/drawing/2014/main" id="{3AAC7A23-844C-49B7-8CA3-8A9E41272F74}"/>
              </a:ext>
            </a:extLst>
          </p:cNvPr>
          <p:cNvSpPr txBox="1">
            <a:spLocks noChangeArrowheads="1"/>
          </p:cNvSpPr>
          <p:nvPr/>
        </p:nvSpPr>
        <p:spPr bwMode="auto">
          <a:xfrm>
            <a:off x="5486400" y="3429000"/>
            <a:ext cx="2362200" cy="1323975"/>
          </a:xfrm>
          <a:prstGeom prst="rect">
            <a:avLst/>
          </a:prstGeom>
          <a:noFill/>
          <a:ln w="12700">
            <a:solidFill>
              <a:srgbClr val="993300"/>
            </a:solidFill>
            <a:miter lim="800000"/>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50000"/>
              </a:spcBef>
              <a:buFontTx/>
              <a:buNone/>
            </a:pPr>
            <a:r>
              <a:rPr lang="en-US" altLang="en-US" u="sng">
                <a:solidFill>
                  <a:srgbClr val="FF0000"/>
                </a:solidFill>
                <a:latin typeface="Tahoma" panose="020B0604030504040204" pitchFamily="34" charset="0"/>
              </a:rPr>
              <a:t>OUTPUT</a:t>
            </a:r>
          </a:p>
          <a:p>
            <a:pPr>
              <a:spcBef>
                <a:spcPct val="50000"/>
              </a:spcBef>
              <a:buFontTx/>
              <a:buNone/>
            </a:pPr>
            <a:r>
              <a:rPr lang="en-US" altLang="en-US">
                <a:latin typeface="Tahoma" panose="020B0604030504040204" pitchFamily="34" charset="0"/>
              </a:rPr>
              <a:t>[11, 10, 7]</a:t>
            </a:r>
          </a:p>
        </p:txBody>
      </p:sp>
      <p:sp>
        <p:nvSpPr>
          <p:cNvPr id="2" name="Rectangle 1">
            <a:extLst>
              <a:ext uri="{FF2B5EF4-FFF2-40B4-BE49-F238E27FC236}">
                <a16:creationId xmlns:a16="http://schemas.microsoft.com/office/drawing/2014/main" id="{C6A1D32D-19F6-C4CD-4F45-4C644F33C676}"/>
              </a:ext>
            </a:extLst>
          </p:cNvPr>
          <p:cNvSpPr/>
          <p:nvPr/>
        </p:nvSpPr>
        <p:spPr>
          <a:xfrm>
            <a:off x="3296651" y="287248"/>
            <a:ext cx="2550698" cy="1200329"/>
          </a:xfrm>
          <a:prstGeom prst="rect">
            <a:avLst/>
          </a:prstGeom>
          <a:noFill/>
        </p:spPr>
        <p:txBody>
          <a:bodyPr wrap="none" lIns="91440" tIns="45720" rIns="91440" bIns="45720">
            <a:spAutoFit/>
          </a:bodyPr>
          <a:lstStyle/>
          <a:p>
            <a:pPr algn="ctr"/>
            <a:r>
              <a:rPr lang="en-US" sz="7200" b="1" cap="none" spc="0" dirty="0">
                <a:ln w="12700" cmpd="sng">
                  <a:solidFill>
                    <a:schemeClr val="accent4"/>
                  </a:solidFill>
                  <a:prstDash val="solid"/>
                </a:ln>
                <a:solidFill>
                  <a:srgbClr val="7030A0"/>
                </a:solidFill>
                <a:effectLst/>
              </a:rPr>
              <a:t>Offer</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Footer Placeholder 3">
            <a:extLst>
              <a:ext uri="{FF2B5EF4-FFF2-40B4-BE49-F238E27FC236}">
                <a16:creationId xmlns:a16="http://schemas.microsoft.com/office/drawing/2014/main" id="{24050E44-514D-4C17-B981-BD2056ACC138}"/>
              </a:ext>
            </a:extLst>
          </p:cNvPr>
          <p:cNvSpPr>
            <a:spLocks noGrp="1"/>
          </p:cNvSpPr>
          <p:nvPr>
            <p:ph type="ftr" sz="quarter" idx="12"/>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endParaRPr lang="en-US" altLang="en-US" sz="800" b="1"/>
          </a:p>
          <a:p>
            <a:pPr>
              <a:spcBef>
                <a:spcPct val="0"/>
              </a:spcBef>
              <a:buFontTx/>
              <a:buNone/>
            </a:pPr>
            <a:endParaRPr lang="en-US" altLang="en-US" sz="800">
              <a:latin typeface="Tahoma" panose="020B0604030504040204" pitchFamily="34" charset="0"/>
            </a:endParaRPr>
          </a:p>
          <a:p>
            <a:pPr>
              <a:spcBef>
                <a:spcPct val="0"/>
              </a:spcBef>
              <a:buFontTx/>
              <a:buNone/>
            </a:pPr>
            <a:endParaRPr lang="en-US" altLang="en-US" sz="800" b="1">
              <a:latin typeface="Tahoma" panose="020B0604030504040204" pitchFamily="34" charset="0"/>
            </a:endParaRPr>
          </a:p>
          <a:p>
            <a:pPr>
              <a:spcBef>
                <a:spcPct val="0"/>
              </a:spcBef>
              <a:buFontTx/>
              <a:buNone/>
            </a:pPr>
            <a:r>
              <a:rPr lang="en-US" altLang="en-US" sz="800" b="1">
                <a:latin typeface="Tahoma" panose="020B0604030504040204" pitchFamily="34" charset="0"/>
              </a:rPr>
              <a:t>© A+ Computer Science  -  www.apluscompsci.com</a:t>
            </a:r>
          </a:p>
        </p:txBody>
      </p:sp>
      <p:sp>
        <p:nvSpPr>
          <p:cNvPr id="18435" name="Text Box 8">
            <a:extLst>
              <a:ext uri="{FF2B5EF4-FFF2-40B4-BE49-F238E27FC236}">
                <a16:creationId xmlns:a16="http://schemas.microsoft.com/office/drawing/2014/main" id="{7D1EAB0E-F203-42C9-A7DE-AFF155D0155C}"/>
              </a:ext>
            </a:extLst>
          </p:cNvPr>
          <p:cNvSpPr txBox="1">
            <a:spLocks noChangeArrowheads="1"/>
          </p:cNvSpPr>
          <p:nvPr/>
        </p:nvSpPr>
        <p:spPr bwMode="auto">
          <a:xfrm>
            <a:off x="609600" y="1600200"/>
            <a:ext cx="7010400" cy="43624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2800" dirty="0">
                <a:latin typeface="Tahoma" panose="020B0604030504040204" pitchFamily="34" charset="0"/>
              </a:rPr>
              <a:t>Queue&lt;Integer&gt; queue;</a:t>
            </a:r>
          </a:p>
          <a:p>
            <a:pPr>
              <a:spcBef>
                <a:spcPct val="0"/>
              </a:spcBef>
              <a:buFontTx/>
              <a:buNone/>
            </a:pPr>
            <a:r>
              <a:rPr lang="en-US" altLang="en-US" sz="2800" dirty="0">
                <a:latin typeface="Tahoma" panose="020B0604030504040204" pitchFamily="34" charset="0"/>
              </a:rPr>
              <a:t>queue = new LinkedList&lt;Integer&gt;();</a:t>
            </a:r>
            <a:br>
              <a:rPr lang="en-US" altLang="en-US" sz="2800" dirty="0">
                <a:latin typeface="Tahoma" panose="020B0604030504040204" pitchFamily="34" charset="0"/>
              </a:rPr>
            </a:br>
            <a:endParaRPr lang="en-US" altLang="en-US" sz="2800" dirty="0">
              <a:latin typeface="Tahoma" panose="020B0604030504040204" pitchFamily="34" charset="0"/>
            </a:endParaRPr>
          </a:p>
          <a:p>
            <a:pPr>
              <a:spcBef>
                <a:spcPct val="0"/>
              </a:spcBef>
              <a:buFontTx/>
              <a:buNone/>
            </a:pPr>
            <a:r>
              <a:rPr lang="en-US" altLang="en-US" sz="2800" dirty="0" err="1">
                <a:latin typeface="Tahoma" panose="020B0604030504040204" pitchFamily="34" charset="0"/>
              </a:rPr>
              <a:t>queue.</a:t>
            </a:r>
            <a:r>
              <a:rPr lang="en-US" altLang="en-US" sz="2800" dirty="0" err="1">
                <a:solidFill>
                  <a:srgbClr val="7030A0"/>
                </a:solidFill>
                <a:latin typeface="Tahoma" panose="020B0604030504040204" pitchFamily="34" charset="0"/>
              </a:rPr>
              <a:t>offer</a:t>
            </a:r>
            <a:r>
              <a:rPr lang="en-US" altLang="en-US" sz="2800" dirty="0">
                <a:solidFill>
                  <a:srgbClr val="7030A0"/>
                </a:solidFill>
                <a:latin typeface="Tahoma" panose="020B0604030504040204" pitchFamily="34" charset="0"/>
              </a:rPr>
              <a:t>(11)</a:t>
            </a:r>
            <a:r>
              <a:rPr lang="en-US" altLang="en-US" sz="2800" dirty="0">
                <a:latin typeface="Tahoma" panose="020B0604030504040204" pitchFamily="34" charset="0"/>
              </a:rPr>
              <a:t>;</a:t>
            </a:r>
          </a:p>
          <a:p>
            <a:pPr>
              <a:spcBef>
                <a:spcPct val="0"/>
              </a:spcBef>
              <a:buFontTx/>
              <a:buNone/>
            </a:pPr>
            <a:r>
              <a:rPr lang="en-US" altLang="en-US" sz="2800" dirty="0" err="1">
                <a:latin typeface="Tahoma" panose="020B0604030504040204" pitchFamily="34" charset="0"/>
              </a:rPr>
              <a:t>queue.</a:t>
            </a:r>
            <a:r>
              <a:rPr lang="en-US" altLang="en-US" sz="2800" dirty="0" err="1">
                <a:solidFill>
                  <a:srgbClr val="7030A0"/>
                </a:solidFill>
                <a:latin typeface="Tahoma" panose="020B0604030504040204" pitchFamily="34" charset="0"/>
              </a:rPr>
              <a:t>offer</a:t>
            </a:r>
            <a:r>
              <a:rPr lang="en-US" altLang="en-US" sz="2800" dirty="0">
                <a:solidFill>
                  <a:srgbClr val="7030A0"/>
                </a:solidFill>
                <a:latin typeface="Tahoma" panose="020B0604030504040204" pitchFamily="34" charset="0"/>
              </a:rPr>
              <a:t>(10)</a:t>
            </a:r>
            <a:r>
              <a:rPr lang="en-US" altLang="en-US" sz="2800" dirty="0">
                <a:latin typeface="Tahoma" panose="020B0604030504040204" pitchFamily="34" charset="0"/>
              </a:rPr>
              <a:t>;</a:t>
            </a:r>
          </a:p>
          <a:p>
            <a:pPr>
              <a:spcBef>
                <a:spcPct val="0"/>
              </a:spcBef>
              <a:buFontTx/>
              <a:buNone/>
            </a:pPr>
            <a:r>
              <a:rPr lang="en-US" altLang="en-US" sz="2800" dirty="0" err="1">
                <a:latin typeface="Tahoma" panose="020B0604030504040204" pitchFamily="34" charset="0"/>
              </a:rPr>
              <a:t>queue.</a:t>
            </a:r>
            <a:r>
              <a:rPr lang="en-US" altLang="en-US" sz="2800" dirty="0" err="1">
                <a:solidFill>
                  <a:srgbClr val="7030A0"/>
                </a:solidFill>
                <a:latin typeface="Tahoma" panose="020B0604030504040204" pitchFamily="34" charset="0"/>
              </a:rPr>
              <a:t>offer</a:t>
            </a:r>
            <a:r>
              <a:rPr lang="en-US" altLang="en-US" sz="2800" dirty="0">
                <a:solidFill>
                  <a:srgbClr val="7030A0"/>
                </a:solidFill>
                <a:latin typeface="Tahoma" panose="020B0604030504040204" pitchFamily="34" charset="0"/>
              </a:rPr>
              <a:t>(7)</a:t>
            </a:r>
            <a:r>
              <a:rPr lang="en-US" altLang="en-US" sz="2800" dirty="0">
                <a:latin typeface="Tahoma" panose="020B0604030504040204" pitchFamily="34" charset="0"/>
              </a:rPr>
              <a:t>;</a:t>
            </a:r>
          </a:p>
          <a:p>
            <a:pPr>
              <a:spcBef>
                <a:spcPct val="0"/>
              </a:spcBef>
              <a:buFontTx/>
              <a:buNone/>
            </a:pPr>
            <a:r>
              <a:rPr lang="en-US" altLang="en-US" sz="2800" dirty="0" err="1">
                <a:latin typeface="Tahoma" panose="020B0604030504040204" pitchFamily="34" charset="0"/>
              </a:rPr>
              <a:t>out.println</a:t>
            </a:r>
            <a:r>
              <a:rPr lang="en-US" altLang="en-US" sz="2800" dirty="0">
                <a:latin typeface="Tahoma" panose="020B0604030504040204" pitchFamily="34" charset="0"/>
              </a:rPr>
              <a:t>(</a:t>
            </a:r>
            <a:r>
              <a:rPr lang="en-US" altLang="en-US" sz="2800" dirty="0" err="1">
                <a:latin typeface="Tahoma" panose="020B0604030504040204" pitchFamily="34" charset="0"/>
              </a:rPr>
              <a:t>queue.</a:t>
            </a:r>
            <a:r>
              <a:rPr lang="en-US" altLang="en-US" sz="2800" dirty="0" err="1">
                <a:solidFill>
                  <a:srgbClr val="7030A0"/>
                </a:solidFill>
                <a:latin typeface="Tahoma" panose="020B0604030504040204" pitchFamily="34" charset="0"/>
              </a:rPr>
              <a:t>poll</a:t>
            </a:r>
            <a:r>
              <a:rPr lang="en-US" altLang="en-US" sz="2800" dirty="0">
                <a:solidFill>
                  <a:srgbClr val="7030A0"/>
                </a:solidFill>
                <a:latin typeface="Tahoma" panose="020B0604030504040204" pitchFamily="34" charset="0"/>
              </a:rPr>
              <a:t>()</a:t>
            </a:r>
            <a:r>
              <a:rPr lang="en-US" altLang="en-US" sz="2800" dirty="0">
                <a:latin typeface="Tahoma" panose="020B0604030504040204" pitchFamily="34" charset="0"/>
              </a:rPr>
              <a:t>);</a:t>
            </a:r>
          </a:p>
          <a:p>
            <a:pPr>
              <a:spcBef>
                <a:spcPct val="0"/>
              </a:spcBef>
              <a:buFontTx/>
              <a:buNone/>
            </a:pPr>
            <a:r>
              <a:rPr lang="en-US" altLang="en-US" sz="2800" dirty="0" err="1">
                <a:latin typeface="Tahoma" panose="020B0604030504040204" pitchFamily="34" charset="0"/>
              </a:rPr>
              <a:t>out.println</a:t>
            </a:r>
            <a:r>
              <a:rPr lang="en-US" altLang="en-US" sz="2800" dirty="0">
                <a:latin typeface="Tahoma" panose="020B0604030504040204" pitchFamily="34" charset="0"/>
              </a:rPr>
              <a:t>(queue);</a:t>
            </a:r>
          </a:p>
          <a:p>
            <a:pPr>
              <a:spcBef>
                <a:spcPct val="0"/>
              </a:spcBef>
              <a:buFontTx/>
              <a:buNone/>
            </a:pPr>
            <a:endParaRPr lang="en-US" altLang="en-US" sz="2800" dirty="0">
              <a:latin typeface="Tahoma" panose="020B0604030504040204" pitchFamily="34" charset="0"/>
            </a:endParaRPr>
          </a:p>
          <a:p>
            <a:pPr>
              <a:spcBef>
                <a:spcPct val="0"/>
              </a:spcBef>
              <a:buFontTx/>
              <a:buNone/>
            </a:pPr>
            <a:endParaRPr lang="en-US" altLang="en-US" sz="2800" dirty="0">
              <a:latin typeface="Tahoma" panose="020B0604030504040204" pitchFamily="34" charset="0"/>
            </a:endParaRPr>
          </a:p>
        </p:txBody>
      </p:sp>
      <p:sp>
        <p:nvSpPr>
          <p:cNvPr id="18437" name="Text Box 10">
            <a:extLst>
              <a:ext uri="{FF2B5EF4-FFF2-40B4-BE49-F238E27FC236}">
                <a16:creationId xmlns:a16="http://schemas.microsoft.com/office/drawing/2014/main" id="{BC907752-436D-4C8E-9EF7-5976C6352934}"/>
              </a:ext>
            </a:extLst>
          </p:cNvPr>
          <p:cNvSpPr txBox="1">
            <a:spLocks noChangeArrowheads="1"/>
          </p:cNvSpPr>
          <p:nvPr/>
        </p:nvSpPr>
        <p:spPr bwMode="auto">
          <a:xfrm>
            <a:off x="6009861" y="3390934"/>
            <a:ext cx="1905000" cy="1811338"/>
          </a:xfrm>
          <a:prstGeom prst="rect">
            <a:avLst/>
          </a:prstGeom>
          <a:noFill/>
          <a:ln w="12700">
            <a:solidFill>
              <a:srgbClr val="993300"/>
            </a:solidFill>
            <a:miter lim="800000"/>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50000"/>
              </a:spcBef>
              <a:buFontTx/>
              <a:buNone/>
            </a:pPr>
            <a:r>
              <a:rPr lang="en-US" altLang="en-US" u="sng">
                <a:solidFill>
                  <a:srgbClr val="FF0000"/>
                </a:solidFill>
                <a:latin typeface="Tahoma" panose="020B0604030504040204" pitchFamily="34" charset="0"/>
              </a:rPr>
              <a:t>OUTPUT</a:t>
            </a:r>
          </a:p>
          <a:p>
            <a:pPr>
              <a:spcBef>
                <a:spcPct val="50000"/>
              </a:spcBef>
              <a:buFontTx/>
              <a:buNone/>
            </a:pPr>
            <a:r>
              <a:rPr lang="en-US" altLang="en-US">
                <a:latin typeface="Tahoma" panose="020B0604030504040204" pitchFamily="34" charset="0"/>
              </a:rPr>
              <a:t>11</a:t>
            </a:r>
            <a:br>
              <a:rPr lang="en-US" altLang="en-US">
                <a:latin typeface="Tahoma" panose="020B0604030504040204" pitchFamily="34" charset="0"/>
              </a:rPr>
            </a:br>
            <a:r>
              <a:rPr lang="en-US" altLang="en-US">
                <a:latin typeface="Tahoma" panose="020B0604030504040204" pitchFamily="34" charset="0"/>
              </a:rPr>
              <a:t>[10, 7]</a:t>
            </a:r>
          </a:p>
        </p:txBody>
      </p:sp>
      <p:sp>
        <p:nvSpPr>
          <p:cNvPr id="2" name="Rectangle 1">
            <a:extLst>
              <a:ext uri="{FF2B5EF4-FFF2-40B4-BE49-F238E27FC236}">
                <a16:creationId xmlns:a16="http://schemas.microsoft.com/office/drawing/2014/main" id="{9E508E08-A9A7-2B2D-08F6-742A70CB4AAC}"/>
              </a:ext>
            </a:extLst>
          </p:cNvPr>
          <p:cNvSpPr/>
          <p:nvPr/>
        </p:nvSpPr>
        <p:spPr>
          <a:xfrm>
            <a:off x="3516262" y="152400"/>
            <a:ext cx="2111475" cy="1323439"/>
          </a:xfrm>
          <a:prstGeom prst="rect">
            <a:avLst/>
          </a:prstGeom>
          <a:noFill/>
        </p:spPr>
        <p:txBody>
          <a:bodyPr wrap="none" lIns="91440" tIns="45720" rIns="91440" bIns="45720">
            <a:spAutoFit/>
          </a:bodyPr>
          <a:lstStyle/>
          <a:p>
            <a:pPr algn="ctr"/>
            <a:r>
              <a:rPr lang="en-US" sz="8000" b="1" cap="none" spc="0" dirty="0">
                <a:ln w="12700" cmpd="sng">
                  <a:solidFill>
                    <a:schemeClr val="accent4"/>
                  </a:solidFill>
                  <a:prstDash val="solid"/>
                </a:ln>
                <a:solidFill>
                  <a:srgbClr val="7030A0"/>
                </a:solidFill>
                <a:effectLst/>
              </a:rPr>
              <a:t>Poll</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A612BC-704C-1789-B6E4-A4272B055252}"/>
            </a:ext>
          </a:extLst>
        </p:cNvPr>
        <p:cNvGrpSpPr/>
        <p:nvPr/>
      </p:nvGrpSpPr>
      <p:grpSpPr>
        <a:xfrm>
          <a:off x="0" y="0"/>
          <a:ext cx="0" cy="0"/>
          <a:chOff x="0" y="0"/>
          <a:chExt cx="0" cy="0"/>
        </a:xfrm>
      </p:grpSpPr>
      <p:sp>
        <p:nvSpPr>
          <p:cNvPr id="20482" name="Footer Placeholder 3">
            <a:extLst>
              <a:ext uri="{FF2B5EF4-FFF2-40B4-BE49-F238E27FC236}">
                <a16:creationId xmlns:a16="http://schemas.microsoft.com/office/drawing/2014/main" id="{7AFEEAF9-3AD2-11CD-1225-A7907AD9C88F}"/>
              </a:ext>
            </a:extLst>
          </p:cNvPr>
          <p:cNvSpPr>
            <a:spLocks noGrp="1"/>
          </p:cNvSpPr>
          <p:nvPr>
            <p:ph type="ftr" sz="quarter" idx="12"/>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endParaRPr lang="en-US" altLang="en-US" sz="800" b="1"/>
          </a:p>
          <a:p>
            <a:pPr>
              <a:spcBef>
                <a:spcPct val="0"/>
              </a:spcBef>
              <a:buFontTx/>
              <a:buNone/>
            </a:pPr>
            <a:endParaRPr lang="en-US" altLang="en-US" sz="800">
              <a:latin typeface="Tahoma" panose="020B0604030504040204" pitchFamily="34" charset="0"/>
            </a:endParaRPr>
          </a:p>
          <a:p>
            <a:pPr>
              <a:spcBef>
                <a:spcPct val="0"/>
              </a:spcBef>
              <a:buFontTx/>
              <a:buNone/>
            </a:pPr>
            <a:endParaRPr lang="en-US" altLang="en-US" sz="800" b="1">
              <a:latin typeface="Tahoma" panose="020B0604030504040204" pitchFamily="34" charset="0"/>
            </a:endParaRPr>
          </a:p>
          <a:p>
            <a:pPr>
              <a:spcBef>
                <a:spcPct val="0"/>
              </a:spcBef>
              <a:buFontTx/>
              <a:buNone/>
            </a:pPr>
            <a:r>
              <a:rPr lang="en-US" altLang="en-US" sz="800" b="1">
                <a:latin typeface="Tahoma" panose="020B0604030504040204" pitchFamily="34" charset="0"/>
              </a:rPr>
              <a:t>© A+ Computer Science  -  www.apluscompsci.com</a:t>
            </a:r>
          </a:p>
        </p:txBody>
      </p:sp>
      <p:sp>
        <p:nvSpPr>
          <p:cNvPr id="20483" name="Text Box 2">
            <a:extLst>
              <a:ext uri="{FF2B5EF4-FFF2-40B4-BE49-F238E27FC236}">
                <a16:creationId xmlns:a16="http://schemas.microsoft.com/office/drawing/2014/main" id="{41FFF0DA-BA29-216F-E957-4DA73CFE6896}"/>
              </a:ext>
            </a:extLst>
          </p:cNvPr>
          <p:cNvSpPr txBox="1">
            <a:spLocks noChangeArrowheads="1"/>
          </p:cNvSpPr>
          <p:nvPr/>
        </p:nvSpPr>
        <p:spPr bwMode="auto">
          <a:xfrm>
            <a:off x="609600" y="1600200"/>
            <a:ext cx="7010400" cy="47894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2800" dirty="0">
                <a:latin typeface="Tahoma" panose="020B0604030504040204" pitchFamily="34" charset="0"/>
              </a:rPr>
              <a:t>Queue&lt;Integer&gt; queue;</a:t>
            </a:r>
          </a:p>
          <a:p>
            <a:pPr>
              <a:spcBef>
                <a:spcPct val="0"/>
              </a:spcBef>
              <a:buFontTx/>
              <a:buNone/>
            </a:pPr>
            <a:r>
              <a:rPr lang="en-US" altLang="en-US" sz="2800" dirty="0">
                <a:latin typeface="Tahoma" panose="020B0604030504040204" pitchFamily="34" charset="0"/>
              </a:rPr>
              <a:t>queue = new LinkedList&lt;Integer&gt;();</a:t>
            </a:r>
          </a:p>
          <a:p>
            <a:pPr>
              <a:spcBef>
                <a:spcPct val="0"/>
              </a:spcBef>
              <a:buFontTx/>
              <a:buNone/>
            </a:pPr>
            <a:r>
              <a:rPr lang="en-US" altLang="en-US" sz="2800" dirty="0" err="1">
                <a:latin typeface="Tahoma" panose="020B0604030504040204" pitchFamily="34" charset="0"/>
              </a:rPr>
              <a:t>queue.</a:t>
            </a:r>
            <a:r>
              <a:rPr lang="en-US" altLang="en-US" sz="2800" dirty="0" err="1">
                <a:solidFill>
                  <a:srgbClr val="7030A0"/>
                </a:solidFill>
                <a:latin typeface="Tahoma" panose="020B0604030504040204" pitchFamily="34" charset="0"/>
              </a:rPr>
              <a:t>offer</a:t>
            </a:r>
            <a:r>
              <a:rPr lang="en-US" altLang="en-US" sz="2800" dirty="0">
                <a:solidFill>
                  <a:srgbClr val="7030A0"/>
                </a:solidFill>
                <a:latin typeface="Tahoma" panose="020B0604030504040204" pitchFamily="34" charset="0"/>
              </a:rPr>
              <a:t>(11)</a:t>
            </a:r>
            <a:r>
              <a:rPr lang="en-US" altLang="en-US" sz="2800" dirty="0">
                <a:latin typeface="Tahoma" panose="020B0604030504040204" pitchFamily="34" charset="0"/>
              </a:rPr>
              <a:t>;</a:t>
            </a:r>
          </a:p>
          <a:p>
            <a:pPr>
              <a:spcBef>
                <a:spcPct val="0"/>
              </a:spcBef>
              <a:buFontTx/>
              <a:buNone/>
            </a:pPr>
            <a:r>
              <a:rPr lang="en-US" altLang="en-US" sz="2800" dirty="0" err="1">
                <a:latin typeface="Tahoma" panose="020B0604030504040204" pitchFamily="34" charset="0"/>
              </a:rPr>
              <a:t>queue.</a:t>
            </a:r>
            <a:r>
              <a:rPr lang="en-US" altLang="en-US" sz="2800" dirty="0" err="1">
                <a:solidFill>
                  <a:srgbClr val="7030A0"/>
                </a:solidFill>
                <a:latin typeface="Tahoma" panose="020B0604030504040204" pitchFamily="34" charset="0"/>
              </a:rPr>
              <a:t>offer</a:t>
            </a:r>
            <a:r>
              <a:rPr lang="en-US" altLang="en-US" sz="2800" dirty="0">
                <a:solidFill>
                  <a:srgbClr val="7030A0"/>
                </a:solidFill>
                <a:latin typeface="Tahoma" panose="020B0604030504040204" pitchFamily="34" charset="0"/>
              </a:rPr>
              <a:t>(7)</a:t>
            </a:r>
            <a:r>
              <a:rPr lang="en-US" altLang="en-US" sz="2800" dirty="0">
                <a:latin typeface="Tahoma" panose="020B0604030504040204" pitchFamily="34" charset="0"/>
              </a:rPr>
              <a:t>;</a:t>
            </a:r>
          </a:p>
          <a:p>
            <a:pPr>
              <a:spcBef>
                <a:spcPct val="0"/>
              </a:spcBef>
              <a:buFontTx/>
              <a:buNone/>
            </a:pPr>
            <a:r>
              <a:rPr lang="en-US" altLang="en-US" sz="2800" dirty="0" err="1">
                <a:latin typeface="Tahoma" panose="020B0604030504040204" pitchFamily="34" charset="0"/>
              </a:rPr>
              <a:t>out.println</a:t>
            </a:r>
            <a:r>
              <a:rPr lang="en-US" altLang="en-US" sz="2800" dirty="0">
                <a:latin typeface="Tahoma" panose="020B0604030504040204" pitchFamily="34" charset="0"/>
              </a:rPr>
              <a:t>(queue);</a:t>
            </a:r>
          </a:p>
          <a:p>
            <a:pPr>
              <a:spcBef>
                <a:spcPct val="0"/>
              </a:spcBef>
              <a:buFontTx/>
              <a:buNone/>
            </a:pPr>
            <a:r>
              <a:rPr lang="en-US" altLang="en-US" sz="2800" dirty="0" err="1">
                <a:latin typeface="Tahoma" panose="020B0604030504040204" pitchFamily="34" charset="0"/>
              </a:rPr>
              <a:t>out.println</a:t>
            </a:r>
            <a:r>
              <a:rPr lang="en-US" altLang="en-US" sz="2800" dirty="0">
                <a:latin typeface="Tahoma" panose="020B0604030504040204" pitchFamily="34" charset="0"/>
              </a:rPr>
              <a:t>(</a:t>
            </a:r>
            <a:r>
              <a:rPr lang="en-US" altLang="en-US" sz="2800" dirty="0" err="1">
                <a:latin typeface="Tahoma" panose="020B0604030504040204" pitchFamily="34" charset="0"/>
              </a:rPr>
              <a:t>queue.</a:t>
            </a:r>
            <a:r>
              <a:rPr lang="en-US" altLang="en-US" sz="2800" dirty="0" err="1">
                <a:solidFill>
                  <a:srgbClr val="7030A0"/>
                </a:solidFill>
                <a:latin typeface="Tahoma" panose="020B0604030504040204" pitchFamily="34" charset="0"/>
              </a:rPr>
              <a:t>peek</a:t>
            </a:r>
            <a:r>
              <a:rPr lang="en-US" altLang="en-US" sz="2800" dirty="0">
                <a:solidFill>
                  <a:srgbClr val="7030A0"/>
                </a:solidFill>
                <a:latin typeface="Tahoma" panose="020B0604030504040204" pitchFamily="34" charset="0"/>
              </a:rPr>
              <a:t>()</a:t>
            </a:r>
            <a:r>
              <a:rPr lang="en-US" altLang="en-US" sz="2800" dirty="0">
                <a:latin typeface="Tahoma" panose="020B0604030504040204" pitchFamily="34" charset="0"/>
              </a:rPr>
              <a:t>);</a:t>
            </a:r>
          </a:p>
          <a:p>
            <a:pPr>
              <a:spcBef>
                <a:spcPct val="0"/>
              </a:spcBef>
              <a:buFontTx/>
              <a:buNone/>
            </a:pPr>
            <a:r>
              <a:rPr lang="en-US" altLang="en-US" sz="2800" dirty="0" err="1">
                <a:latin typeface="Tahoma" panose="020B0604030504040204" pitchFamily="34" charset="0"/>
              </a:rPr>
              <a:t>queue.</a:t>
            </a:r>
            <a:r>
              <a:rPr lang="en-US" altLang="en-US" sz="2800" dirty="0" err="1">
                <a:solidFill>
                  <a:srgbClr val="7030A0"/>
                </a:solidFill>
                <a:latin typeface="Tahoma" panose="020B0604030504040204" pitchFamily="34" charset="0"/>
              </a:rPr>
              <a:t>poll</a:t>
            </a:r>
            <a:r>
              <a:rPr lang="en-US" altLang="en-US" sz="2800" dirty="0">
                <a:solidFill>
                  <a:srgbClr val="7030A0"/>
                </a:solidFill>
                <a:latin typeface="Tahoma" panose="020B0604030504040204" pitchFamily="34" charset="0"/>
              </a:rPr>
              <a:t>()</a:t>
            </a:r>
            <a:r>
              <a:rPr lang="en-US" altLang="en-US" sz="2800" dirty="0">
                <a:latin typeface="Tahoma" panose="020B0604030504040204" pitchFamily="34" charset="0"/>
              </a:rPr>
              <a:t>;</a:t>
            </a:r>
          </a:p>
          <a:p>
            <a:pPr>
              <a:spcBef>
                <a:spcPct val="0"/>
              </a:spcBef>
              <a:buFontTx/>
              <a:buNone/>
            </a:pPr>
            <a:r>
              <a:rPr lang="en-US" altLang="en-US" sz="2800" dirty="0" err="1">
                <a:latin typeface="Tahoma" panose="020B0604030504040204" pitchFamily="34" charset="0"/>
              </a:rPr>
              <a:t>out.println</a:t>
            </a:r>
            <a:r>
              <a:rPr lang="en-US" altLang="en-US" sz="2800" dirty="0">
                <a:latin typeface="Tahoma" panose="020B0604030504040204" pitchFamily="34" charset="0"/>
              </a:rPr>
              <a:t>(</a:t>
            </a:r>
            <a:r>
              <a:rPr lang="en-US" altLang="en-US" sz="2800" dirty="0" err="1">
                <a:latin typeface="Tahoma" panose="020B0604030504040204" pitchFamily="34" charset="0"/>
              </a:rPr>
              <a:t>queue.</a:t>
            </a:r>
            <a:r>
              <a:rPr lang="en-US" altLang="en-US" sz="2800" dirty="0" err="1">
                <a:solidFill>
                  <a:srgbClr val="7030A0"/>
                </a:solidFill>
                <a:latin typeface="Tahoma" panose="020B0604030504040204" pitchFamily="34" charset="0"/>
              </a:rPr>
              <a:t>peek</a:t>
            </a:r>
            <a:r>
              <a:rPr lang="en-US" altLang="en-US" sz="2800" dirty="0">
                <a:solidFill>
                  <a:srgbClr val="7030A0"/>
                </a:solidFill>
                <a:latin typeface="Tahoma" panose="020B0604030504040204" pitchFamily="34" charset="0"/>
              </a:rPr>
              <a:t>()</a:t>
            </a:r>
            <a:r>
              <a:rPr lang="en-US" altLang="en-US" sz="2800" dirty="0">
                <a:latin typeface="Tahoma" panose="020B0604030504040204" pitchFamily="34" charset="0"/>
              </a:rPr>
              <a:t>);</a:t>
            </a:r>
          </a:p>
          <a:p>
            <a:pPr>
              <a:spcBef>
                <a:spcPct val="0"/>
              </a:spcBef>
              <a:buFontTx/>
              <a:buNone/>
            </a:pPr>
            <a:r>
              <a:rPr lang="en-US" altLang="en-US" sz="2800" dirty="0" err="1">
                <a:latin typeface="Tahoma" panose="020B0604030504040204" pitchFamily="34" charset="0"/>
              </a:rPr>
              <a:t>queue.</a:t>
            </a:r>
            <a:r>
              <a:rPr lang="en-US" altLang="en-US" sz="2800" dirty="0" err="1">
                <a:solidFill>
                  <a:srgbClr val="7030A0"/>
                </a:solidFill>
                <a:latin typeface="Tahoma" panose="020B0604030504040204" pitchFamily="34" charset="0"/>
              </a:rPr>
              <a:t>poll</a:t>
            </a:r>
            <a:r>
              <a:rPr lang="en-US" altLang="en-US" sz="2800" dirty="0">
                <a:solidFill>
                  <a:srgbClr val="7030A0"/>
                </a:solidFill>
                <a:latin typeface="Tahoma" panose="020B0604030504040204" pitchFamily="34" charset="0"/>
              </a:rPr>
              <a:t>()</a:t>
            </a:r>
            <a:r>
              <a:rPr lang="en-US" altLang="en-US" sz="2800" dirty="0">
                <a:latin typeface="Tahoma" panose="020B0604030504040204" pitchFamily="34" charset="0"/>
              </a:rPr>
              <a:t>;</a:t>
            </a:r>
          </a:p>
          <a:p>
            <a:pPr>
              <a:spcBef>
                <a:spcPct val="0"/>
              </a:spcBef>
              <a:buFontTx/>
              <a:buNone/>
            </a:pPr>
            <a:r>
              <a:rPr lang="en-US" altLang="en-US" sz="2800" dirty="0" err="1">
                <a:latin typeface="Tahoma" panose="020B0604030504040204" pitchFamily="34" charset="0"/>
              </a:rPr>
              <a:t>out.println</a:t>
            </a:r>
            <a:r>
              <a:rPr lang="en-US" altLang="en-US" sz="2800" dirty="0">
                <a:latin typeface="Tahoma" panose="020B0604030504040204" pitchFamily="34" charset="0"/>
              </a:rPr>
              <a:t>(queue);</a:t>
            </a:r>
          </a:p>
          <a:p>
            <a:pPr>
              <a:spcBef>
                <a:spcPct val="0"/>
              </a:spcBef>
              <a:buFontTx/>
              <a:buNone/>
            </a:pPr>
            <a:endParaRPr lang="en-US" altLang="en-US" sz="2800" dirty="0">
              <a:latin typeface="Tahoma" panose="020B0604030504040204" pitchFamily="34" charset="0"/>
            </a:endParaRPr>
          </a:p>
        </p:txBody>
      </p:sp>
      <p:sp>
        <p:nvSpPr>
          <p:cNvPr id="3" name="Text Box 4">
            <a:extLst>
              <a:ext uri="{FF2B5EF4-FFF2-40B4-BE49-F238E27FC236}">
                <a16:creationId xmlns:a16="http://schemas.microsoft.com/office/drawing/2014/main" id="{1D08FC01-CDE4-6DEE-D3F2-CBA22A44CECC}"/>
              </a:ext>
            </a:extLst>
          </p:cNvPr>
          <p:cNvSpPr txBox="1">
            <a:spLocks noChangeArrowheads="1"/>
          </p:cNvSpPr>
          <p:nvPr/>
        </p:nvSpPr>
        <p:spPr bwMode="auto">
          <a:xfrm>
            <a:off x="5715000" y="2849701"/>
            <a:ext cx="1905000" cy="3170099"/>
          </a:xfrm>
          <a:prstGeom prst="rect">
            <a:avLst/>
          </a:prstGeom>
          <a:noFill/>
          <a:ln w="12700">
            <a:solidFill>
              <a:srgbClr val="993300"/>
            </a:solidFill>
            <a:miter lim="800000"/>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50000"/>
              </a:spcBef>
              <a:buFontTx/>
              <a:buNone/>
            </a:pPr>
            <a:r>
              <a:rPr lang="en-US" altLang="en-US" u="sng" dirty="0">
                <a:solidFill>
                  <a:srgbClr val="FF0000"/>
                </a:solidFill>
                <a:latin typeface="Tahoma" panose="020B0604030504040204" pitchFamily="34" charset="0"/>
              </a:rPr>
              <a:t>OUTPUT</a:t>
            </a:r>
          </a:p>
          <a:p>
            <a:pPr>
              <a:spcBef>
                <a:spcPct val="0"/>
              </a:spcBef>
              <a:buFontTx/>
              <a:buNone/>
            </a:pPr>
            <a:r>
              <a:rPr lang="en-US" altLang="en-US" sz="2800" dirty="0">
                <a:latin typeface="Tahoma" panose="020B0604030504040204" pitchFamily="34" charset="0"/>
              </a:rPr>
              <a:t>[11, 7]</a:t>
            </a:r>
          </a:p>
          <a:p>
            <a:pPr>
              <a:spcBef>
                <a:spcPct val="0"/>
              </a:spcBef>
              <a:buFontTx/>
              <a:buNone/>
            </a:pPr>
            <a:r>
              <a:rPr lang="en-US" altLang="en-US" sz="2800" dirty="0">
                <a:latin typeface="Tahoma" panose="020B0604030504040204" pitchFamily="34" charset="0"/>
              </a:rPr>
              <a:t>11</a:t>
            </a:r>
          </a:p>
          <a:p>
            <a:pPr>
              <a:spcBef>
                <a:spcPct val="0"/>
              </a:spcBef>
              <a:buFontTx/>
              <a:buNone/>
            </a:pPr>
            <a:endParaRPr lang="en-US" altLang="en-US" sz="2800" dirty="0">
              <a:latin typeface="Tahoma" panose="020B0604030504040204" pitchFamily="34" charset="0"/>
            </a:endParaRPr>
          </a:p>
          <a:p>
            <a:pPr>
              <a:spcBef>
                <a:spcPct val="0"/>
              </a:spcBef>
              <a:buFontTx/>
              <a:buNone/>
            </a:pPr>
            <a:r>
              <a:rPr lang="en-US" altLang="en-US" sz="2800" dirty="0">
                <a:latin typeface="Tahoma" panose="020B0604030504040204" pitchFamily="34" charset="0"/>
              </a:rPr>
              <a:t>7</a:t>
            </a:r>
          </a:p>
          <a:p>
            <a:pPr>
              <a:spcBef>
                <a:spcPct val="0"/>
              </a:spcBef>
              <a:buFontTx/>
              <a:buNone/>
            </a:pPr>
            <a:endParaRPr lang="en-US" altLang="en-US" sz="2800" dirty="0">
              <a:latin typeface="Tahoma" panose="020B0604030504040204" pitchFamily="34" charset="0"/>
            </a:endParaRPr>
          </a:p>
          <a:p>
            <a:pPr>
              <a:spcBef>
                <a:spcPct val="0"/>
              </a:spcBef>
              <a:buFontTx/>
              <a:buNone/>
            </a:pPr>
            <a:r>
              <a:rPr lang="en-US" altLang="en-US" sz="2800" dirty="0">
                <a:latin typeface="Tahoma" panose="020B0604030504040204" pitchFamily="34" charset="0"/>
              </a:rPr>
              <a:t>[]</a:t>
            </a:r>
          </a:p>
        </p:txBody>
      </p:sp>
      <p:sp>
        <p:nvSpPr>
          <p:cNvPr id="4" name="Rectangle 3">
            <a:extLst>
              <a:ext uri="{FF2B5EF4-FFF2-40B4-BE49-F238E27FC236}">
                <a16:creationId xmlns:a16="http://schemas.microsoft.com/office/drawing/2014/main" id="{6F974A36-F990-E8E1-467A-826BEE0B76CF}"/>
              </a:ext>
            </a:extLst>
          </p:cNvPr>
          <p:cNvSpPr/>
          <p:nvPr/>
        </p:nvSpPr>
        <p:spPr>
          <a:xfrm>
            <a:off x="1363429" y="268625"/>
            <a:ext cx="6417141" cy="1015663"/>
          </a:xfrm>
          <a:prstGeom prst="rect">
            <a:avLst/>
          </a:prstGeom>
          <a:noFill/>
        </p:spPr>
        <p:txBody>
          <a:bodyPr wrap="none" lIns="91440" tIns="45720" rIns="91440" bIns="45720">
            <a:spAutoFit/>
          </a:bodyPr>
          <a:lstStyle/>
          <a:p>
            <a:pPr algn="ctr"/>
            <a:r>
              <a:rPr lang="en-US" sz="6000" b="1" cap="none" spc="0" dirty="0">
                <a:ln w="12700" cmpd="sng">
                  <a:solidFill>
                    <a:schemeClr val="accent4"/>
                  </a:solidFill>
                  <a:prstDash val="solid"/>
                </a:ln>
                <a:solidFill>
                  <a:srgbClr val="7030A0"/>
                </a:solidFill>
                <a:effectLst/>
              </a:rPr>
              <a:t>Offer, Poll, Peek</a:t>
            </a:r>
          </a:p>
        </p:txBody>
      </p:sp>
    </p:spTree>
    <p:extLst>
      <p:ext uri="{BB962C8B-B14F-4D97-AF65-F5344CB8AC3E}">
        <p14:creationId xmlns:p14="http://schemas.microsoft.com/office/powerpoint/2010/main" val="292087519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Footer Placeholder 3">
            <a:extLst>
              <a:ext uri="{FF2B5EF4-FFF2-40B4-BE49-F238E27FC236}">
                <a16:creationId xmlns:a16="http://schemas.microsoft.com/office/drawing/2014/main" id="{A0FF5959-35D1-42DE-B6BC-D6B39DC4478D}"/>
              </a:ext>
            </a:extLst>
          </p:cNvPr>
          <p:cNvSpPr>
            <a:spLocks noGrp="1"/>
          </p:cNvSpPr>
          <p:nvPr>
            <p:ph type="ftr" sz="quarter" idx="12"/>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endParaRPr lang="en-US" altLang="en-US" sz="800" b="1"/>
          </a:p>
          <a:p>
            <a:pPr>
              <a:spcBef>
                <a:spcPct val="0"/>
              </a:spcBef>
              <a:buFontTx/>
              <a:buNone/>
            </a:pPr>
            <a:endParaRPr lang="en-US" altLang="en-US" sz="800">
              <a:latin typeface="Tahoma" panose="020B0604030504040204" pitchFamily="34" charset="0"/>
            </a:endParaRPr>
          </a:p>
          <a:p>
            <a:pPr>
              <a:spcBef>
                <a:spcPct val="0"/>
              </a:spcBef>
              <a:buFontTx/>
              <a:buNone/>
            </a:pPr>
            <a:endParaRPr lang="en-US" altLang="en-US" sz="800" b="1">
              <a:latin typeface="Tahoma" panose="020B0604030504040204" pitchFamily="34" charset="0"/>
            </a:endParaRPr>
          </a:p>
          <a:p>
            <a:pPr>
              <a:spcBef>
                <a:spcPct val="0"/>
              </a:spcBef>
              <a:buFontTx/>
              <a:buNone/>
            </a:pPr>
            <a:r>
              <a:rPr lang="en-US" altLang="en-US" sz="800" b="1">
                <a:latin typeface="Tahoma" panose="020B0604030504040204" pitchFamily="34" charset="0"/>
              </a:rPr>
              <a:t>© A+ Computer Science  -  www.apluscompsci.com</a:t>
            </a:r>
          </a:p>
        </p:txBody>
      </p:sp>
      <p:sp>
        <p:nvSpPr>
          <p:cNvPr id="22531" name="Text Box 2">
            <a:extLst>
              <a:ext uri="{FF2B5EF4-FFF2-40B4-BE49-F238E27FC236}">
                <a16:creationId xmlns:a16="http://schemas.microsoft.com/office/drawing/2014/main" id="{3B0D712E-5068-4E3A-B198-086AD647D6BD}"/>
              </a:ext>
            </a:extLst>
          </p:cNvPr>
          <p:cNvSpPr txBox="1">
            <a:spLocks noChangeArrowheads="1"/>
          </p:cNvSpPr>
          <p:nvPr/>
        </p:nvSpPr>
        <p:spPr bwMode="auto">
          <a:xfrm>
            <a:off x="609600" y="1600200"/>
            <a:ext cx="7010400" cy="47894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2800" dirty="0">
                <a:latin typeface="Tahoma" panose="020B0604030504040204" pitchFamily="34" charset="0"/>
              </a:rPr>
              <a:t>Queue&lt;Integer&gt; queue;</a:t>
            </a:r>
          </a:p>
          <a:p>
            <a:pPr>
              <a:spcBef>
                <a:spcPct val="0"/>
              </a:spcBef>
              <a:buFontTx/>
              <a:buNone/>
            </a:pPr>
            <a:r>
              <a:rPr lang="en-US" altLang="en-US" sz="2800" dirty="0">
                <a:latin typeface="Tahoma" panose="020B0604030504040204" pitchFamily="34" charset="0"/>
              </a:rPr>
              <a:t>queue = new LinkedList&lt;Integer&gt;();</a:t>
            </a:r>
          </a:p>
          <a:p>
            <a:pPr>
              <a:spcBef>
                <a:spcPct val="0"/>
              </a:spcBef>
              <a:buFontTx/>
              <a:buNone/>
            </a:pPr>
            <a:r>
              <a:rPr lang="en-US" altLang="en-US" sz="2800" dirty="0" err="1">
                <a:latin typeface="Tahoma" panose="020B0604030504040204" pitchFamily="34" charset="0"/>
              </a:rPr>
              <a:t>queue.</a:t>
            </a:r>
            <a:r>
              <a:rPr lang="en-US" altLang="en-US" sz="2800" dirty="0" err="1">
                <a:solidFill>
                  <a:srgbClr val="7030A0"/>
                </a:solidFill>
                <a:latin typeface="Tahoma" panose="020B0604030504040204" pitchFamily="34" charset="0"/>
              </a:rPr>
              <a:t>offer</a:t>
            </a:r>
            <a:r>
              <a:rPr lang="en-US" altLang="en-US" sz="2800" dirty="0">
                <a:solidFill>
                  <a:srgbClr val="7030A0"/>
                </a:solidFill>
                <a:latin typeface="Tahoma" panose="020B0604030504040204" pitchFamily="34" charset="0"/>
              </a:rPr>
              <a:t>(11)</a:t>
            </a:r>
            <a:r>
              <a:rPr lang="en-US" altLang="en-US" sz="2800" dirty="0">
                <a:latin typeface="Tahoma" panose="020B0604030504040204" pitchFamily="34" charset="0"/>
              </a:rPr>
              <a:t>;</a:t>
            </a:r>
          </a:p>
          <a:p>
            <a:pPr>
              <a:spcBef>
                <a:spcPct val="0"/>
              </a:spcBef>
              <a:buFontTx/>
              <a:buNone/>
            </a:pPr>
            <a:r>
              <a:rPr lang="en-US" altLang="en-US" sz="2800" dirty="0" err="1">
                <a:latin typeface="Tahoma" panose="020B0604030504040204" pitchFamily="34" charset="0"/>
              </a:rPr>
              <a:t>queue.</a:t>
            </a:r>
            <a:r>
              <a:rPr lang="en-US" altLang="en-US" sz="2800" dirty="0" err="1">
                <a:solidFill>
                  <a:srgbClr val="7030A0"/>
                </a:solidFill>
                <a:latin typeface="Tahoma" panose="020B0604030504040204" pitchFamily="34" charset="0"/>
              </a:rPr>
              <a:t>offer</a:t>
            </a:r>
            <a:r>
              <a:rPr lang="en-US" altLang="en-US" sz="2800" dirty="0">
                <a:solidFill>
                  <a:srgbClr val="7030A0"/>
                </a:solidFill>
                <a:latin typeface="Tahoma" panose="020B0604030504040204" pitchFamily="34" charset="0"/>
              </a:rPr>
              <a:t>(10)</a:t>
            </a:r>
            <a:r>
              <a:rPr lang="en-US" altLang="en-US" sz="2800" dirty="0">
                <a:latin typeface="Tahoma" panose="020B0604030504040204" pitchFamily="34" charset="0"/>
              </a:rPr>
              <a:t>;</a:t>
            </a:r>
          </a:p>
          <a:p>
            <a:pPr>
              <a:spcBef>
                <a:spcPct val="0"/>
              </a:spcBef>
              <a:buFontTx/>
              <a:buNone/>
            </a:pPr>
            <a:r>
              <a:rPr lang="en-US" altLang="en-US" sz="2800" dirty="0" err="1">
                <a:latin typeface="Tahoma" panose="020B0604030504040204" pitchFamily="34" charset="0"/>
              </a:rPr>
              <a:t>queue.</a:t>
            </a:r>
            <a:r>
              <a:rPr lang="en-US" altLang="en-US" sz="2800" dirty="0" err="1">
                <a:solidFill>
                  <a:srgbClr val="7030A0"/>
                </a:solidFill>
                <a:latin typeface="Tahoma" panose="020B0604030504040204" pitchFamily="34" charset="0"/>
              </a:rPr>
              <a:t>offer</a:t>
            </a:r>
            <a:r>
              <a:rPr lang="en-US" altLang="en-US" sz="2800" dirty="0">
                <a:solidFill>
                  <a:srgbClr val="7030A0"/>
                </a:solidFill>
                <a:latin typeface="Tahoma" panose="020B0604030504040204" pitchFamily="34" charset="0"/>
              </a:rPr>
              <a:t>(7)</a:t>
            </a:r>
            <a:r>
              <a:rPr lang="en-US" altLang="en-US" sz="2800" dirty="0">
                <a:latin typeface="Tahoma" panose="020B0604030504040204" pitchFamily="34" charset="0"/>
              </a:rPr>
              <a:t>;</a:t>
            </a:r>
          </a:p>
          <a:p>
            <a:pPr>
              <a:spcBef>
                <a:spcPct val="0"/>
              </a:spcBef>
              <a:buFontTx/>
              <a:buNone/>
            </a:pPr>
            <a:endParaRPr lang="en-US" altLang="en-US" sz="2800" dirty="0">
              <a:latin typeface="Tahoma" panose="020B0604030504040204" pitchFamily="34" charset="0"/>
            </a:endParaRPr>
          </a:p>
          <a:p>
            <a:pPr>
              <a:spcBef>
                <a:spcPct val="0"/>
              </a:spcBef>
              <a:buFontTx/>
              <a:buNone/>
            </a:pPr>
            <a:r>
              <a:rPr lang="en-US" altLang="en-US" sz="2800" dirty="0">
                <a:solidFill>
                  <a:srgbClr val="7030A0"/>
                </a:solidFill>
                <a:latin typeface="Tahoma" panose="020B0604030504040204" pitchFamily="34" charset="0"/>
              </a:rPr>
              <a:t>while(!</a:t>
            </a:r>
            <a:r>
              <a:rPr lang="en-US" altLang="en-US" sz="2800" dirty="0" err="1">
                <a:solidFill>
                  <a:srgbClr val="7030A0"/>
                </a:solidFill>
                <a:latin typeface="Tahoma" panose="020B0604030504040204" pitchFamily="34" charset="0"/>
              </a:rPr>
              <a:t>queue.isEmpty</a:t>
            </a:r>
            <a:r>
              <a:rPr lang="en-US" altLang="en-US" sz="2800" dirty="0">
                <a:solidFill>
                  <a:srgbClr val="7030A0"/>
                </a:solidFill>
                <a:latin typeface="Tahoma" panose="020B0604030504040204" pitchFamily="34" charset="0"/>
              </a:rPr>
              <a:t>())</a:t>
            </a:r>
          </a:p>
          <a:p>
            <a:pPr>
              <a:spcBef>
                <a:spcPct val="0"/>
              </a:spcBef>
              <a:buFontTx/>
              <a:buNone/>
            </a:pPr>
            <a:r>
              <a:rPr lang="en-US" altLang="en-US" sz="2800" dirty="0">
                <a:solidFill>
                  <a:srgbClr val="7030A0"/>
                </a:solidFill>
                <a:latin typeface="Tahoma" panose="020B0604030504040204" pitchFamily="34" charset="0"/>
              </a:rPr>
              <a:t>{</a:t>
            </a:r>
          </a:p>
          <a:p>
            <a:pPr>
              <a:spcBef>
                <a:spcPct val="0"/>
              </a:spcBef>
              <a:buFontTx/>
              <a:buNone/>
            </a:pPr>
            <a:r>
              <a:rPr lang="en-US" altLang="en-US" sz="2800" dirty="0">
                <a:solidFill>
                  <a:srgbClr val="7030A0"/>
                </a:solidFill>
                <a:latin typeface="Tahoma" panose="020B0604030504040204" pitchFamily="34" charset="0"/>
              </a:rPr>
              <a:t>   </a:t>
            </a:r>
            <a:r>
              <a:rPr lang="en-US" altLang="en-US" sz="2800" dirty="0" err="1">
                <a:solidFill>
                  <a:srgbClr val="7030A0"/>
                </a:solidFill>
                <a:latin typeface="Tahoma" panose="020B0604030504040204" pitchFamily="34" charset="0"/>
              </a:rPr>
              <a:t>out.println</a:t>
            </a:r>
            <a:r>
              <a:rPr lang="en-US" altLang="en-US" sz="2800" dirty="0">
                <a:solidFill>
                  <a:srgbClr val="7030A0"/>
                </a:solidFill>
                <a:latin typeface="Tahoma" panose="020B0604030504040204" pitchFamily="34" charset="0"/>
              </a:rPr>
              <a:t>(</a:t>
            </a:r>
            <a:r>
              <a:rPr lang="en-US" altLang="en-US" sz="2800" dirty="0" err="1">
                <a:solidFill>
                  <a:srgbClr val="7030A0"/>
                </a:solidFill>
                <a:latin typeface="Tahoma" panose="020B0604030504040204" pitchFamily="34" charset="0"/>
              </a:rPr>
              <a:t>queue.poll</a:t>
            </a:r>
            <a:r>
              <a:rPr lang="en-US" altLang="en-US" sz="2800" dirty="0">
                <a:solidFill>
                  <a:srgbClr val="7030A0"/>
                </a:solidFill>
                <a:latin typeface="Tahoma" panose="020B0604030504040204" pitchFamily="34" charset="0"/>
              </a:rPr>
              <a:t>());</a:t>
            </a:r>
          </a:p>
          <a:p>
            <a:pPr>
              <a:spcBef>
                <a:spcPct val="0"/>
              </a:spcBef>
              <a:buFontTx/>
              <a:buNone/>
            </a:pPr>
            <a:r>
              <a:rPr lang="en-US" altLang="en-US" sz="2800" dirty="0">
                <a:solidFill>
                  <a:srgbClr val="7030A0"/>
                </a:solidFill>
                <a:latin typeface="Tahoma" panose="020B0604030504040204" pitchFamily="34" charset="0"/>
              </a:rPr>
              <a:t>}</a:t>
            </a:r>
          </a:p>
          <a:p>
            <a:pPr>
              <a:spcBef>
                <a:spcPct val="0"/>
              </a:spcBef>
              <a:buFontTx/>
              <a:buNone/>
            </a:pPr>
            <a:endParaRPr lang="en-US" altLang="en-US" sz="2800" dirty="0">
              <a:latin typeface="Tahoma" panose="020B0604030504040204" pitchFamily="34" charset="0"/>
            </a:endParaRPr>
          </a:p>
        </p:txBody>
      </p:sp>
      <p:sp>
        <p:nvSpPr>
          <p:cNvPr id="22533" name="Text Box 4">
            <a:extLst>
              <a:ext uri="{FF2B5EF4-FFF2-40B4-BE49-F238E27FC236}">
                <a16:creationId xmlns:a16="http://schemas.microsoft.com/office/drawing/2014/main" id="{EB64E244-51D6-4306-9FDD-2B9A5ED9A189}"/>
              </a:ext>
            </a:extLst>
          </p:cNvPr>
          <p:cNvSpPr txBox="1">
            <a:spLocks noChangeArrowheads="1"/>
          </p:cNvSpPr>
          <p:nvPr/>
        </p:nvSpPr>
        <p:spPr bwMode="auto">
          <a:xfrm>
            <a:off x="6934200" y="3200400"/>
            <a:ext cx="1905000" cy="2298700"/>
          </a:xfrm>
          <a:prstGeom prst="rect">
            <a:avLst/>
          </a:prstGeom>
          <a:noFill/>
          <a:ln w="12700">
            <a:solidFill>
              <a:srgbClr val="993300"/>
            </a:solidFill>
            <a:miter lim="800000"/>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50000"/>
              </a:spcBef>
              <a:buFontTx/>
              <a:buNone/>
            </a:pPr>
            <a:r>
              <a:rPr lang="en-US" altLang="en-US" u="sng">
                <a:solidFill>
                  <a:srgbClr val="FF0000"/>
                </a:solidFill>
                <a:latin typeface="Tahoma" panose="020B0604030504040204" pitchFamily="34" charset="0"/>
              </a:rPr>
              <a:t>OUTPUT</a:t>
            </a:r>
          </a:p>
          <a:p>
            <a:pPr algn="ctr">
              <a:spcBef>
                <a:spcPct val="50000"/>
              </a:spcBef>
              <a:buFontTx/>
              <a:buNone/>
            </a:pPr>
            <a:r>
              <a:rPr lang="en-US" altLang="en-US">
                <a:latin typeface="Tahoma" panose="020B0604030504040204" pitchFamily="34" charset="0"/>
              </a:rPr>
              <a:t>11</a:t>
            </a:r>
            <a:br>
              <a:rPr lang="en-US" altLang="en-US">
                <a:latin typeface="Tahoma" panose="020B0604030504040204" pitchFamily="34" charset="0"/>
              </a:rPr>
            </a:br>
            <a:r>
              <a:rPr lang="en-US" altLang="en-US">
                <a:latin typeface="Tahoma" panose="020B0604030504040204" pitchFamily="34" charset="0"/>
              </a:rPr>
              <a:t>10</a:t>
            </a:r>
            <a:br>
              <a:rPr lang="en-US" altLang="en-US">
                <a:latin typeface="Tahoma" panose="020B0604030504040204" pitchFamily="34" charset="0"/>
              </a:rPr>
            </a:br>
            <a:r>
              <a:rPr lang="en-US" altLang="en-US">
                <a:latin typeface="Tahoma" panose="020B0604030504040204" pitchFamily="34" charset="0"/>
              </a:rPr>
              <a:t>7</a:t>
            </a:r>
          </a:p>
        </p:txBody>
      </p:sp>
      <p:sp>
        <p:nvSpPr>
          <p:cNvPr id="3" name="TextBox 2">
            <a:extLst>
              <a:ext uri="{FF2B5EF4-FFF2-40B4-BE49-F238E27FC236}">
                <a16:creationId xmlns:a16="http://schemas.microsoft.com/office/drawing/2014/main" id="{94C700F6-271E-4BD9-98CA-BC252A29EE9F}"/>
              </a:ext>
            </a:extLst>
          </p:cNvPr>
          <p:cNvSpPr txBox="1"/>
          <p:nvPr/>
        </p:nvSpPr>
        <p:spPr>
          <a:xfrm>
            <a:off x="609600" y="76200"/>
            <a:ext cx="7924800" cy="1049711"/>
          </a:xfrm>
          <a:prstGeom prst="rect">
            <a:avLst/>
          </a:prstGeom>
          <a:noFill/>
        </p:spPr>
        <p:txBody>
          <a:bodyPr wrap="square">
            <a:spAutoFit/>
          </a:bodyPr>
          <a:lstStyle/>
          <a:p>
            <a:pPr algn="ctr">
              <a:lnSpc>
                <a:spcPct val="150000"/>
              </a:lnSpc>
            </a:pPr>
            <a:r>
              <a:rPr lang="en-US" sz="4800" b="1" cap="none" spc="0" dirty="0">
                <a:ln w="9525">
                  <a:solidFill>
                    <a:schemeClr val="bg1"/>
                  </a:solidFill>
                  <a:prstDash val="solid"/>
                </a:ln>
                <a:solidFill>
                  <a:srgbClr val="7030A0"/>
                </a:solidFill>
                <a:effectLst>
                  <a:outerShdw blurRad="12700" dist="38100" dir="2700000" algn="tl" rotWithShape="0">
                    <a:schemeClr val="bg1">
                      <a:lumMod val="50000"/>
                    </a:schemeClr>
                  </a:outerShdw>
                </a:effectLst>
              </a:rPr>
              <a:t>Processing a Queue</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Title 1">
            <a:extLst>
              <a:ext uri="{FF2B5EF4-FFF2-40B4-BE49-F238E27FC236}">
                <a16:creationId xmlns:a16="http://schemas.microsoft.com/office/drawing/2014/main" id="{AFEDC19A-734E-7395-10BF-12794FEE1E9E}"/>
              </a:ext>
            </a:extLst>
          </p:cNvPr>
          <p:cNvSpPr>
            <a:spLocks noGrp="1"/>
          </p:cNvSpPr>
          <p:nvPr>
            <p:ph type="title"/>
          </p:nvPr>
        </p:nvSpPr>
        <p:spPr/>
        <p:txBody>
          <a:bodyPr/>
          <a:lstStyle/>
          <a:p>
            <a:pPr eaLnBrk="1" hangingPunct="1"/>
            <a:r>
              <a:rPr lang="en-US" altLang="en-US"/>
              <a:t>Queue idioms</a:t>
            </a:r>
          </a:p>
        </p:txBody>
      </p:sp>
      <p:sp>
        <p:nvSpPr>
          <p:cNvPr id="4" name="Content Placeholder 3">
            <a:extLst>
              <a:ext uri="{FF2B5EF4-FFF2-40B4-BE49-F238E27FC236}">
                <a16:creationId xmlns:a16="http://schemas.microsoft.com/office/drawing/2014/main" id="{D153603D-0083-9AEC-A80D-1DC43E5EBE8A}"/>
              </a:ext>
            </a:extLst>
          </p:cNvPr>
          <p:cNvSpPr>
            <a:spLocks noGrp="1"/>
          </p:cNvSpPr>
          <p:nvPr>
            <p:ph sz="quarter" idx="1"/>
          </p:nvPr>
        </p:nvSpPr>
        <p:spPr>
          <a:xfrm>
            <a:off x="457200" y="1219200"/>
            <a:ext cx="8229600" cy="4937125"/>
          </a:xfrm>
        </p:spPr>
        <p:txBody>
          <a:bodyPr>
            <a:normAutofit/>
          </a:bodyPr>
          <a:lstStyle/>
          <a:p>
            <a:pPr eaLnBrk="1" hangingPunct="1"/>
            <a:r>
              <a:rPr lang="en-US" altLang="en-US" sz="2400"/>
              <a:t>As with stacks, must pull contents out of queue to view them.</a:t>
            </a:r>
            <a:endParaRPr lang="en-US" altLang="en-US" sz="700"/>
          </a:p>
          <a:p>
            <a:pPr lvl="1" eaLnBrk="1" hangingPunct="1">
              <a:buFontTx/>
              <a:buNone/>
            </a:pPr>
            <a:endParaRPr lang="en-US" altLang="en-US" sz="700"/>
          </a:p>
          <a:p>
            <a:pPr lvl="1" eaLnBrk="1" hangingPunct="1">
              <a:lnSpc>
                <a:spcPct val="80000"/>
              </a:lnSpc>
              <a:buFontTx/>
              <a:buNone/>
            </a:pPr>
            <a:r>
              <a:rPr lang="en-US" altLang="en-US" sz="2100">
                <a:latin typeface="Courier New" panose="02070309020205020404" pitchFamily="49" charset="0"/>
              </a:rPr>
              <a:t>	while (!q.isEmpty()) {</a:t>
            </a:r>
          </a:p>
          <a:p>
            <a:pPr lvl="1" eaLnBrk="1" hangingPunct="1">
              <a:lnSpc>
                <a:spcPct val="80000"/>
              </a:lnSpc>
              <a:buFontTx/>
              <a:buNone/>
            </a:pPr>
            <a:r>
              <a:rPr lang="en-US" altLang="en-US" sz="2100">
                <a:latin typeface="Courier New" panose="02070309020205020404" pitchFamily="49" charset="0"/>
              </a:rPr>
              <a:t>	    </a:t>
            </a:r>
            <a:r>
              <a:rPr lang="en-US" altLang="en-US" sz="2100" b="1"/>
              <a:t>do something with</a:t>
            </a:r>
            <a:r>
              <a:rPr lang="en-US" altLang="en-US" sz="2100">
                <a:latin typeface="Courier New" panose="02070309020205020404" pitchFamily="49" charset="0"/>
              </a:rPr>
              <a:t> q.remove();</a:t>
            </a:r>
          </a:p>
          <a:p>
            <a:pPr lvl="1" eaLnBrk="1" hangingPunct="1">
              <a:lnSpc>
                <a:spcPct val="80000"/>
              </a:lnSpc>
              <a:buFontTx/>
              <a:buNone/>
            </a:pPr>
            <a:r>
              <a:rPr lang="en-US" altLang="en-US" sz="2100">
                <a:latin typeface="Courier New" panose="02070309020205020404" pitchFamily="49" charset="0"/>
              </a:rPr>
              <a:t>	}</a:t>
            </a:r>
          </a:p>
          <a:p>
            <a:pPr eaLnBrk="1" hangingPunct="1">
              <a:buFont typeface="Wingdings 3" panose="05040102010807070707" pitchFamily="18" charset="2"/>
              <a:buNone/>
            </a:pPr>
            <a:endParaRPr lang="en-US" altLang="en-US" sz="2400"/>
          </a:p>
          <a:p>
            <a:pPr lvl="1" eaLnBrk="1" hangingPunct="1"/>
            <a:r>
              <a:rPr lang="en-US" altLang="en-US" sz="2100"/>
              <a:t>another idiom: Examining each element exactly once.</a:t>
            </a:r>
          </a:p>
          <a:p>
            <a:pPr lvl="1" eaLnBrk="1" hangingPunct="1">
              <a:buFontTx/>
              <a:buNone/>
            </a:pPr>
            <a:endParaRPr lang="en-US" altLang="en-US" sz="700"/>
          </a:p>
          <a:p>
            <a:pPr lvl="1" eaLnBrk="1" hangingPunct="1">
              <a:lnSpc>
                <a:spcPct val="80000"/>
              </a:lnSpc>
              <a:buFontTx/>
              <a:buNone/>
            </a:pPr>
            <a:r>
              <a:rPr lang="en-US" altLang="en-US" sz="2100">
                <a:latin typeface="Courier New" panose="02070309020205020404" pitchFamily="49" charset="0"/>
              </a:rPr>
              <a:t>	int size = q.size();</a:t>
            </a:r>
          </a:p>
          <a:p>
            <a:pPr lvl="1" eaLnBrk="1" hangingPunct="1">
              <a:lnSpc>
                <a:spcPct val="80000"/>
              </a:lnSpc>
              <a:buFontTx/>
              <a:buNone/>
            </a:pPr>
            <a:r>
              <a:rPr lang="en-US" altLang="en-US" sz="2100">
                <a:latin typeface="Courier New" panose="02070309020205020404" pitchFamily="49" charset="0"/>
              </a:rPr>
              <a:t>	for (int i = 0; i &lt; size; i++) {</a:t>
            </a:r>
          </a:p>
          <a:p>
            <a:pPr lvl="1" eaLnBrk="1" hangingPunct="1">
              <a:lnSpc>
                <a:spcPct val="80000"/>
              </a:lnSpc>
              <a:buFontTx/>
              <a:buNone/>
            </a:pPr>
            <a:r>
              <a:rPr lang="en-US" altLang="en-US" sz="2100">
                <a:latin typeface="Courier New" panose="02070309020205020404" pitchFamily="49" charset="0"/>
              </a:rPr>
              <a:t>	    </a:t>
            </a:r>
            <a:r>
              <a:rPr lang="en-US" altLang="en-US" sz="2100" b="1"/>
              <a:t>do something with</a:t>
            </a:r>
            <a:r>
              <a:rPr lang="en-US" altLang="en-US" sz="2100">
                <a:latin typeface="Courier New" panose="02070309020205020404" pitchFamily="49" charset="0"/>
              </a:rPr>
              <a:t> q.remove();</a:t>
            </a:r>
          </a:p>
          <a:p>
            <a:pPr lvl="1" eaLnBrk="1" hangingPunct="1">
              <a:lnSpc>
                <a:spcPct val="80000"/>
              </a:lnSpc>
              <a:buFontTx/>
              <a:buNone/>
            </a:pPr>
            <a:r>
              <a:rPr lang="en-US" altLang="en-US" sz="2100">
                <a:latin typeface="Courier New" panose="02070309020205020404" pitchFamily="49" charset="0"/>
              </a:rPr>
              <a:t>	    </a:t>
            </a:r>
            <a:r>
              <a:rPr lang="en-US" altLang="en-US" sz="2100"/>
              <a:t>(including possibly re-adding it to the queue)</a:t>
            </a:r>
          </a:p>
          <a:p>
            <a:pPr lvl="1" eaLnBrk="1" hangingPunct="1">
              <a:lnSpc>
                <a:spcPct val="80000"/>
              </a:lnSpc>
              <a:buFontTx/>
              <a:buNone/>
            </a:pPr>
            <a:r>
              <a:rPr lang="en-US" altLang="en-US" sz="2100">
                <a:latin typeface="Courier New" panose="02070309020205020404" pitchFamily="49" charset="0"/>
              </a:rPr>
              <a:t>	}</a:t>
            </a:r>
          </a:p>
          <a:p>
            <a:pPr lvl="1" eaLnBrk="1" hangingPunct="1">
              <a:lnSpc>
                <a:spcPct val="80000"/>
              </a:lnSpc>
              <a:buFontTx/>
              <a:buNone/>
            </a:pPr>
            <a:endParaRPr lang="en-US" altLang="en-US" sz="2100"/>
          </a:p>
          <a:p>
            <a:pPr lvl="2" eaLnBrk="1" hangingPunct="1"/>
            <a:r>
              <a:rPr lang="en-US" altLang="en-US" sz="1900"/>
              <a:t>Why do we need the </a:t>
            </a:r>
            <a:r>
              <a:rPr lang="en-US" altLang="en-US" sz="1900">
                <a:latin typeface="Courier New" panose="02070309020205020404" pitchFamily="49" charset="0"/>
              </a:rPr>
              <a:t>size</a:t>
            </a:r>
            <a:r>
              <a:rPr lang="en-US" altLang="en-US" sz="1900"/>
              <a:t> variable</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6" end="6"/>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4">
                                            <p:txEl>
                                              <p:pRg st="8" end="8"/>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4">
                                            <p:txEl>
                                              <p:pRg st="9" end="9"/>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4">
                                            <p:txEl>
                                              <p:pRg st="10" end="10"/>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4">
                                            <p:txEl>
                                              <p:pRg st="11" end="11"/>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4">
                                            <p:txEl>
                                              <p:pRg st="12" end="12"/>
                                            </p:txEl>
                                          </p:spTgt>
                                        </p:tgtEl>
                                        <p:attrNameLst>
                                          <p:attrName>style.visibility</p:attrName>
                                        </p:attrNameLst>
                                      </p:cBhvr>
                                      <p:to>
                                        <p:strVal val="visible"/>
                                      </p:to>
                                    </p:set>
                                  </p:childTnLst>
                                </p:cTn>
                              </p:par>
                            </p:childTnLst>
                          </p:cTn>
                        </p:par>
                      </p:childTnLst>
                    </p:cTn>
                  </p:par>
                  <p:par>
                    <p:cTn id="17" fill="hold" nodeType="clickPar">
                      <p:stCondLst>
                        <p:cond delay="indefinite"/>
                      </p:stCondLst>
                      <p:childTnLst>
                        <p:par>
                          <p:cTn id="18" fill="hold" nodeType="withGroup">
                            <p:stCondLst>
                              <p:cond delay="0"/>
                            </p:stCondLst>
                            <p:childTnLst>
                              <p:par>
                                <p:cTn id="19" presetID="1" presetClass="entr" presetSubtype="0" fill="hold" nodeType="clickEffect">
                                  <p:stCondLst>
                                    <p:cond delay="0"/>
                                  </p:stCondLst>
                                  <p:childTnLst>
                                    <p:set>
                                      <p:cBhvr>
                                        <p:cTn id="20" dur="1" fill="hold">
                                          <p:stCondLst>
                                            <p:cond delay="0"/>
                                          </p:stCondLst>
                                        </p:cTn>
                                        <p:tgtEl>
                                          <p:spTgt spid="4">
                                            <p:txEl>
                                              <p:pRg st="14" end="1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Table 2">
            <a:extLst>
              <a:ext uri="{FF2B5EF4-FFF2-40B4-BE49-F238E27FC236}">
                <a16:creationId xmlns:a16="http://schemas.microsoft.com/office/drawing/2014/main" id="{8CEDBB03-3C5E-4B3E-BB3F-83683E2D653D}"/>
              </a:ext>
            </a:extLst>
          </p:cNvPr>
          <p:cNvGraphicFramePr>
            <a:graphicFrameLocks noGrp="1"/>
          </p:cNvGraphicFramePr>
          <p:nvPr>
            <p:extLst>
              <p:ext uri="{D42A27DB-BD31-4B8C-83A1-F6EECF244321}">
                <p14:modId xmlns:p14="http://schemas.microsoft.com/office/powerpoint/2010/main" val="4156864139"/>
              </p:ext>
            </p:extLst>
          </p:nvPr>
        </p:nvGraphicFramePr>
        <p:xfrm>
          <a:off x="503767" y="1346335"/>
          <a:ext cx="8288866" cy="2785611"/>
        </p:xfrm>
        <a:graphic>
          <a:graphicData uri="http://schemas.openxmlformats.org/drawingml/2006/table">
            <a:tbl>
              <a:tblPr/>
              <a:tblGrid>
                <a:gridCol w="2006778">
                  <a:extLst>
                    <a:ext uri="{9D8B030D-6E8A-4147-A177-3AD203B41FA5}">
                      <a16:colId xmlns:a16="http://schemas.microsoft.com/office/drawing/2014/main" val="2998549995"/>
                    </a:ext>
                  </a:extLst>
                </a:gridCol>
                <a:gridCol w="3141044">
                  <a:extLst>
                    <a:ext uri="{9D8B030D-6E8A-4147-A177-3AD203B41FA5}">
                      <a16:colId xmlns:a16="http://schemas.microsoft.com/office/drawing/2014/main" val="82292696"/>
                    </a:ext>
                  </a:extLst>
                </a:gridCol>
                <a:gridCol w="3141044">
                  <a:extLst>
                    <a:ext uri="{9D8B030D-6E8A-4147-A177-3AD203B41FA5}">
                      <a16:colId xmlns:a16="http://schemas.microsoft.com/office/drawing/2014/main" val="3046120668"/>
                    </a:ext>
                  </a:extLst>
                </a:gridCol>
              </a:tblGrid>
              <a:tr h="613569">
                <a:tc>
                  <a:txBody>
                    <a:bodyPr/>
                    <a:lstStyle/>
                    <a:p>
                      <a:pPr algn="ctr"/>
                      <a:r>
                        <a:rPr lang="en-US" sz="2800" b="1" dirty="0">
                          <a:latin typeface="Abadi" panose="020B0604020104020204" pitchFamily="34" charset="0"/>
                        </a:rPr>
                        <a:t>Operation</a:t>
                      </a:r>
                    </a:p>
                  </a:txBody>
                  <a:tcPr marT="45732" marB="45732" anchor="ctr">
                    <a:lnL>
                      <a:noFill/>
                    </a:lnL>
                    <a:lnR w="12700" cap="flat" cmpd="sng" algn="ctr">
                      <a:solidFill>
                        <a:schemeClr val="tx1"/>
                      </a:solidFill>
                      <a:prstDash val="solid"/>
                      <a:round/>
                      <a:headEnd type="none" w="med" len="med"/>
                      <a:tailEnd type="none" w="med" len="med"/>
                    </a:lnR>
                    <a:lnT>
                      <a:noFill/>
                    </a:lnT>
                    <a:lnB w="12700" cap="flat" cmpd="sng" algn="ctr">
                      <a:solidFill>
                        <a:schemeClr val="tx1"/>
                      </a:solidFill>
                      <a:prstDash val="solid"/>
                      <a:round/>
                      <a:headEnd type="none" w="med" len="med"/>
                      <a:tailEnd type="none" w="med" len="med"/>
                    </a:lnB>
                  </a:tcPr>
                </a:tc>
                <a:tc>
                  <a:txBody>
                    <a:bodyPr/>
                    <a:lstStyle/>
                    <a:p>
                      <a:pPr algn="ctr"/>
                      <a:r>
                        <a:rPr lang="en-US" sz="2800" b="1" i="0" dirty="0">
                          <a:solidFill>
                            <a:schemeClr val="accent1">
                              <a:lumMod val="50000"/>
                            </a:schemeClr>
                          </a:solidFill>
                          <a:latin typeface="Abadi" panose="020B0604020104020204" pitchFamily="34" charset="0"/>
                        </a:rPr>
                        <a:t>Returns special value</a:t>
                      </a:r>
                    </a:p>
                  </a:txBody>
                  <a:tcPr marT="45732" marB="4573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w="12700" cap="flat" cmpd="sng" algn="ctr">
                      <a:solidFill>
                        <a:schemeClr val="tx1"/>
                      </a:solidFill>
                      <a:prstDash val="solid"/>
                      <a:round/>
                      <a:headEnd type="none" w="med" len="med"/>
                      <a:tailEnd type="none" w="med" len="med"/>
                    </a:lnB>
                  </a:tcPr>
                </a:tc>
                <a:tc>
                  <a:txBody>
                    <a:bodyPr/>
                    <a:lstStyle/>
                    <a:p>
                      <a:pPr algn="ctr"/>
                      <a:r>
                        <a:rPr lang="en-US" sz="2800" b="1" u="none" strike="noStrike" kern="1200" dirty="0">
                          <a:solidFill>
                            <a:srgbClr val="4A6782"/>
                          </a:solidFill>
                          <a:effectLst/>
                          <a:latin typeface="Abadi" panose="020B0604020104020204" pitchFamily="34" charset="0"/>
                          <a:ea typeface="+mn-ea"/>
                          <a:cs typeface="+mn-cs"/>
                        </a:rPr>
                        <a:t>Throws exception</a:t>
                      </a:r>
                    </a:p>
                  </a:txBody>
                  <a:tcPr marT="45732" marB="4573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479314042"/>
                  </a:ext>
                </a:extLst>
              </a:tr>
              <a:tr h="613569">
                <a:tc>
                  <a:txBody>
                    <a:bodyPr/>
                    <a:lstStyle/>
                    <a:p>
                      <a:pPr algn="ctr"/>
                      <a:r>
                        <a:rPr lang="en-US" sz="2800" b="1" dirty="0">
                          <a:latin typeface="Abadi" panose="020B0604020104020204" pitchFamily="34" charset="0"/>
                        </a:rPr>
                        <a:t>Insert</a:t>
                      </a:r>
                    </a:p>
                  </a:txBody>
                  <a:tcPr marT="45732" marB="45732" anchor="ctr">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a:noFill/>
                    </a:lnB>
                  </a:tcPr>
                </a:tc>
                <a:tc>
                  <a:txBody>
                    <a:bodyPr/>
                    <a:lstStyle/>
                    <a:p>
                      <a:pPr algn="ctr"/>
                      <a:r>
                        <a:rPr lang="en-US" sz="2800" b="1" u="none" strike="noStrike" dirty="0">
                          <a:solidFill>
                            <a:schemeClr val="accent1">
                              <a:lumMod val="50000"/>
                            </a:schemeClr>
                          </a:solidFill>
                          <a:effectLst/>
                          <a:latin typeface="Bahnschrift" panose="020B0502040204020203" pitchFamily="34" charset="0"/>
                        </a:rPr>
                        <a:t>offer(e)</a:t>
                      </a:r>
                      <a:endParaRPr lang="en-US" sz="2800" b="1" dirty="0">
                        <a:solidFill>
                          <a:schemeClr val="accent1">
                            <a:lumMod val="50000"/>
                          </a:schemeClr>
                        </a:solidFill>
                        <a:latin typeface="Bahnschrift" panose="020B0502040204020203" pitchFamily="34" charset="0"/>
                      </a:endParaRPr>
                    </a:p>
                  </a:txBody>
                  <a:tcPr marT="45732" marB="4573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a:noFill/>
                    </a:lnB>
                  </a:tcPr>
                </a:tc>
                <a:tc>
                  <a:txBody>
                    <a:bodyPr/>
                    <a:lstStyle/>
                    <a:p>
                      <a:pPr algn="ctr"/>
                      <a:r>
                        <a:rPr lang="en-US" sz="2800" b="1" u="none" strike="noStrike" dirty="0">
                          <a:solidFill>
                            <a:srgbClr val="4A6782"/>
                          </a:solidFill>
                          <a:effectLst/>
                          <a:latin typeface="Bahnschrift" panose="020B0502040204020203" pitchFamily="34" charset="0"/>
                        </a:rPr>
                        <a:t>add(e)</a:t>
                      </a:r>
                      <a:endParaRPr lang="en-US" sz="2800" b="1" dirty="0">
                        <a:latin typeface="Bahnschrift" panose="020B0502040204020203" pitchFamily="34" charset="0"/>
                      </a:endParaRPr>
                    </a:p>
                  </a:txBody>
                  <a:tcPr marT="45732" marB="4573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a:noFill/>
                    </a:lnB>
                  </a:tcPr>
                </a:tc>
                <a:extLst>
                  <a:ext uri="{0D108BD9-81ED-4DB2-BD59-A6C34878D82A}">
                    <a16:rowId xmlns:a16="http://schemas.microsoft.com/office/drawing/2014/main" val="495105524"/>
                  </a:ext>
                </a:extLst>
              </a:tr>
              <a:tr h="613569">
                <a:tc>
                  <a:txBody>
                    <a:bodyPr/>
                    <a:lstStyle/>
                    <a:p>
                      <a:pPr algn="ctr"/>
                      <a:r>
                        <a:rPr lang="en-US" sz="2800" b="1" dirty="0">
                          <a:latin typeface="Abadi" panose="020B0604020104020204" pitchFamily="34" charset="0"/>
                        </a:rPr>
                        <a:t>Remove</a:t>
                      </a:r>
                    </a:p>
                  </a:txBody>
                  <a:tcPr marT="45732" marB="45732" anchor="ctr">
                    <a:lnL>
                      <a:noFill/>
                    </a:lnL>
                    <a:lnR w="12700" cap="flat" cmpd="sng" algn="ctr">
                      <a:solidFill>
                        <a:schemeClr val="tx1"/>
                      </a:solidFill>
                      <a:prstDash val="solid"/>
                      <a:round/>
                      <a:headEnd type="none" w="med" len="med"/>
                      <a:tailEnd type="none" w="med" len="med"/>
                    </a:lnR>
                    <a:lnT>
                      <a:noFill/>
                    </a:lnT>
                    <a:lnB>
                      <a:noFill/>
                    </a:lnB>
                  </a:tcPr>
                </a:tc>
                <a:tc>
                  <a:txBody>
                    <a:bodyPr/>
                    <a:lstStyle/>
                    <a:p>
                      <a:pPr algn="ctr"/>
                      <a:r>
                        <a:rPr lang="en-US" sz="2800" b="1" u="none" strike="noStrike" dirty="0">
                          <a:solidFill>
                            <a:schemeClr val="accent1">
                              <a:lumMod val="50000"/>
                            </a:schemeClr>
                          </a:solidFill>
                          <a:effectLst/>
                          <a:latin typeface="Bahnschrift" panose="020B0502040204020203" pitchFamily="34" charset="0"/>
                        </a:rPr>
                        <a:t>poll()</a:t>
                      </a:r>
                      <a:endParaRPr lang="en-US" sz="2800" b="1" dirty="0">
                        <a:solidFill>
                          <a:schemeClr val="accent1">
                            <a:lumMod val="50000"/>
                          </a:schemeClr>
                        </a:solidFill>
                        <a:latin typeface="Bahnschrift" panose="020B0502040204020203" pitchFamily="34" charset="0"/>
                      </a:endParaRPr>
                    </a:p>
                  </a:txBody>
                  <a:tcPr marT="45732" marB="4573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tcPr>
                </a:tc>
                <a:tc>
                  <a:txBody>
                    <a:bodyPr/>
                    <a:lstStyle/>
                    <a:p>
                      <a:pPr algn="ctr"/>
                      <a:r>
                        <a:rPr lang="en-US" sz="2800" b="1" u="none" strike="noStrike" dirty="0">
                          <a:solidFill>
                            <a:srgbClr val="4A6782"/>
                          </a:solidFill>
                          <a:effectLst/>
                          <a:latin typeface="Bahnschrift" panose="020B0502040204020203" pitchFamily="34" charset="0"/>
                        </a:rPr>
                        <a:t>remove()</a:t>
                      </a:r>
                      <a:endParaRPr lang="en-US" sz="2800" b="1" dirty="0">
                        <a:latin typeface="Bahnschrift" panose="020B0502040204020203" pitchFamily="34" charset="0"/>
                      </a:endParaRPr>
                    </a:p>
                  </a:txBody>
                  <a:tcPr marT="45732" marB="4573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tcPr>
                </a:tc>
                <a:extLst>
                  <a:ext uri="{0D108BD9-81ED-4DB2-BD59-A6C34878D82A}">
                    <a16:rowId xmlns:a16="http://schemas.microsoft.com/office/drawing/2014/main" val="935295378"/>
                  </a:ext>
                </a:extLst>
              </a:tr>
              <a:tr h="613569">
                <a:tc>
                  <a:txBody>
                    <a:bodyPr/>
                    <a:lstStyle/>
                    <a:p>
                      <a:pPr algn="ctr"/>
                      <a:r>
                        <a:rPr lang="en-US" sz="2800" b="1" dirty="0">
                          <a:latin typeface="Abadi" panose="020B0604020104020204" pitchFamily="34" charset="0"/>
                        </a:rPr>
                        <a:t>Examine</a:t>
                      </a:r>
                    </a:p>
                  </a:txBody>
                  <a:tcPr marT="45732" marB="45732" anchor="ctr">
                    <a:lnL>
                      <a:noFill/>
                    </a:lnL>
                    <a:lnR w="12700" cap="flat" cmpd="sng" algn="ctr">
                      <a:solidFill>
                        <a:schemeClr val="tx1"/>
                      </a:solidFill>
                      <a:prstDash val="solid"/>
                      <a:round/>
                      <a:headEnd type="none" w="med" len="med"/>
                      <a:tailEnd type="none" w="med" len="med"/>
                    </a:lnR>
                    <a:lnT>
                      <a:noFill/>
                    </a:lnT>
                    <a:lnB>
                      <a:noFill/>
                    </a:lnB>
                  </a:tcPr>
                </a:tc>
                <a:tc>
                  <a:txBody>
                    <a:bodyPr/>
                    <a:lstStyle/>
                    <a:p>
                      <a:pPr algn="ctr"/>
                      <a:r>
                        <a:rPr lang="en-US" sz="2800" b="1" u="none" strike="noStrike" dirty="0">
                          <a:solidFill>
                            <a:schemeClr val="accent1">
                              <a:lumMod val="50000"/>
                            </a:schemeClr>
                          </a:solidFill>
                          <a:effectLst/>
                          <a:latin typeface="Bahnschrift" panose="020B0502040204020203" pitchFamily="34" charset="0"/>
                        </a:rPr>
                        <a:t>peek()</a:t>
                      </a:r>
                      <a:endParaRPr lang="en-US" sz="2800" b="1" dirty="0">
                        <a:solidFill>
                          <a:schemeClr val="accent1">
                            <a:lumMod val="50000"/>
                          </a:schemeClr>
                        </a:solidFill>
                        <a:latin typeface="Bahnschrift" panose="020B0502040204020203" pitchFamily="34" charset="0"/>
                      </a:endParaRPr>
                    </a:p>
                  </a:txBody>
                  <a:tcPr marT="45732" marB="4573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tcPr>
                </a:tc>
                <a:tc>
                  <a:txBody>
                    <a:bodyPr/>
                    <a:lstStyle/>
                    <a:p>
                      <a:pPr algn="ctr"/>
                      <a:r>
                        <a:rPr lang="en-US" sz="2800" b="1" u="none" strike="noStrike" dirty="0">
                          <a:solidFill>
                            <a:srgbClr val="4A6782"/>
                          </a:solidFill>
                          <a:effectLst/>
                          <a:latin typeface="Bahnschrift" panose="020B0502040204020203" pitchFamily="34" charset="0"/>
                        </a:rPr>
                        <a:t>element()</a:t>
                      </a:r>
                      <a:endParaRPr lang="en-US" sz="2800" b="1" dirty="0">
                        <a:latin typeface="Bahnschrift" panose="020B0502040204020203" pitchFamily="34" charset="0"/>
                      </a:endParaRPr>
                    </a:p>
                  </a:txBody>
                  <a:tcPr marT="45732" marB="4573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tcPr>
                </a:tc>
                <a:extLst>
                  <a:ext uri="{0D108BD9-81ED-4DB2-BD59-A6C34878D82A}">
                    <a16:rowId xmlns:a16="http://schemas.microsoft.com/office/drawing/2014/main" val="1086060292"/>
                  </a:ext>
                </a:extLst>
              </a:tr>
            </a:tbl>
          </a:graphicData>
        </a:graphic>
      </p:graphicFrame>
      <p:sp>
        <p:nvSpPr>
          <p:cNvPr id="24591" name="Rectangle 1">
            <a:extLst>
              <a:ext uri="{FF2B5EF4-FFF2-40B4-BE49-F238E27FC236}">
                <a16:creationId xmlns:a16="http://schemas.microsoft.com/office/drawing/2014/main" id="{15369E1E-B046-48A7-B237-3FA0F88A4C4D}"/>
              </a:ext>
            </a:extLst>
          </p:cNvPr>
          <p:cNvSpPr>
            <a:spLocks noChangeArrowheads="1"/>
          </p:cNvSpPr>
          <p:nvPr/>
        </p:nvSpPr>
        <p:spPr bwMode="auto">
          <a:xfrm>
            <a:off x="1981200" y="381000"/>
            <a:ext cx="5308600" cy="5318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tIns="53958" anchor="ctr">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FontTx/>
              <a:buNone/>
            </a:pPr>
            <a:r>
              <a:rPr lang="en-US" altLang="en-US" sz="2800" dirty="0">
                <a:latin typeface="Tahoma" panose="020B0604030504040204" pitchFamily="34" charset="0"/>
              </a:rPr>
              <a:t>Summary of Queue methods</a:t>
            </a:r>
          </a:p>
        </p:txBody>
      </p:sp>
      <p:sp>
        <p:nvSpPr>
          <p:cNvPr id="5" name="TextBox 4">
            <a:extLst>
              <a:ext uri="{FF2B5EF4-FFF2-40B4-BE49-F238E27FC236}">
                <a16:creationId xmlns:a16="http://schemas.microsoft.com/office/drawing/2014/main" id="{A89313BC-7C0C-AABE-784C-49B1B60B8F69}"/>
              </a:ext>
            </a:extLst>
          </p:cNvPr>
          <p:cNvSpPr txBox="1"/>
          <p:nvPr/>
        </p:nvSpPr>
        <p:spPr>
          <a:xfrm>
            <a:off x="342900" y="4495800"/>
            <a:ext cx="8610600" cy="2062103"/>
          </a:xfrm>
          <a:prstGeom prst="rect">
            <a:avLst/>
          </a:prstGeom>
          <a:noFill/>
        </p:spPr>
        <p:txBody>
          <a:bodyPr wrap="square">
            <a:spAutoFit/>
          </a:bodyPr>
          <a:lstStyle/>
          <a:p>
            <a:r>
              <a:rPr lang="en-US" sz="3200" dirty="0">
                <a:solidFill>
                  <a:srgbClr val="4A6782"/>
                </a:solidFill>
                <a:latin typeface="Bahnschrift" panose="020B0502040204020203" pitchFamily="34" charset="0"/>
              </a:rPr>
              <a:t>You should use offer() when failure to insert an element would be normal, and add() when failure would be an exceptional occurrence (that needs to be handled).</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1">
            <a:extLst>
              <a:ext uri="{FF2B5EF4-FFF2-40B4-BE49-F238E27FC236}">
                <a16:creationId xmlns:a16="http://schemas.microsoft.com/office/drawing/2014/main" id="{5B9F9A9F-56D0-4B46-B704-0994565AA6A1}"/>
              </a:ext>
            </a:extLst>
          </p:cNvPr>
          <p:cNvSpPr>
            <a:spLocks noChangeArrowheads="1"/>
          </p:cNvSpPr>
          <p:nvPr/>
        </p:nvSpPr>
        <p:spPr bwMode="auto">
          <a:xfrm>
            <a:off x="3313113" y="249238"/>
            <a:ext cx="2517775" cy="5302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tIns="53958" anchor="ctr">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FontTx/>
              <a:buNone/>
            </a:pPr>
            <a:r>
              <a:rPr lang="en-US" altLang="en-US" sz="2800">
                <a:latin typeface="Tahoma" panose="020B0604030504040204" pitchFamily="34" charset="0"/>
              </a:rPr>
              <a:t>Add vs. Offer</a:t>
            </a:r>
          </a:p>
        </p:txBody>
      </p:sp>
      <p:grpSp>
        <p:nvGrpSpPr>
          <p:cNvPr id="26627" name="Group 12">
            <a:extLst>
              <a:ext uri="{FF2B5EF4-FFF2-40B4-BE49-F238E27FC236}">
                <a16:creationId xmlns:a16="http://schemas.microsoft.com/office/drawing/2014/main" id="{C34BEBC4-E539-4B71-9CD7-C957B15E29F8}"/>
              </a:ext>
            </a:extLst>
          </p:cNvPr>
          <p:cNvGrpSpPr>
            <a:grpSpLocks/>
          </p:cNvGrpSpPr>
          <p:nvPr/>
        </p:nvGrpSpPr>
        <p:grpSpPr bwMode="auto">
          <a:xfrm>
            <a:off x="933450" y="1143000"/>
            <a:ext cx="5588000" cy="2119313"/>
            <a:chOff x="933450" y="1143001"/>
            <a:chExt cx="6381750" cy="2420025"/>
          </a:xfrm>
        </p:grpSpPr>
        <p:pic>
          <p:nvPicPr>
            <p:cNvPr id="26632" name="Picture 9">
              <a:extLst>
                <a:ext uri="{FF2B5EF4-FFF2-40B4-BE49-F238E27FC236}">
                  <a16:creationId xmlns:a16="http://schemas.microsoft.com/office/drawing/2014/main" id="{711CBF87-F0CA-456E-89ED-2B05D44B02C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33450" y="1143001"/>
              <a:ext cx="6381750" cy="11944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6633" name="Picture 10">
              <a:extLst>
                <a:ext uri="{FF2B5EF4-FFF2-40B4-BE49-F238E27FC236}">
                  <a16:creationId xmlns:a16="http://schemas.microsoft.com/office/drawing/2014/main" id="{99A02C4C-0FFF-412D-BAE9-148301ADEC85}"/>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57868" y="2368536"/>
              <a:ext cx="5723932" cy="11944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26628" name="Rectangle 2">
            <a:extLst>
              <a:ext uri="{FF2B5EF4-FFF2-40B4-BE49-F238E27FC236}">
                <a16:creationId xmlns:a16="http://schemas.microsoft.com/office/drawing/2014/main" id="{EF88AB11-B156-4274-881B-3F502CDEE81C}"/>
              </a:ext>
            </a:extLst>
          </p:cNvPr>
          <p:cNvSpPr>
            <a:spLocks noChangeArrowheads="1"/>
          </p:cNvSpPr>
          <p:nvPr/>
        </p:nvSpPr>
        <p:spPr bwMode="auto">
          <a:xfrm>
            <a:off x="1042988" y="3319463"/>
            <a:ext cx="6381750" cy="655637"/>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tIns="53958" anchor="ctr">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1800" b="0" dirty="0" err="1">
                <a:solidFill>
                  <a:srgbClr val="4D709B"/>
                </a:solidFill>
                <a:latin typeface="DejaVu Sans Mono"/>
              </a:rPr>
              <a:t>IllegalStateException</a:t>
            </a:r>
            <a:r>
              <a:rPr lang="en-US" altLang="en-US" sz="1800" b="0" dirty="0">
                <a:solidFill>
                  <a:srgbClr val="353833"/>
                </a:solidFill>
                <a:latin typeface="Tahoma" panose="020B0604030504040204" pitchFamily="34" charset="0"/>
              </a:rPr>
              <a:t> </a:t>
            </a:r>
            <a:r>
              <a:rPr lang="en-US" altLang="en-US" sz="1800" b="0" dirty="0">
                <a:solidFill>
                  <a:srgbClr val="353833"/>
                </a:solidFill>
                <a:latin typeface="DejaVu Sans Mono"/>
              </a:rPr>
              <a:t>- if the element cannot be added at this time due to capacity restrictions</a:t>
            </a:r>
            <a:r>
              <a:rPr lang="en-US" altLang="en-US" sz="1200" dirty="0">
                <a:latin typeface="Tahoma" panose="020B0604030504040204" pitchFamily="34" charset="0"/>
              </a:rPr>
              <a:t> </a:t>
            </a:r>
            <a:endParaRPr lang="en-US" altLang="en-US" sz="5400" dirty="0">
              <a:latin typeface="Tahoma" panose="020B0604030504040204" pitchFamily="34" charset="0"/>
            </a:endParaRPr>
          </a:p>
        </p:txBody>
      </p:sp>
      <p:grpSp>
        <p:nvGrpSpPr>
          <p:cNvPr id="26629" name="Group 15">
            <a:extLst>
              <a:ext uri="{FF2B5EF4-FFF2-40B4-BE49-F238E27FC236}">
                <a16:creationId xmlns:a16="http://schemas.microsoft.com/office/drawing/2014/main" id="{5F60DB55-3744-4B92-A6F6-2020E4A5F068}"/>
              </a:ext>
            </a:extLst>
          </p:cNvPr>
          <p:cNvGrpSpPr>
            <a:grpSpLocks/>
          </p:cNvGrpSpPr>
          <p:nvPr/>
        </p:nvGrpSpPr>
        <p:grpSpPr bwMode="auto">
          <a:xfrm>
            <a:off x="930275" y="4392613"/>
            <a:ext cx="7375525" cy="1941512"/>
            <a:chOff x="930628" y="4393249"/>
            <a:chExt cx="7375173" cy="1940693"/>
          </a:xfrm>
        </p:grpSpPr>
        <p:pic>
          <p:nvPicPr>
            <p:cNvPr id="26630" name="Picture 13">
              <a:extLst>
                <a:ext uri="{FF2B5EF4-FFF2-40B4-BE49-F238E27FC236}">
                  <a16:creationId xmlns:a16="http://schemas.microsoft.com/office/drawing/2014/main" id="{A74648BC-C621-4F46-84FC-976827C5A6FF}"/>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930628" y="4393249"/>
              <a:ext cx="7015827" cy="10458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6631" name="Picture 14">
              <a:extLst>
                <a:ext uri="{FF2B5EF4-FFF2-40B4-BE49-F238E27FC236}">
                  <a16:creationId xmlns:a16="http://schemas.microsoft.com/office/drawing/2014/main" id="{608E3D35-163A-4F50-B7F2-7FEC03B68BC0}"/>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930629" y="5530087"/>
              <a:ext cx="7375172" cy="8038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8674" name="Picture 4">
            <a:extLst>
              <a:ext uri="{FF2B5EF4-FFF2-40B4-BE49-F238E27FC236}">
                <a16:creationId xmlns:a16="http://schemas.microsoft.com/office/drawing/2014/main" id="{669D54CF-B25A-4376-B3C3-376161ABB56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62000" y="1066800"/>
            <a:ext cx="7086600" cy="1104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8675" name="Picture 5">
            <a:extLst>
              <a:ext uri="{FF2B5EF4-FFF2-40B4-BE49-F238E27FC236}">
                <a16:creationId xmlns:a16="http://schemas.microsoft.com/office/drawing/2014/main" id="{59D9E219-5291-45E9-8A7F-6B277D8ACB00}"/>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85800" y="2171700"/>
            <a:ext cx="6886575" cy="1628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8676" name="Rectangle 1">
            <a:extLst>
              <a:ext uri="{FF2B5EF4-FFF2-40B4-BE49-F238E27FC236}">
                <a16:creationId xmlns:a16="http://schemas.microsoft.com/office/drawing/2014/main" id="{B9D37F58-182F-433F-966F-A6431BE30A94}"/>
              </a:ext>
            </a:extLst>
          </p:cNvPr>
          <p:cNvSpPr>
            <a:spLocks noChangeArrowheads="1"/>
          </p:cNvSpPr>
          <p:nvPr/>
        </p:nvSpPr>
        <p:spPr bwMode="auto">
          <a:xfrm>
            <a:off x="3054350" y="249238"/>
            <a:ext cx="3035300" cy="5302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tIns="53958" anchor="ctr">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FontTx/>
              <a:buNone/>
            </a:pPr>
            <a:r>
              <a:rPr lang="en-US" altLang="en-US" sz="2800">
                <a:latin typeface="Tahoma" panose="020B0604030504040204" pitchFamily="34" charset="0"/>
              </a:rPr>
              <a:t>Remove vs. Poll</a:t>
            </a:r>
          </a:p>
        </p:txBody>
      </p:sp>
      <p:pic>
        <p:nvPicPr>
          <p:cNvPr id="28677" name="Picture 7">
            <a:extLst>
              <a:ext uri="{FF2B5EF4-FFF2-40B4-BE49-F238E27FC236}">
                <a16:creationId xmlns:a16="http://schemas.microsoft.com/office/drawing/2014/main" id="{C3C292D7-6951-41D2-BC7F-4B48CADC2938}"/>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62000" y="4038600"/>
            <a:ext cx="6810375" cy="1057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8678" name="Picture 8">
            <a:extLst>
              <a:ext uri="{FF2B5EF4-FFF2-40B4-BE49-F238E27FC236}">
                <a16:creationId xmlns:a16="http://schemas.microsoft.com/office/drawing/2014/main" id="{084B7FA7-97A4-44AA-BDE6-65EF8479094D}"/>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92150" y="5181600"/>
            <a:ext cx="7524750" cy="876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extBox 1">
            <a:extLst>
              <a:ext uri="{FF2B5EF4-FFF2-40B4-BE49-F238E27FC236}">
                <a16:creationId xmlns:a16="http://schemas.microsoft.com/office/drawing/2014/main" id="{C4A83A2E-C922-22ED-9A60-1D8E2111C656}"/>
              </a:ext>
            </a:extLst>
          </p:cNvPr>
          <p:cNvSpPr txBox="1"/>
          <p:nvPr/>
        </p:nvSpPr>
        <p:spPr>
          <a:xfrm>
            <a:off x="905044" y="6243935"/>
            <a:ext cx="7172156" cy="461665"/>
          </a:xfrm>
          <a:prstGeom prst="rect">
            <a:avLst/>
          </a:prstGeom>
          <a:noFill/>
          <a:ln>
            <a:solidFill>
              <a:srgbClr val="C00000"/>
            </a:solidFill>
          </a:ln>
        </p:spPr>
        <p:txBody>
          <a:bodyPr wrap="none" rtlCol="0">
            <a:spAutoFit/>
          </a:bodyPr>
          <a:lstStyle/>
          <a:p>
            <a:r>
              <a:rPr lang="en-US" sz="2400" dirty="0">
                <a:solidFill>
                  <a:srgbClr val="FF0000"/>
                </a:solidFill>
              </a:rPr>
              <a:t>Note that there is no </a:t>
            </a:r>
            <a:r>
              <a:rPr lang="en-US" sz="2400" dirty="0" err="1">
                <a:solidFill>
                  <a:srgbClr val="FF0000"/>
                </a:solidFill>
              </a:rPr>
              <a:t>EmpytQueueException</a:t>
            </a:r>
            <a:r>
              <a:rPr lang="en-US" sz="2400" dirty="0">
                <a:solidFill>
                  <a:srgbClr val="FF0000"/>
                </a:solidFill>
              </a:rPr>
              <a:t>! </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1">
            <a:extLst>
              <a:ext uri="{FF2B5EF4-FFF2-40B4-BE49-F238E27FC236}">
                <a16:creationId xmlns:a16="http://schemas.microsoft.com/office/drawing/2014/main" id="{DE6D4FBA-AA18-4BAD-92D1-9CF00134BD21}"/>
              </a:ext>
            </a:extLst>
          </p:cNvPr>
          <p:cNvSpPr>
            <a:spLocks noChangeArrowheads="1"/>
          </p:cNvSpPr>
          <p:nvPr/>
        </p:nvSpPr>
        <p:spPr bwMode="auto">
          <a:xfrm>
            <a:off x="2943225" y="249238"/>
            <a:ext cx="3257550" cy="5302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tIns="53958" anchor="ctr">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FontTx/>
              <a:buNone/>
            </a:pPr>
            <a:r>
              <a:rPr lang="en-US" altLang="en-US" sz="2800">
                <a:latin typeface="Tahoma" panose="020B0604030504040204" pitchFamily="34" charset="0"/>
              </a:rPr>
              <a:t>Element vs. Peek</a:t>
            </a:r>
          </a:p>
        </p:txBody>
      </p:sp>
      <p:grpSp>
        <p:nvGrpSpPr>
          <p:cNvPr id="30723" name="Group 3">
            <a:extLst>
              <a:ext uri="{FF2B5EF4-FFF2-40B4-BE49-F238E27FC236}">
                <a16:creationId xmlns:a16="http://schemas.microsoft.com/office/drawing/2014/main" id="{F7C0BEE3-8873-4EA7-AE51-99CA06ECCB86}"/>
              </a:ext>
            </a:extLst>
          </p:cNvPr>
          <p:cNvGrpSpPr>
            <a:grpSpLocks/>
          </p:cNvGrpSpPr>
          <p:nvPr/>
        </p:nvGrpSpPr>
        <p:grpSpPr bwMode="auto">
          <a:xfrm>
            <a:off x="669925" y="914400"/>
            <a:ext cx="7300913" cy="2819400"/>
            <a:chOff x="277636" y="1295400"/>
            <a:chExt cx="8829675" cy="3409950"/>
          </a:xfrm>
        </p:grpSpPr>
        <p:pic>
          <p:nvPicPr>
            <p:cNvPr id="30726" name="Picture 1">
              <a:extLst>
                <a:ext uri="{FF2B5EF4-FFF2-40B4-BE49-F238E27FC236}">
                  <a16:creationId xmlns:a16="http://schemas.microsoft.com/office/drawing/2014/main" id="{57970E5D-200A-4993-9AE6-78F0A4AEFB5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77636" y="1295400"/>
              <a:ext cx="8829675" cy="1238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0727" name="Picture 2">
              <a:extLst>
                <a:ext uri="{FF2B5EF4-FFF2-40B4-BE49-F238E27FC236}">
                  <a16:creationId xmlns:a16="http://schemas.microsoft.com/office/drawing/2014/main" id="{7A992A1D-5E35-4762-AAE2-45EE2F27ECBF}"/>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04800" y="2743200"/>
              <a:ext cx="8505825" cy="1962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pic>
        <p:nvPicPr>
          <p:cNvPr id="30724" name="Picture 9">
            <a:extLst>
              <a:ext uri="{FF2B5EF4-FFF2-40B4-BE49-F238E27FC236}">
                <a16:creationId xmlns:a16="http://schemas.microsoft.com/office/drawing/2014/main" id="{7528BEEF-74B3-42CC-B92A-4BA8BA794516}"/>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69925" y="3906838"/>
            <a:ext cx="7278688" cy="1319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0725" name="Picture 10">
            <a:extLst>
              <a:ext uri="{FF2B5EF4-FFF2-40B4-BE49-F238E27FC236}">
                <a16:creationId xmlns:a16="http://schemas.microsoft.com/office/drawing/2014/main" id="{BBBD604C-2BCC-469E-915B-17986E7920F1}"/>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723900" y="5330825"/>
            <a:ext cx="7924800" cy="1060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2">
            <a:extLst>
              <a:ext uri="{FF2B5EF4-FFF2-40B4-BE49-F238E27FC236}">
                <a16:creationId xmlns:a16="http://schemas.microsoft.com/office/drawing/2014/main" id="{27671F9B-DA03-4409-A9D4-48E08E50F354}"/>
              </a:ext>
            </a:extLst>
          </p:cNvPr>
          <p:cNvSpPr>
            <a:spLocks noChangeArrowheads="1"/>
          </p:cNvSpPr>
          <p:nvPr/>
        </p:nvSpPr>
        <p:spPr bwMode="auto">
          <a:xfrm>
            <a:off x="533400" y="1228725"/>
            <a:ext cx="8305800" cy="38472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FontTx/>
              <a:buNone/>
            </a:pPr>
            <a:r>
              <a:rPr lang="en-US" altLang="en-US" sz="2400" dirty="0">
                <a:latin typeface="Tahoma" panose="020B0604030504040204" pitchFamily="34" charset="0"/>
                <a:cs typeface="Tahoma" panose="020B0604030504040204" pitchFamily="34" charset="0"/>
              </a:rPr>
              <a:t>Why are there two versions of the Queue methods?</a:t>
            </a:r>
          </a:p>
          <a:p>
            <a:pPr algn="ctr">
              <a:spcBef>
                <a:spcPct val="0"/>
              </a:spcBef>
              <a:buFontTx/>
              <a:buNone/>
            </a:pPr>
            <a:endParaRPr lang="en-US" altLang="en-US" sz="2400" b="0" dirty="0">
              <a:latin typeface="Tahoma" panose="020B0604030504040204" pitchFamily="34" charset="0"/>
              <a:cs typeface="Tahoma" panose="020B0604030504040204" pitchFamily="34" charset="0"/>
            </a:endParaRPr>
          </a:p>
          <a:p>
            <a:pPr>
              <a:spcBef>
                <a:spcPct val="0"/>
              </a:spcBef>
              <a:buFontTx/>
              <a:buNone/>
            </a:pPr>
            <a:r>
              <a:rPr lang="en-US" altLang="en-US" sz="2800" b="0" dirty="0">
                <a:latin typeface="Tahoma" panose="020B0604030504040204" pitchFamily="34" charset="0"/>
                <a:cs typeface="Tahoma" panose="020B0604030504040204" pitchFamily="34" charset="0"/>
              </a:rPr>
              <a:t>In some situations, it's expected that a queue will be empty, and in those cases, it isn’t appropriate to throw an exception, so a special value is returned. </a:t>
            </a:r>
          </a:p>
          <a:p>
            <a:pPr algn="ctr">
              <a:spcBef>
                <a:spcPct val="0"/>
              </a:spcBef>
              <a:buFontTx/>
              <a:buNone/>
            </a:pPr>
            <a:endParaRPr lang="en-US" altLang="en-US" sz="2800" b="0" dirty="0">
              <a:latin typeface="Tahoma" panose="020B0604030504040204" pitchFamily="34" charset="0"/>
              <a:cs typeface="Tahoma" panose="020B0604030504040204" pitchFamily="34" charset="0"/>
            </a:endParaRPr>
          </a:p>
          <a:p>
            <a:pPr>
              <a:spcBef>
                <a:spcPct val="0"/>
              </a:spcBef>
              <a:buFontTx/>
              <a:buNone/>
            </a:pPr>
            <a:r>
              <a:rPr lang="en-US" altLang="en-US" sz="2800" b="0" dirty="0">
                <a:latin typeface="Tahoma" panose="020B0604030504040204" pitchFamily="34" charset="0"/>
                <a:cs typeface="Tahoma" panose="020B0604030504040204" pitchFamily="34" charset="0"/>
              </a:rPr>
              <a:t>In other situations, it's an exceptional circumstance that the queue is empty, and an exception is appropriate.</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Footer Placeholder 3">
            <a:extLst>
              <a:ext uri="{FF2B5EF4-FFF2-40B4-BE49-F238E27FC236}">
                <a16:creationId xmlns:a16="http://schemas.microsoft.com/office/drawing/2014/main" id="{190EA73F-91E8-4AA5-A9E9-87D31767202B}"/>
              </a:ext>
            </a:extLst>
          </p:cNvPr>
          <p:cNvSpPr>
            <a:spLocks noGrp="1"/>
          </p:cNvSpPr>
          <p:nvPr>
            <p:ph type="ftr" sz="quarter" idx="12"/>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endParaRPr lang="en-US" altLang="en-US" sz="800" b="1"/>
          </a:p>
          <a:p>
            <a:pPr>
              <a:spcBef>
                <a:spcPct val="0"/>
              </a:spcBef>
              <a:buFontTx/>
              <a:buNone/>
            </a:pPr>
            <a:endParaRPr lang="en-US" altLang="en-US" sz="800">
              <a:latin typeface="Tahoma" panose="020B0604030504040204" pitchFamily="34" charset="0"/>
            </a:endParaRPr>
          </a:p>
          <a:p>
            <a:pPr>
              <a:spcBef>
                <a:spcPct val="0"/>
              </a:spcBef>
              <a:buFontTx/>
              <a:buNone/>
            </a:pPr>
            <a:endParaRPr lang="en-US" altLang="en-US" sz="800" b="1">
              <a:latin typeface="Tahoma" panose="020B0604030504040204" pitchFamily="34" charset="0"/>
            </a:endParaRPr>
          </a:p>
          <a:p>
            <a:pPr>
              <a:spcBef>
                <a:spcPct val="0"/>
              </a:spcBef>
              <a:buFontTx/>
              <a:buNone/>
            </a:pPr>
            <a:r>
              <a:rPr lang="en-US" altLang="en-US" sz="800" b="1">
                <a:latin typeface="Tahoma" panose="020B0604030504040204" pitchFamily="34" charset="0"/>
              </a:rPr>
              <a:t>© A+ Computer Science  -  www.apluscompsci.com</a:t>
            </a:r>
          </a:p>
        </p:txBody>
      </p:sp>
      <p:sp>
        <p:nvSpPr>
          <p:cNvPr id="20483" name="Text Box 2">
            <a:extLst>
              <a:ext uri="{FF2B5EF4-FFF2-40B4-BE49-F238E27FC236}">
                <a16:creationId xmlns:a16="http://schemas.microsoft.com/office/drawing/2014/main" id="{4798B9E7-9EED-415C-92F1-0A91537E0036}"/>
              </a:ext>
            </a:extLst>
          </p:cNvPr>
          <p:cNvSpPr txBox="1">
            <a:spLocks noChangeArrowheads="1"/>
          </p:cNvSpPr>
          <p:nvPr/>
        </p:nvSpPr>
        <p:spPr bwMode="auto">
          <a:xfrm>
            <a:off x="609600" y="1600200"/>
            <a:ext cx="7010400" cy="47894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2800" dirty="0">
                <a:latin typeface="Tahoma" panose="020B0604030504040204" pitchFamily="34" charset="0"/>
              </a:rPr>
              <a:t>Queue&lt;Integer&gt; queue;</a:t>
            </a:r>
          </a:p>
          <a:p>
            <a:pPr>
              <a:spcBef>
                <a:spcPct val="0"/>
              </a:spcBef>
              <a:buFontTx/>
              <a:buNone/>
            </a:pPr>
            <a:r>
              <a:rPr lang="en-US" altLang="en-US" sz="2800" dirty="0">
                <a:latin typeface="Tahoma" panose="020B0604030504040204" pitchFamily="34" charset="0"/>
              </a:rPr>
              <a:t>queue = new LinkedList&lt;Integer&gt;();</a:t>
            </a:r>
          </a:p>
          <a:p>
            <a:pPr>
              <a:spcBef>
                <a:spcPct val="0"/>
              </a:spcBef>
              <a:buFontTx/>
              <a:buNone/>
            </a:pPr>
            <a:r>
              <a:rPr lang="en-US" altLang="en-US" sz="2800" dirty="0" err="1">
                <a:latin typeface="Tahoma" panose="020B0604030504040204" pitchFamily="34" charset="0"/>
              </a:rPr>
              <a:t>queue.</a:t>
            </a:r>
            <a:r>
              <a:rPr lang="en-US" altLang="en-US" sz="2800" dirty="0" err="1">
                <a:solidFill>
                  <a:srgbClr val="7030A0"/>
                </a:solidFill>
                <a:latin typeface="Tahoma" panose="020B0604030504040204" pitchFamily="34" charset="0"/>
              </a:rPr>
              <a:t>offer</a:t>
            </a:r>
            <a:r>
              <a:rPr lang="en-US" altLang="en-US" sz="2800" dirty="0">
                <a:solidFill>
                  <a:srgbClr val="7030A0"/>
                </a:solidFill>
                <a:latin typeface="Tahoma" panose="020B0604030504040204" pitchFamily="34" charset="0"/>
              </a:rPr>
              <a:t>(11)</a:t>
            </a:r>
            <a:r>
              <a:rPr lang="en-US" altLang="en-US" sz="2800" dirty="0">
                <a:latin typeface="Tahoma" panose="020B0604030504040204" pitchFamily="34" charset="0"/>
              </a:rPr>
              <a:t>;</a:t>
            </a:r>
          </a:p>
          <a:p>
            <a:pPr>
              <a:spcBef>
                <a:spcPct val="0"/>
              </a:spcBef>
              <a:buFontTx/>
              <a:buNone/>
            </a:pPr>
            <a:r>
              <a:rPr lang="en-US" altLang="en-US" sz="2800" dirty="0" err="1">
                <a:latin typeface="Tahoma" panose="020B0604030504040204" pitchFamily="34" charset="0"/>
              </a:rPr>
              <a:t>queue.</a:t>
            </a:r>
            <a:r>
              <a:rPr lang="en-US" altLang="en-US" sz="2800" dirty="0" err="1">
                <a:solidFill>
                  <a:srgbClr val="7030A0"/>
                </a:solidFill>
                <a:latin typeface="Tahoma" panose="020B0604030504040204" pitchFamily="34" charset="0"/>
              </a:rPr>
              <a:t>offer</a:t>
            </a:r>
            <a:r>
              <a:rPr lang="en-US" altLang="en-US" sz="2800" dirty="0">
                <a:solidFill>
                  <a:srgbClr val="7030A0"/>
                </a:solidFill>
                <a:latin typeface="Tahoma" panose="020B0604030504040204" pitchFamily="34" charset="0"/>
              </a:rPr>
              <a:t>(7)</a:t>
            </a:r>
            <a:r>
              <a:rPr lang="en-US" altLang="en-US" sz="2800" dirty="0">
                <a:latin typeface="Tahoma" panose="020B0604030504040204" pitchFamily="34" charset="0"/>
              </a:rPr>
              <a:t>;</a:t>
            </a:r>
          </a:p>
          <a:p>
            <a:pPr>
              <a:spcBef>
                <a:spcPct val="0"/>
              </a:spcBef>
              <a:buFontTx/>
              <a:buNone/>
            </a:pPr>
            <a:r>
              <a:rPr lang="en-US" altLang="en-US" sz="2800" dirty="0" err="1">
                <a:latin typeface="Tahoma" panose="020B0604030504040204" pitchFamily="34" charset="0"/>
              </a:rPr>
              <a:t>out.println</a:t>
            </a:r>
            <a:r>
              <a:rPr lang="en-US" altLang="en-US" sz="2800" dirty="0">
                <a:latin typeface="Tahoma" panose="020B0604030504040204" pitchFamily="34" charset="0"/>
              </a:rPr>
              <a:t>(queue);</a:t>
            </a:r>
          </a:p>
          <a:p>
            <a:pPr>
              <a:spcBef>
                <a:spcPct val="0"/>
              </a:spcBef>
              <a:buFontTx/>
              <a:buNone/>
            </a:pPr>
            <a:r>
              <a:rPr lang="en-US" altLang="en-US" sz="2800" dirty="0" err="1">
                <a:latin typeface="Tahoma" panose="020B0604030504040204" pitchFamily="34" charset="0"/>
              </a:rPr>
              <a:t>out.println</a:t>
            </a:r>
            <a:r>
              <a:rPr lang="en-US" altLang="en-US" sz="2800" dirty="0">
                <a:latin typeface="Tahoma" panose="020B0604030504040204" pitchFamily="34" charset="0"/>
              </a:rPr>
              <a:t>(</a:t>
            </a:r>
            <a:r>
              <a:rPr lang="en-US" altLang="en-US" sz="2800" dirty="0" err="1">
                <a:latin typeface="Tahoma" panose="020B0604030504040204" pitchFamily="34" charset="0"/>
              </a:rPr>
              <a:t>queue.</a:t>
            </a:r>
            <a:r>
              <a:rPr lang="en-US" altLang="en-US" sz="2800" dirty="0" err="1">
                <a:solidFill>
                  <a:srgbClr val="7030A0"/>
                </a:solidFill>
                <a:latin typeface="Tahoma" panose="020B0604030504040204" pitchFamily="34" charset="0"/>
              </a:rPr>
              <a:t>peek</a:t>
            </a:r>
            <a:r>
              <a:rPr lang="en-US" altLang="en-US" sz="2800" dirty="0">
                <a:solidFill>
                  <a:srgbClr val="7030A0"/>
                </a:solidFill>
                <a:latin typeface="Tahoma" panose="020B0604030504040204" pitchFamily="34" charset="0"/>
              </a:rPr>
              <a:t>()</a:t>
            </a:r>
            <a:r>
              <a:rPr lang="en-US" altLang="en-US" sz="2800" dirty="0">
                <a:latin typeface="Tahoma" panose="020B0604030504040204" pitchFamily="34" charset="0"/>
              </a:rPr>
              <a:t>);</a:t>
            </a:r>
          </a:p>
          <a:p>
            <a:pPr>
              <a:spcBef>
                <a:spcPct val="0"/>
              </a:spcBef>
              <a:buFontTx/>
              <a:buNone/>
            </a:pPr>
            <a:r>
              <a:rPr lang="en-US" altLang="en-US" sz="2800" dirty="0" err="1">
                <a:latin typeface="Tahoma" panose="020B0604030504040204" pitchFamily="34" charset="0"/>
              </a:rPr>
              <a:t>queue.</a:t>
            </a:r>
            <a:r>
              <a:rPr lang="en-US" altLang="en-US" sz="2800" dirty="0" err="1">
                <a:solidFill>
                  <a:srgbClr val="7030A0"/>
                </a:solidFill>
                <a:latin typeface="Tahoma" panose="020B0604030504040204" pitchFamily="34" charset="0"/>
              </a:rPr>
              <a:t>poll</a:t>
            </a:r>
            <a:r>
              <a:rPr lang="en-US" altLang="en-US" sz="2800" dirty="0">
                <a:solidFill>
                  <a:srgbClr val="7030A0"/>
                </a:solidFill>
                <a:latin typeface="Tahoma" panose="020B0604030504040204" pitchFamily="34" charset="0"/>
              </a:rPr>
              <a:t>()</a:t>
            </a:r>
            <a:r>
              <a:rPr lang="en-US" altLang="en-US" sz="2800" dirty="0">
                <a:latin typeface="Tahoma" panose="020B0604030504040204" pitchFamily="34" charset="0"/>
              </a:rPr>
              <a:t>;</a:t>
            </a:r>
          </a:p>
          <a:p>
            <a:pPr>
              <a:spcBef>
                <a:spcPct val="0"/>
              </a:spcBef>
              <a:buFontTx/>
              <a:buNone/>
            </a:pPr>
            <a:r>
              <a:rPr lang="en-US" altLang="en-US" sz="2800" dirty="0" err="1">
                <a:latin typeface="Tahoma" panose="020B0604030504040204" pitchFamily="34" charset="0"/>
              </a:rPr>
              <a:t>out.println</a:t>
            </a:r>
            <a:r>
              <a:rPr lang="en-US" altLang="en-US" sz="2800" dirty="0">
                <a:latin typeface="Tahoma" panose="020B0604030504040204" pitchFamily="34" charset="0"/>
              </a:rPr>
              <a:t>(</a:t>
            </a:r>
            <a:r>
              <a:rPr lang="en-US" altLang="en-US" sz="2800" dirty="0" err="1">
                <a:latin typeface="Tahoma" panose="020B0604030504040204" pitchFamily="34" charset="0"/>
              </a:rPr>
              <a:t>queue.</a:t>
            </a:r>
            <a:r>
              <a:rPr lang="en-US" altLang="en-US" sz="2800" dirty="0" err="1">
                <a:solidFill>
                  <a:srgbClr val="7030A0"/>
                </a:solidFill>
                <a:latin typeface="Tahoma" panose="020B0604030504040204" pitchFamily="34" charset="0"/>
              </a:rPr>
              <a:t>peek</a:t>
            </a:r>
            <a:r>
              <a:rPr lang="en-US" altLang="en-US" sz="2800" dirty="0">
                <a:solidFill>
                  <a:srgbClr val="7030A0"/>
                </a:solidFill>
                <a:latin typeface="Tahoma" panose="020B0604030504040204" pitchFamily="34" charset="0"/>
              </a:rPr>
              <a:t>()</a:t>
            </a:r>
            <a:r>
              <a:rPr lang="en-US" altLang="en-US" sz="2800" dirty="0">
                <a:latin typeface="Tahoma" panose="020B0604030504040204" pitchFamily="34" charset="0"/>
              </a:rPr>
              <a:t>);</a:t>
            </a:r>
          </a:p>
          <a:p>
            <a:pPr>
              <a:spcBef>
                <a:spcPct val="0"/>
              </a:spcBef>
              <a:buFontTx/>
              <a:buNone/>
            </a:pPr>
            <a:r>
              <a:rPr lang="en-US" altLang="en-US" sz="2800" dirty="0" err="1">
                <a:latin typeface="Tahoma" panose="020B0604030504040204" pitchFamily="34" charset="0"/>
              </a:rPr>
              <a:t>queue.</a:t>
            </a:r>
            <a:r>
              <a:rPr lang="en-US" altLang="en-US" sz="2800" dirty="0" err="1">
                <a:solidFill>
                  <a:srgbClr val="7030A0"/>
                </a:solidFill>
                <a:latin typeface="Tahoma" panose="020B0604030504040204" pitchFamily="34" charset="0"/>
              </a:rPr>
              <a:t>poll</a:t>
            </a:r>
            <a:r>
              <a:rPr lang="en-US" altLang="en-US" sz="2800" dirty="0">
                <a:solidFill>
                  <a:srgbClr val="7030A0"/>
                </a:solidFill>
                <a:latin typeface="Tahoma" panose="020B0604030504040204" pitchFamily="34" charset="0"/>
              </a:rPr>
              <a:t>()</a:t>
            </a:r>
            <a:r>
              <a:rPr lang="en-US" altLang="en-US" sz="2800" dirty="0">
                <a:latin typeface="Tahoma" panose="020B0604030504040204" pitchFamily="34" charset="0"/>
              </a:rPr>
              <a:t>;</a:t>
            </a:r>
          </a:p>
          <a:p>
            <a:pPr>
              <a:spcBef>
                <a:spcPct val="0"/>
              </a:spcBef>
              <a:buFontTx/>
              <a:buNone/>
            </a:pPr>
            <a:r>
              <a:rPr lang="en-US" altLang="en-US" sz="2800" dirty="0" err="1">
                <a:latin typeface="Tahoma" panose="020B0604030504040204" pitchFamily="34" charset="0"/>
              </a:rPr>
              <a:t>out.println</a:t>
            </a:r>
            <a:r>
              <a:rPr lang="en-US" altLang="en-US" sz="2800" dirty="0">
                <a:latin typeface="Tahoma" panose="020B0604030504040204" pitchFamily="34" charset="0"/>
              </a:rPr>
              <a:t>(queue);</a:t>
            </a:r>
          </a:p>
          <a:p>
            <a:pPr>
              <a:spcBef>
                <a:spcPct val="0"/>
              </a:spcBef>
              <a:buFontTx/>
              <a:buNone/>
            </a:pPr>
            <a:endParaRPr lang="en-US" altLang="en-US" sz="2800" dirty="0">
              <a:latin typeface="Tahoma" panose="020B0604030504040204" pitchFamily="34" charset="0"/>
            </a:endParaRPr>
          </a:p>
        </p:txBody>
      </p:sp>
      <p:sp>
        <p:nvSpPr>
          <p:cNvPr id="2" name="Rectangle 1">
            <a:extLst>
              <a:ext uri="{FF2B5EF4-FFF2-40B4-BE49-F238E27FC236}">
                <a16:creationId xmlns:a16="http://schemas.microsoft.com/office/drawing/2014/main" id="{2FC3ABB6-94C7-900D-A53E-630E96000229}"/>
              </a:ext>
            </a:extLst>
          </p:cNvPr>
          <p:cNvSpPr/>
          <p:nvPr/>
        </p:nvSpPr>
        <p:spPr>
          <a:xfrm>
            <a:off x="1363429" y="268625"/>
            <a:ext cx="6417141" cy="1015663"/>
          </a:xfrm>
          <a:prstGeom prst="rect">
            <a:avLst/>
          </a:prstGeom>
          <a:noFill/>
        </p:spPr>
        <p:txBody>
          <a:bodyPr wrap="none" lIns="91440" tIns="45720" rIns="91440" bIns="45720">
            <a:spAutoFit/>
          </a:bodyPr>
          <a:lstStyle/>
          <a:p>
            <a:pPr algn="ctr"/>
            <a:r>
              <a:rPr lang="en-US" sz="6000" b="1" cap="none" spc="0" dirty="0">
                <a:ln w="12700" cmpd="sng">
                  <a:solidFill>
                    <a:schemeClr val="accent4"/>
                  </a:solidFill>
                  <a:prstDash val="solid"/>
                </a:ln>
                <a:solidFill>
                  <a:srgbClr val="7030A0"/>
                </a:solidFill>
                <a:effectLst/>
              </a:rPr>
              <a:t>Offer, Poll, Peek</a:t>
            </a:r>
          </a:p>
        </p:txBody>
      </p:sp>
      <p:sp>
        <p:nvSpPr>
          <p:cNvPr id="3" name="Text Box 4">
            <a:extLst>
              <a:ext uri="{FF2B5EF4-FFF2-40B4-BE49-F238E27FC236}">
                <a16:creationId xmlns:a16="http://schemas.microsoft.com/office/drawing/2014/main" id="{3D13F027-8EB7-CA0E-D728-658D3807075A}"/>
              </a:ext>
            </a:extLst>
          </p:cNvPr>
          <p:cNvSpPr txBox="1">
            <a:spLocks noChangeArrowheads="1"/>
          </p:cNvSpPr>
          <p:nvPr/>
        </p:nvSpPr>
        <p:spPr bwMode="auto">
          <a:xfrm>
            <a:off x="5740596" y="2849701"/>
            <a:ext cx="1905000" cy="3170099"/>
          </a:xfrm>
          <a:prstGeom prst="rect">
            <a:avLst/>
          </a:prstGeom>
          <a:noFill/>
          <a:ln w="12700">
            <a:solidFill>
              <a:srgbClr val="993300"/>
            </a:solidFill>
            <a:miter lim="800000"/>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50000"/>
              </a:spcBef>
              <a:buFontTx/>
              <a:buNone/>
            </a:pPr>
            <a:r>
              <a:rPr lang="en-US" altLang="en-US" u="sng" dirty="0">
                <a:solidFill>
                  <a:srgbClr val="FF0000"/>
                </a:solidFill>
                <a:latin typeface="Tahoma" panose="020B0604030504040204" pitchFamily="34" charset="0"/>
              </a:rPr>
              <a:t>OUTPUT</a:t>
            </a:r>
          </a:p>
          <a:p>
            <a:pPr>
              <a:spcBef>
                <a:spcPct val="0"/>
              </a:spcBef>
              <a:buFontTx/>
              <a:buNone/>
            </a:pPr>
            <a:r>
              <a:rPr lang="en-US" altLang="en-US" sz="2800" dirty="0">
                <a:latin typeface="Tahoma" panose="020B0604030504040204" pitchFamily="34" charset="0"/>
              </a:rPr>
              <a:t>[11, 7]</a:t>
            </a:r>
          </a:p>
          <a:p>
            <a:pPr>
              <a:spcBef>
                <a:spcPct val="0"/>
              </a:spcBef>
              <a:buFontTx/>
              <a:buNone/>
            </a:pPr>
            <a:r>
              <a:rPr lang="en-US" altLang="en-US" sz="2800" dirty="0">
                <a:latin typeface="Tahoma" panose="020B0604030504040204" pitchFamily="34" charset="0"/>
              </a:rPr>
              <a:t>11</a:t>
            </a:r>
          </a:p>
          <a:p>
            <a:pPr>
              <a:spcBef>
                <a:spcPct val="0"/>
              </a:spcBef>
              <a:buFontTx/>
              <a:buNone/>
            </a:pPr>
            <a:endParaRPr lang="en-US" altLang="en-US" sz="2800" dirty="0">
              <a:latin typeface="Tahoma" panose="020B0604030504040204" pitchFamily="34" charset="0"/>
            </a:endParaRPr>
          </a:p>
          <a:p>
            <a:pPr>
              <a:spcBef>
                <a:spcPct val="0"/>
              </a:spcBef>
              <a:buFontTx/>
              <a:buNone/>
            </a:pPr>
            <a:r>
              <a:rPr lang="en-US" altLang="en-US" sz="2800" dirty="0">
                <a:latin typeface="Tahoma" panose="020B0604030504040204" pitchFamily="34" charset="0"/>
              </a:rPr>
              <a:t>7</a:t>
            </a:r>
          </a:p>
          <a:p>
            <a:pPr>
              <a:spcBef>
                <a:spcPct val="0"/>
              </a:spcBef>
              <a:buFontTx/>
              <a:buNone/>
            </a:pPr>
            <a:endParaRPr lang="en-US" altLang="en-US" sz="2800" dirty="0">
              <a:latin typeface="Tahoma" panose="020B0604030504040204" pitchFamily="34" charset="0"/>
            </a:endParaRPr>
          </a:p>
          <a:p>
            <a:pPr>
              <a:spcBef>
                <a:spcPct val="0"/>
              </a:spcBef>
              <a:buFontTx/>
              <a:buNone/>
            </a:pPr>
            <a:r>
              <a:rPr lang="en-US" altLang="en-US" sz="2800" dirty="0">
                <a:latin typeface="Tahoma" panose="020B0604030504040204" pitchFamily="34" charset="0"/>
              </a:rPr>
              <a:t>[]</a:t>
            </a:r>
          </a:p>
        </p:txBody>
      </p:sp>
    </p:spTree>
    <p:extLst>
      <p:ext uri="{BB962C8B-B14F-4D97-AF65-F5344CB8AC3E}">
        <p14:creationId xmlns:p14="http://schemas.microsoft.com/office/powerpoint/2010/main" val="102408458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B7BAFF-70B6-3EBD-44DF-2210E841B482}"/>
            </a:ext>
          </a:extLst>
        </p:cNvPr>
        <p:cNvGrpSpPr/>
        <p:nvPr/>
      </p:nvGrpSpPr>
      <p:grpSpPr>
        <a:xfrm>
          <a:off x="0" y="0"/>
          <a:ext cx="0" cy="0"/>
          <a:chOff x="0" y="0"/>
          <a:chExt cx="0" cy="0"/>
        </a:xfrm>
      </p:grpSpPr>
      <p:sp>
        <p:nvSpPr>
          <p:cNvPr id="17410" name="Footer Placeholder 3">
            <a:extLst>
              <a:ext uri="{FF2B5EF4-FFF2-40B4-BE49-F238E27FC236}">
                <a16:creationId xmlns:a16="http://schemas.microsoft.com/office/drawing/2014/main" id="{64887F01-3849-A9F9-E819-EB8D4381D94B}"/>
              </a:ext>
            </a:extLst>
          </p:cNvPr>
          <p:cNvSpPr>
            <a:spLocks noGrp="1"/>
          </p:cNvSpPr>
          <p:nvPr>
            <p:ph type="ftr" sz="quarter" idx="12"/>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endParaRPr lang="en-US" altLang="en-US" sz="800" b="1"/>
          </a:p>
          <a:p>
            <a:pPr>
              <a:spcBef>
                <a:spcPct val="0"/>
              </a:spcBef>
              <a:buFontTx/>
              <a:buNone/>
            </a:pPr>
            <a:endParaRPr lang="en-US" altLang="en-US" sz="800">
              <a:latin typeface="Tahoma" panose="020B0604030504040204" pitchFamily="34" charset="0"/>
            </a:endParaRPr>
          </a:p>
          <a:p>
            <a:pPr>
              <a:spcBef>
                <a:spcPct val="0"/>
              </a:spcBef>
              <a:buFontTx/>
              <a:buNone/>
            </a:pPr>
            <a:endParaRPr lang="en-US" altLang="en-US" sz="800" b="1">
              <a:latin typeface="Tahoma" panose="020B0604030504040204" pitchFamily="34" charset="0"/>
            </a:endParaRPr>
          </a:p>
          <a:p>
            <a:pPr>
              <a:spcBef>
                <a:spcPct val="0"/>
              </a:spcBef>
              <a:buFontTx/>
              <a:buNone/>
            </a:pPr>
            <a:r>
              <a:rPr lang="en-US" altLang="en-US" sz="800" b="1">
                <a:latin typeface="Tahoma" panose="020B0604030504040204" pitchFamily="34" charset="0"/>
              </a:rPr>
              <a:t>© A+ Computer Science  -  www.apluscompsci.com</a:t>
            </a:r>
          </a:p>
        </p:txBody>
      </p:sp>
      <p:sp>
        <p:nvSpPr>
          <p:cNvPr id="17411" name="Text Box 2">
            <a:extLst>
              <a:ext uri="{FF2B5EF4-FFF2-40B4-BE49-F238E27FC236}">
                <a16:creationId xmlns:a16="http://schemas.microsoft.com/office/drawing/2014/main" id="{0993C94E-67D9-7368-CA29-2BD2303E44DC}"/>
              </a:ext>
            </a:extLst>
          </p:cNvPr>
          <p:cNvSpPr txBox="1">
            <a:spLocks noChangeArrowheads="1"/>
          </p:cNvSpPr>
          <p:nvPr/>
        </p:nvSpPr>
        <p:spPr bwMode="auto">
          <a:xfrm>
            <a:off x="609600" y="1600200"/>
            <a:ext cx="7010400" cy="39354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2800" dirty="0">
                <a:latin typeface="Tahoma" panose="020B0604030504040204" pitchFamily="34" charset="0"/>
              </a:rPr>
              <a:t>Queue&lt;Integer&gt; queue;</a:t>
            </a:r>
          </a:p>
          <a:p>
            <a:pPr>
              <a:spcBef>
                <a:spcPct val="0"/>
              </a:spcBef>
              <a:buFontTx/>
              <a:buNone/>
            </a:pPr>
            <a:r>
              <a:rPr lang="en-US" altLang="en-US" sz="2800" dirty="0">
                <a:latin typeface="Tahoma" panose="020B0604030504040204" pitchFamily="34" charset="0"/>
              </a:rPr>
              <a:t>queue = new LinkedList&lt;Integer&gt;();</a:t>
            </a:r>
            <a:br>
              <a:rPr lang="en-US" altLang="en-US" sz="2800" dirty="0">
                <a:latin typeface="Tahoma" panose="020B0604030504040204" pitchFamily="34" charset="0"/>
              </a:rPr>
            </a:br>
            <a:endParaRPr lang="en-US" altLang="en-US" sz="2800" dirty="0">
              <a:latin typeface="Tahoma" panose="020B0604030504040204" pitchFamily="34" charset="0"/>
            </a:endParaRPr>
          </a:p>
          <a:p>
            <a:pPr>
              <a:spcBef>
                <a:spcPct val="0"/>
              </a:spcBef>
              <a:buFontTx/>
              <a:buNone/>
            </a:pPr>
            <a:r>
              <a:rPr lang="en-US" altLang="en-US" sz="2800" dirty="0" err="1">
                <a:latin typeface="Tahoma" panose="020B0604030504040204" pitchFamily="34" charset="0"/>
              </a:rPr>
              <a:t>queue.</a:t>
            </a:r>
            <a:r>
              <a:rPr lang="en-US" altLang="en-US" sz="2800" dirty="0" err="1">
                <a:solidFill>
                  <a:srgbClr val="0000FF"/>
                </a:solidFill>
                <a:latin typeface="Tahoma" panose="020B0604030504040204" pitchFamily="34" charset="0"/>
              </a:rPr>
              <a:t>offer</a:t>
            </a:r>
            <a:r>
              <a:rPr lang="en-US" altLang="en-US" sz="2800" dirty="0">
                <a:solidFill>
                  <a:srgbClr val="0000FF"/>
                </a:solidFill>
                <a:latin typeface="Tahoma" panose="020B0604030504040204" pitchFamily="34" charset="0"/>
              </a:rPr>
              <a:t>(11)</a:t>
            </a:r>
            <a:r>
              <a:rPr lang="en-US" altLang="en-US" sz="2800" dirty="0">
                <a:latin typeface="Tahoma" panose="020B0604030504040204" pitchFamily="34" charset="0"/>
              </a:rPr>
              <a:t>;</a:t>
            </a:r>
          </a:p>
          <a:p>
            <a:pPr>
              <a:spcBef>
                <a:spcPct val="0"/>
              </a:spcBef>
              <a:buFontTx/>
              <a:buNone/>
            </a:pPr>
            <a:r>
              <a:rPr lang="en-US" altLang="en-US" sz="2800" dirty="0" err="1">
                <a:latin typeface="Tahoma" panose="020B0604030504040204" pitchFamily="34" charset="0"/>
              </a:rPr>
              <a:t>queue.</a:t>
            </a:r>
            <a:r>
              <a:rPr lang="en-US" altLang="en-US" sz="2800" dirty="0" err="1">
                <a:solidFill>
                  <a:srgbClr val="0000FF"/>
                </a:solidFill>
                <a:latin typeface="Tahoma" panose="020B0604030504040204" pitchFamily="34" charset="0"/>
              </a:rPr>
              <a:t>offer</a:t>
            </a:r>
            <a:r>
              <a:rPr lang="en-US" altLang="en-US" sz="2800" dirty="0">
                <a:solidFill>
                  <a:srgbClr val="0000FF"/>
                </a:solidFill>
                <a:latin typeface="Tahoma" panose="020B0604030504040204" pitchFamily="34" charset="0"/>
              </a:rPr>
              <a:t>(10)</a:t>
            </a:r>
            <a:r>
              <a:rPr lang="en-US" altLang="en-US" sz="2800" dirty="0">
                <a:latin typeface="Tahoma" panose="020B0604030504040204" pitchFamily="34" charset="0"/>
              </a:rPr>
              <a:t>;</a:t>
            </a:r>
          </a:p>
          <a:p>
            <a:pPr>
              <a:spcBef>
                <a:spcPct val="0"/>
              </a:spcBef>
              <a:buFontTx/>
              <a:buNone/>
            </a:pPr>
            <a:r>
              <a:rPr lang="en-US" altLang="en-US" sz="2800" dirty="0" err="1">
                <a:latin typeface="Tahoma" panose="020B0604030504040204" pitchFamily="34" charset="0"/>
              </a:rPr>
              <a:t>queue.</a:t>
            </a:r>
            <a:r>
              <a:rPr lang="en-US" altLang="en-US" sz="2800" dirty="0" err="1">
                <a:solidFill>
                  <a:srgbClr val="0000FF"/>
                </a:solidFill>
                <a:latin typeface="Tahoma" panose="020B0604030504040204" pitchFamily="34" charset="0"/>
              </a:rPr>
              <a:t>offer</a:t>
            </a:r>
            <a:r>
              <a:rPr lang="en-US" altLang="en-US" sz="2800" dirty="0">
                <a:solidFill>
                  <a:srgbClr val="0000FF"/>
                </a:solidFill>
                <a:latin typeface="Tahoma" panose="020B0604030504040204" pitchFamily="34" charset="0"/>
              </a:rPr>
              <a:t>(7)</a:t>
            </a:r>
            <a:r>
              <a:rPr lang="en-US" altLang="en-US" sz="2800" dirty="0">
                <a:latin typeface="Tahoma" panose="020B0604030504040204" pitchFamily="34" charset="0"/>
              </a:rPr>
              <a:t>;</a:t>
            </a:r>
          </a:p>
          <a:p>
            <a:pPr>
              <a:spcBef>
                <a:spcPct val="0"/>
              </a:spcBef>
              <a:buFontTx/>
              <a:buNone/>
            </a:pPr>
            <a:r>
              <a:rPr lang="en-US" altLang="en-US" sz="2800" dirty="0" err="1">
                <a:latin typeface="Tahoma" panose="020B0604030504040204" pitchFamily="34" charset="0"/>
              </a:rPr>
              <a:t>out.println</a:t>
            </a:r>
            <a:r>
              <a:rPr lang="en-US" altLang="en-US" sz="2800" dirty="0">
                <a:latin typeface="Tahoma" panose="020B0604030504040204" pitchFamily="34" charset="0"/>
              </a:rPr>
              <a:t>(queue);</a:t>
            </a:r>
          </a:p>
          <a:p>
            <a:pPr>
              <a:spcBef>
                <a:spcPct val="0"/>
              </a:spcBef>
              <a:buFontTx/>
              <a:buNone/>
            </a:pPr>
            <a:endParaRPr lang="en-US" altLang="en-US" sz="2800" dirty="0">
              <a:latin typeface="Tahoma" panose="020B0604030504040204" pitchFamily="34" charset="0"/>
            </a:endParaRPr>
          </a:p>
          <a:p>
            <a:pPr>
              <a:spcBef>
                <a:spcPct val="0"/>
              </a:spcBef>
              <a:buFontTx/>
              <a:buNone/>
            </a:pPr>
            <a:endParaRPr lang="en-US" altLang="en-US" sz="2800" dirty="0">
              <a:latin typeface="Tahoma" panose="020B0604030504040204" pitchFamily="34" charset="0"/>
            </a:endParaRPr>
          </a:p>
        </p:txBody>
      </p:sp>
      <p:sp>
        <p:nvSpPr>
          <p:cNvPr id="17413" name="Text Box 4">
            <a:extLst>
              <a:ext uri="{FF2B5EF4-FFF2-40B4-BE49-F238E27FC236}">
                <a16:creationId xmlns:a16="http://schemas.microsoft.com/office/drawing/2014/main" id="{E4B2E87A-AC7C-75AE-CEAE-DF3A2E7FD238}"/>
              </a:ext>
            </a:extLst>
          </p:cNvPr>
          <p:cNvSpPr txBox="1">
            <a:spLocks noChangeArrowheads="1"/>
          </p:cNvSpPr>
          <p:nvPr/>
        </p:nvSpPr>
        <p:spPr bwMode="auto">
          <a:xfrm>
            <a:off x="5486400" y="3429000"/>
            <a:ext cx="2362200" cy="1323975"/>
          </a:xfrm>
          <a:prstGeom prst="rect">
            <a:avLst/>
          </a:prstGeom>
          <a:noFill/>
          <a:ln w="12700">
            <a:solidFill>
              <a:srgbClr val="993300"/>
            </a:solidFill>
            <a:miter lim="800000"/>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50000"/>
              </a:spcBef>
              <a:buFontTx/>
              <a:buNone/>
            </a:pPr>
            <a:r>
              <a:rPr lang="en-US" altLang="en-US" u="sng">
                <a:solidFill>
                  <a:srgbClr val="FF0000"/>
                </a:solidFill>
                <a:latin typeface="Tahoma" panose="020B0604030504040204" pitchFamily="34" charset="0"/>
              </a:rPr>
              <a:t>OUTPUT</a:t>
            </a:r>
          </a:p>
          <a:p>
            <a:pPr>
              <a:spcBef>
                <a:spcPct val="50000"/>
              </a:spcBef>
              <a:buFontTx/>
              <a:buNone/>
            </a:pPr>
            <a:r>
              <a:rPr lang="en-US" altLang="en-US">
                <a:latin typeface="Tahoma" panose="020B0604030504040204" pitchFamily="34" charset="0"/>
              </a:rPr>
              <a:t>[11, 10, 7]</a:t>
            </a:r>
          </a:p>
        </p:txBody>
      </p:sp>
      <p:sp>
        <p:nvSpPr>
          <p:cNvPr id="2" name="Rectangle 1">
            <a:extLst>
              <a:ext uri="{FF2B5EF4-FFF2-40B4-BE49-F238E27FC236}">
                <a16:creationId xmlns:a16="http://schemas.microsoft.com/office/drawing/2014/main" id="{0D01DBAA-E347-F1EE-9061-7026E0910E88}"/>
              </a:ext>
            </a:extLst>
          </p:cNvPr>
          <p:cNvSpPr/>
          <p:nvPr/>
        </p:nvSpPr>
        <p:spPr>
          <a:xfrm>
            <a:off x="3581985" y="287248"/>
            <a:ext cx="1980030" cy="1200329"/>
          </a:xfrm>
          <a:prstGeom prst="rect">
            <a:avLst/>
          </a:prstGeom>
          <a:noFill/>
        </p:spPr>
        <p:txBody>
          <a:bodyPr wrap="none" lIns="91440" tIns="45720" rIns="91440" bIns="45720">
            <a:spAutoFit/>
          </a:bodyPr>
          <a:lstStyle/>
          <a:p>
            <a:pPr algn="ctr"/>
            <a:r>
              <a:rPr lang="en-US" sz="7200" b="1" cap="none" spc="0" dirty="0">
                <a:ln w="12700" cmpd="sng">
                  <a:solidFill>
                    <a:schemeClr val="accent4"/>
                  </a:solidFill>
                  <a:prstDash val="solid"/>
                </a:ln>
                <a:solidFill>
                  <a:srgbClr val="0000FF"/>
                </a:solidFill>
                <a:effectLst/>
              </a:rPr>
              <a:t>Add</a:t>
            </a:r>
          </a:p>
        </p:txBody>
      </p:sp>
    </p:spTree>
    <p:extLst>
      <p:ext uri="{BB962C8B-B14F-4D97-AF65-F5344CB8AC3E}">
        <p14:creationId xmlns:p14="http://schemas.microsoft.com/office/powerpoint/2010/main" val="205486814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B989AB-4FD7-7EC2-86F0-9E3DEBC8E53A}"/>
            </a:ext>
          </a:extLst>
        </p:cNvPr>
        <p:cNvGrpSpPr/>
        <p:nvPr/>
      </p:nvGrpSpPr>
      <p:grpSpPr>
        <a:xfrm>
          <a:off x="0" y="0"/>
          <a:ext cx="0" cy="0"/>
          <a:chOff x="0" y="0"/>
          <a:chExt cx="0" cy="0"/>
        </a:xfrm>
      </p:grpSpPr>
      <p:sp>
        <p:nvSpPr>
          <p:cNvPr id="18434" name="Footer Placeholder 3">
            <a:extLst>
              <a:ext uri="{FF2B5EF4-FFF2-40B4-BE49-F238E27FC236}">
                <a16:creationId xmlns:a16="http://schemas.microsoft.com/office/drawing/2014/main" id="{D141D23D-68FE-DC18-C66F-89D72EE48656}"/>
              </a:ext>
            </a:extLst>
          </p:cNvPr>
          <p:cNvSpPr>
            <a:spLocks noGrp="1"/>
          </p:cNvSpPr>
          <p:nvPr>
            <p:ph type="ftr" sz="quarter" idx="12"/>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endParaRPr lang="en-US" altLang="en-US" sz="800" b="1"/>
          </a:p>
          <a:p>
            <a:pPr>
              <a:spcBef>
                <a:spcPct val="0"/>
              </a:spcBef>
              <a:buFontTx/>
              <a:buNone/>
            </a:pPr>
            <a:endParaRPr lang="en-US" altLang="en-US" sz="800">
              <a:latin typeface="Tahoma" panose="020B0604030504040204" pitchFamily="34" charset="0"/>
            </a:endParaRPr>
          </a:p>
          <a:p>
            <a:pPr>
              <a:spcBef>
                <a:spcPct val="0"/>
              </a:spcBef>
              <a:buFontTx/>
              <a:buNone/>
            </a:pPr>
            <a:endParaRPr lang="en-US" altLang="en-US" sz="800" b="1">
              <a:latin typeface="Tahoma" panose="020B0604030504040204" pitchFamily="34" charset="0"/>
            </a:endParaRPr>
          </a:p>
          <a:p>
            <a:pPr>
              <a:spcBef>
                <a:spcPct val="0"/>
              </a:spcBef>
              <a:buFontTx/>
              <a:buNone/>
            </a:pPr>
            <a:r>
              <a:rPr lang="en-US" altLang="en-US" sz="800" b="1">
                <a:latin typeface="Tahoma" panose="020B0604030504040204" pitchFamily="34" charset="0"/>
              </a:rPr>
              <a:t>© A+ Computer Science  -  www.apluscompsci.com</a:t>
            </a:r>
          </a:p>
        </p:txBody>
      </p:sp>
      <p:sp>
        <p:nvSpPr>
          <p:cNvPr id="18435" name="Text Box 8">
            <a:extLst>
              <a:ext uri="{FF2B5EF4-FFF2-40B4-BE49-F238E27FC236}">
                <a16:creationId xmlns:a16="http://schemas.microsoft.com/office/drawing/2014/main" id="{178BF4C0-4365-6D03-B86D-B8F09F88DA2D}"/>
              </a:ext>
            </a:extLst>
          </p:cNvPr>
          <p:cNvSpPr txBox="1">
            <a:spLocks noChangeArrowheads="1"/>
          </p:cNvSpPr>
          <p:nvPr/>
        </p:nvSpPr>
        <p:spPr bwMode="auto">
          <a:xfrm>
            <a:off x="609600" y="1600200"/>
            <a:ext cx="7010400" cy="43624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2800" dirty="0">
                <a:latin typeface="Tahoma" panose="020B0604030504040204" pitchFamily="34" charset="0"/>
              </a:rPr>
              <a:t>Queue&lt;Integer&gt; queue;</a:t>
            </a:r>
          </a:p>
          <a:p>
            <a:pPr>
              <a:spcBef>
                <a:spcPct val="0"/>
              </a:spcBef>
              <a:buFontTx/>
              <a:buNone/>
            </a:pPr>
            <a:r>
              <a:rPr lang="en-US" altLang="en-US" sz="2800" dirty="0">
                <a:latin typeface="Tahoma" panose="020B0604030504040204" pitchFamily="34" charset="0"/>
              </a:rPr>
              <a:t>queue = new LinkedList&lt;Integer&gt;();</a:t>
            </a:r>
            <a:br>
              <a:rPr lang="en-US" altLang="en-US" sz="2800" dirty="0">
                <a:latin typeface="Tahoma" panose="020B0604030504040204" pitchFamily="34" charset="0"/>
              </a:rPr>
            </a:br>
            <a:endParaRPr lang="en-US" altLang="en-US" sz="2800" dirty="0">
              <a:latin typeface="Tahoma" panose="020B0604030504040204" pitchFamily="34" charset="0"/>
            </a:endParaRPr>
          </a:p>
          <a:p>
            <a:pPr>
              <a:spcBef>
                <a:spcPct val="0"/>
              </a:spcBef>
              <a:buFontTx/>
              <a:buNone/>
            </a:pPr>
            <a:r>
              <a:rPr lang="en-US" altLang="en-US" sz="2800" dirty="0" err="1">
                <a:latin typeface="Tahoma" panose="020B0604030504040204" pitchFamily="34" charset="0"/>
              </a:rPr>
              <a:t>queue.</a:t>
            </a:r>
            <a:r>
              <a:rPr lang="en-US" altLang="en-US" sz="2800" dirty="0" err="1">
                <a:solidFill>
                  <a:srgbClr val="0000FF"/>
                </a:solidFill>
                <a:latin typeface="Tahoma" panose="020B0604030504040204" pitchFamily="34" charset="0"/>
              </a:rPr>
              <a:t>add</a:t>
            </a:r>
            <a:r>
              <a:rPr lang="en-US" altLang="en-US" sz="2800" dirty="0">
                <a:solidFill>
                  <a:srgbClr val="0000FF"/>
                </a:solidFill>
                <a:latin typeface="Tahoma" panose="020B0604030504040204" pitchFamily="34" charset="0"/>
              </a:rPr>
              <a:t>(11)</a:t>
            </a:r>
            <a:r>
              <a:rPr lang="en-US" altLang="en-US" sz="2800" dirty="0">
                <a:latin typeface="Tahoma" panose="020B0604030504040204" pitchFamily="34" charset="0"/>
              </a:rPr>
              <a:t>;</a:t>
            </a:r>
          </a:p>
          <a:p>
            <a:pPr>
              <a:spcBef>
                <a:spcPct val="0"/>
              </a:spcBef>
              <a:buFontTx/>
              <a:buNone/>
            </a:pPr>
            <a:r>
              <a:rPr lang="en-US" altLang="en-US" sz="2800" dirty="0" err="1">
                <a:latin typeface="Tahoma" panose="020B0604030504040204" pitchFamily="34" charset="0"/>
              </a:rPr>
              <a:t>queue.</a:t>
            </a:r>
            <a:r>
              <a:rPr lang="en-US" altLang="en-US" sz="2800" dirty="0" err="1">
                <a:solidFill>
                  <a:srgbClr val="0000FF"/>
                </a:solidFill>
                <a:latin typeface="Tahoma" panose="020B0604030504040204" pitchFamily="34" charset="0"/>
              </a:rPr>
              <a:t>add</a:t>
            </a:r>
            <a:r>
              <a:rPr lang="en-US" altLang="en-US" sz="2800" dirty="0">
                <a:solidFill>
                  <a:srgbClr val="0000FF"/>
                </a:solidFill>
                <a:latin typeface="Tahoma" panose="020B0604030504040204" pitchFamily="34" charset="0"/>
              </a:rPr>
              <a:t>(10)</a:t>
            </a:r>
            <a:r>
              <a:rPr lang="en-US" altLang="en-US" sz="2800" dirty="0">
                <a:latin typeface="Tahoma" panose="020B0604030504040204" pitchFamily="34" charset="0"/>
              </a:rPr>
              <a:t>;</a:t>
            </a:r>
          </a:p>
          <a:p>
            <a:pPr>
              <a:spcBef>
                <a:spcPct val="0"/>
              </a:spcBef>
              <a:buFontTx/>
              <a:buNone/>
            </a:pPr>
            <a:r>
              <a:rPr lang="en-US" altLang="en-US" sz="2800" dirty="0" err="1">
                <a:latin typeface="Tahoma" panose="020B0604030504040204" pitchFamily="34" charset="0"/>
              </a:rPr>
              <a:t>queue.</a:t>
            </a:r>
            <a:r>
              <a:rPr lang="en-US" altLang="en-US" sz="2800" dirty="0" err="1">
                <a:solidFill>
                  <a:srgbClr val="0000FF"/>
                </a:solidFill>
                <a:latin typeface="Tahoma" panose="020B0604030504040204" pitchFamily="34" charset="0"/>
              </a:rPr>
              <a:t>add</a:t>
            </a:r>
            <a:r>
              <a:rPr lang="en-US" altLang="en-US" sz="2800" dirty="0">
                <a:solidFill>
                  <a:srgbClr val="0000FF"/>
                </a:solidFill>
                <a:latin typeface="Tahoma" panose="020B0604030504040204" pitchFamily="34" charset="0"/>
              </a:rPr>
              <a:t>(7)</a:t>
            </a:r>
            <a:r>
              <a:rPr lang="en-US" altLang="en-US" sz="2800" dirty="0">
                <a:latin typeface="Tahoma" panose="020B0604030504040204" pitchFamily="34" charset="0"/>
              </a:rPr>
              <a:t>;</a:t>
            </a:r>
          </a:p>
          <a:p>
            <a:pPr>
              <a:spcBef>
                <a:spcPct val="0"/>
              </a:spcBef>
              <a:buFontTx/>
              <a:buNone/>
            </a:pPr>
            <a:r>
              <a:rPr lang="en-US" altLang="en-US" sz="2800" dirty="0" err="1">
                <a:latin typeface="Tahoma" panose="020B0604030504040204" pitchFamily="34" charset="0"/>
              </a:rPr>
              <a:t>out.println</a:t>
            </a:r>
            <a:r>
              <a:rPr lang="en-US" altLang="en-US" sz="2800" dirty="0">
                <a:latin typeface="Tahoma" panose="020B0604030504040204" pitchFamily="34" charset="0"/>
              </a:rPr>
              <a:t>(</a:t>
            </a:r>
            <a:r>
              <a:rPr lang="en-US" altLang="en-US" sz="2800" dirty="0" err="1">
                <a:latin typeface="Tahoma" panose="020B0604030504040204" pitchFamily="34" charset="0"/>
              </a:rPr>
              <a:t>queue.</a:t>
            </a:r>
            <a:r>
              <a:rPr lang="en-US" altLang="en-US" sz="2800" dirty="0" err="1">
                <a:solidFill>
                  <a:srgbClr val="0000FF"/>
                </a:solidFill>
                <a:latin typeface="Tahoma" panose="020B0604030504040204" pitchFamily="34" charset="0"/>
              </a:rPr>
              <a:t>remove</a:t>
            </a:r>
            <a:r>
              <a:rPr lang="en-US" altLang="en-US" sz="2800" dirty="0">
                <a:solidFill>
                  <a:srgbClr val="0000FF"/>
                </a:solidFill>
                <a:latin typeface="Tahoma" panose="020B0604030504040204" pitchFamily="34" charset="0"/>
              </a:rPr>
              <a:t>()</a:t>
            </a:r>
            <a:r>
              <a:rPr lang="en-US" altLang="en-US" sz="2800" dirty="0">
                <a:latin typeface="Tahoma" panose="020B0604030504040204" pitchFamily="34" charset="0"/>
              </a:rPr>
              <a:t>);</a:t>
            </a:r>
          </a:p>
          <a:p>
            <a:pPr>
              <a:spcBef>
                <a:spcPct val="0"/>
              </a:spcBef>
              <a:buFontTx/>
              <a:buNone/>
            </a:pPr>
            <a:r>
              <a:rPr lang="en-US" altLang="en-US" sz="2800" dirty="0" err="1">
                <a:latin typeface="Tahoma" panose="020B0604030504040204" pitchFamily="34" charset="0"/>
              </a:rPr>
              <a:t>out.println</a:t>
            </a:r>
            <a:r>
              <a:rPr lang="en-US" altLang="en-US" sz="2800" dirty="0">
                <a:latin typeface="Tahoma" panose="020B0604030504040204" pitchFamily="34" charset="0"/>
              </a:rPr>
              <a:t>(queue);</a:t>
            </a:r>
          </a:p>
          <a:p>
            <a:pPr>
              <a:spcBef>
                <a:spcPct val="0"/>
              </a:spcBef>
              <a:buFontTx/>
              <a:buNone/>
            </a:pPr>
            <a:endParaRPr lang="en-US" altLang="en-US" sz="2800" dirty="0">
              <a:latin typeface="Tahoma" panose="020B0604030504040204" pitchFamily="34" charset="0"/>
            </a:endParaRPr>
          </a:p>
          <a:p>
            <a:pPr>
              <a:spcBef>
                <a:spcPct val="0"/>
              </a:spcBef>
              <a:buFontTx/>
              <a:buNone/>
            </a:pPr>
            <a:endParaRPr lang="en-US" altLang="en-US" sz="2800" dirty="0">
              <a:latin typeface="Tahoma" panose="020B0604030504040204" pitchFamily="34" charset="0"/>
            </a:endParaRPr>
          </a:p>
        </p:txBody>
      </p:sp>
      <p:sp>
        <p:nvSpPr>
          <p:cNvPr id="18437" name="Text Box 10">
            <a:extLst>
              <a:ext uri="{FF2B5EF4-FFF2-40B4-BE49-F238E27FC236}">
                <a16:creationId xmlns:a16="http://schemas.microsoft.com/office/drawing/2014/main" id="{C861707F-F4D8-82E4-295C-5A2F9E9CC06F}"/>
              </a:ext>
            </a:extLst>
          </p:cNvPr>
          <p:cNvSpPr txBox="1">
            <a:spLocks noChangeArrowheads="1"/>
          </p:cNvSpPr>
          <p:nvPr/>
        </p:nvSpPr>
        <p:spPr bwMode="auto">
          <a:xfrm>
            <a:off x="6009861" y="3390934"/>
            <a:ext cx="1905000" cy="1811338"/>
          </a:xfrm>
          <a:prstGeom prst="rect">
            <a:avLst/>
          </a:prstGeom>
          <a:noFill/>
          <a:ln w="12700">
            <a:solidFill>
              <a:srgbClr val="993300"/>
            </a:solidFill>
            <a:miter lim="800000"/>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50000"/>
              </a:spcBef>
              <a:buFontTx/>
              <a:buNone/>
            </a:pPr>
            <a:r>
              <a:rPr lang="en-US" altLang="en-US" u="sng">
                <a:solidFill>
                  <a:srgbClr val="FF0000"/>
                </a:solidFill>
                <a:latin typeface="Tahoma" panose="020B0604030504040204" pitchFamily="34" charset="0"/>
              </a:rPr>
              <a:t>OUTPUT</a:t>
            </a:r>
          </a:p>
          <a:p>
            <a:pPr>
              <a:spcBef>
                <a:spcPct val="50000"/>
              </a:spcBef>
              <a:buFontTx/>
              <a:buNone/>
            </a:pPr>
            <a:r>
              <a:rPr lang="en-US" altLang="en-US">
                <a:latin typeface="Tahoma" panose="020B0604030504040204" pitchFamily="34" charset="0"/>
              </a:rPr>
              <a:t>11</a:t>
            </a:r>
            <a:br>
              <a:rPr lang="en-US" altLang="en-US">
                <a:latin typeface="Tahoma" panose="020B0604030504040204" pitchFamily="34" charset="0"/>
              </a:rPr>
            </a:br>
            <a:r>
              <a:rPr lang="en-US" altLang="en-US">
                <a:latin typeface="Tahoma" panose="020B0604030504040204" pitchFamily="34" charset="0"/>
              </a:rPr>
              <a:t>[10, 7]</a:t>
            </a:r>
          </a:p>
        </p:txBody>
      </p:sp>
      <p:sp>
        <p:nvSpPr>
          <p:cNvPr id="2" name="Rectangle 1">
            <a:extLst>
              <a:ext uri="{FF2B5EF4-FFF2-40B4-BE49-F238E27FC236}">
                <a16:creationId xmlns:a16="http://schemas.microsoft.com/office/drawing/2014/main" id="{4EC7DD3B-6FE0-EBDB-B98C-0509F5B04445}"/>
              </a:ext>
            </a:extLst>
          </p:cNvPr>
          <p:cNvSpPr/>
          <p:nvPr/>
        </p:nvSpPr>
        <p:spPr>
          <a:xfrm>
            <a:off x="2915935" y="318665"/>
            <a:ext cx="3312125" cy="1015663"/>
          </a:xfrm>
          <a:prstGeom prst="rect">
            <a:avLst/>
          </a:prstGeom>
          <a:noFill/>
        </p:spPr>
        <p:txBody>
          <a:bodyPr wrap="none" lIns="91440" tIns="45720" rIns="91440" bIns="45720">
            <a:spAutoFit/>
          </a:bodyPr>
          <a:lstStyle/>
          <a:p>
            <a:pPr algn="ctr"/>
            <a:r>
              <a:rPr lang="en-US" sz="6000" dirty="0">
                <a:ln w="12700" cmpd="sng">
                  <a:solidFill>
                    <a:schemeClr val="accent4"/>
                  </a:solidFill>
                  <a:prstDash val="solid"/>
                </a:ln>
                <a:solidFill>
                  <a:srgbClr val="0000FF"/>
                </a:solidFill>
              </a:rPr>
              <a:t>Remove</a:t>
            </a:r>
            <a:endParaRPr lang="en-US" sz="6000" b="1" cap="none" spc="0" dirty="0">
              <a:ln w="12700" cmpd="sng">
                <a:solidFill>
                  <a:schemeClr val="accent4"/>
                </a:solidFill>
                <a:prstDash val="solid"/>
              </a:ln>
              <a:solidFill>
                <a:srgbClr val="0000FF"/>
              </a:solidFill>
              <a:effectLst/>
            </a:endParaRPr>
          </a:p>
        </p:txBody>
      </p:sp>
    </p:spTree>
    <p:extLst>
      <p:ext uri="{BB962C8B-B14F-4D97-AF65-F5344CB8AC3E}">
        <p14:creationId xmlns:p14="http://schemas.microsoft.com/office/powerpoint/2010/main" val="426745917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Footer Placeholder 3">
            <a:extLst>
              <a:ext uri="{FF2B5EF4-FFF2-40B4-BE49-F238E27FC236}">
                <a16:creationId xmlns:a16="http://schemas.microsoft.com/office/drawing/2014/main" id="{190EA73F-91E8-4AA5-A9E9-87D31767202B}"/>
              </a:ext>
            </a:extLst>
          </p:cNvPr>
          <p:cNvSpPr>
            <a:spLocks noGrp="1"/>
          </p:cNvSpPr>
          <p:nvPr>
            <p:ph type="ftr" sz="quarter" idx="12"/>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endParaRPr lang="en-US" altLang="en-US" sz="800" b="1"/>
          </a:p>
          <a:p>
            <a:pPr>
              <a:spcBef>
                <a:spcPct val="0"/>
              </a:spcBef>
              <a:buFontTx/>
              <a:buNone/>
            </a:pPr>
            <a:endParaRPr lang="en-US" altLang="en-US" sz="800">
              <a:latin typeface="Tahoma" panose="020B0604030504040204" pitchFamily="34" charset="0"/>
            </a:endParaRPr>
          </a:p>
          <a:p>
            <a:pPr>
              <a:spcBef>
                <a:spcPct val="0"/>
              </a:spcBef>
              <a:buFontTx/>
              <a:buNone/>
            </a:pPr>
            <a:endParaRPr lang="en-US" altLang="en-US" sz="800" b="1">
              <a:latin typeface="Tahoma" panose="020B0604030504040204" pitchFamily="34" charset="0"/>
            </a:endParaRPr>
          </a:p>
          <a:p>
            <a:pPr>
              <a:spcBef>
                <a:spcPct val="0"/>
              </a:spcBef>
              <a:buFontTx/>
              <a:buNone/>
            </a:pPr>
            <a:r>
              <a:rPr lang="en-US" altLang="en-US" sz="800" b="1">
                <a:latin typeface="Tahoma" panose="020B0604030504040204" pitchFamily="34" charset="0"/>
              </a:rPr>
              <a:t>© A+ Computer Science  -  www.apluscompsci.com</a:t>
            </a:r>
          </a:p>
        </p:txBody>
      </p:sp>
      <p:sp>
        <p:nvSpPr>
          <p:cNvPr id="20483" name="Text Box 2">
            <a:extLst>
              <a:ext uri="{FF2B5EF4-FFF2-40B4-BE49-F238E27FC236}">
                <a16:creationId xmlns:a16="http://schemas.microsoft.com/office/drawing/2014/main" id="{4798B9E7-9EED-415C-92F1-0A91537E0036}"/>
              </a:ext>
            </a:extLst>
          </p:cNvPr>
          <p:cNvSpPr txBox="1">
            <a:spLocks noChangeArrowheads="1"/>
          </p:cNvSpPr>
          <p:nvPr/>
        </p:nvSpPr>
        <p:spPr bwMode="auto">
          <a:xfrm>
            <a:off x="609600" y="1600200"/>
            <a:ext cx="7010400" cy="47894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2800" dirty="0">
                <a:latin typeface="Tahoma" panose="020B0604030504040204" pitchFamily="34" charset="0"/>
              </a:rPr>
              <a:t>Queue&lt;Integer&gt; queue;</a:t>
            </a:r>
          </a:p>
          <a:p>
            <a:pPr>
              <a:spcBef>
                <a:spcPct val="0"/>
              </a:spcBef>
              <a:buFontTx/>
              <a:buNone/>
            </a:pPr>
            <a:r>
              <a:rPr lang="en-US" altLang="en-US" sz="2800" dirty="0">
                <a:latin typeface="Tahoma" panose="020B0604030504040204" pitchFamily="34" charset="0"/>
              </a:rPr>
              <a:t>queue = new LinkedList&lt;Integer&gt;();</a:t>
            </a:r>
          </a:p>
          <a:p>
            <a:pPr>
              <a:spcBef>
                <a:spcPct val="0"/>
              </a:spcBef>
              <a:buFontTx/>
              <a:buNone/>
            </a:pPr>
            <a:r>
              <a:rPr lang="en-US" altLang="en-US" sz="2800" dirty="0" err="1">
                <a:latin typeface="Tahoma" panose="020B0604030504040204" pitchFamily="34" charset="0"/>
              </a:rPr>
              <a:t>queue.</a:t>
            </a:r>
            <a:r>
              <a:rPr lang="en-US" altLang="en-US" sz="2800" dirty="0" err="1">
                <a:solidFill>
                  <a:srgbClr val="0000FF"/>
                </a:solidFill>
                <a:latin typeface="Tahoma" panose="020B0604030504040204" pitchFamily="34" charset="0"/>
              </a:rPr>
              <a:t>add</a:t>
            </a:r>
            <a:r>
              <a:rPr lang="en-US" altLang="en-US" sz="2800" dirty="0">
                <a:solidFill>
                  <a:srgbClr val="0000FF"/>
                </a:solidFill>
                <a:latin typeface="Tahoma" panose="020B0604030504040204" pitchFamily="34" charset="0"/>
              </a:rPr>
              <a:t>(11)</a:t>
            </a:r>
            <a:r>
              <a:rPr lang="en-US" altLang="en-US" sz="2800" dirty="0">
                <a:latin typeface="Tahoma" panose="020B0604030504040204" pitchFamily="34" charset="0"/>
              </a:rPr>
              <a:t>;</a:t>
            </a:r>
          </a:p>
          <a:p>
            <a:pPr>
              <a:spcBef>
                <a:spcPct val="0"/>
              </a:spcBef>
              <a:buFontTx/>
              <a:buNone/>
            </a:pPr>
            <a:r>
              <a:rPr lang="en-US" altLang="en-US" sz="2800" dirty="0" err="1">
                <a:latin typeface="Tahoma" panose="020B0604030504040204" pitchFamily="34" charset="0"/>
              </a:rPr>
              <a:t>queue.</a:t>
            </a:r>
            <a:r>
              <a:rPr lang="en-US" altLang="en-US" sz="2800" dirty="0" err="1">
                <a:solidFill>
                  <a:srgbClr val="0000FF"/>
                </a:solidFill>
                <a:latin typeface="Tahoma" panose="020B0604030504040204" pitchFamily="34" charset="0"/>
              </a:rPr>
              <a:t>add</a:t>
            </a:r>
            <a:r>
              <a:rPr lang="en-US" altLang="en-US" sz="2800" dirty="0">
                <a:solidFill>
                  <a:srgbClr val="0000FF"/>
                </a:solidFill>
                <a:latin typeface="Tahoma" panose="020B0604030504040204" pitchFamily="34" charset="0"/>
              </a:rPr>
              <a:t>(7)</a:t>
            </a:r>
            <a:r>
              <a:rPr lang="en-US" altLang="en-US" sz="2800" dirty="0">
                <a:latin typeface="Tahoma" panose="020B0604030504040204" pitchFamily="34" charset="0"/>
              </a:rPr>
              <a:t>;</a:t>
            </a:r>
          </a:p>
          <a:p>
            <a:pPr>
              <a:spcBef>
                <a:spcPct val="0"/>
              </a:spcBef>
              <a:buFontTx/>
              <a:buNone/>
            </a:pPr>
            <a:r>
              <a:rPr lang="en-US" altLang="en-US" sz="2800" dirty="0" err="1">
                <a:latin typeface="Tahoma" panose="020B0604030504040204" pitchFamily="34" charset="0"/>
              </a:rPr>
              <a:t>out.println</a:t>
            </a:r>
            <a:r>
              <a:rPr lang="en-US" altLang="en-US" sz="2800" dirty="0">
                <a:latin typeface="Tahoma" panose="020B0604030504040204" pitchFamily="34" charset="0"/>
              </a:rPr>
              <a:t>(queue);</a:t>
            </a:r>
          </a:p>
          <a:p>
            <a:pPr>
              <a:spcBef>
                <a:spcPct val="0"/>
              </a:spcBef>
              <a:buFontTx/>
              <a:buNone/>
            </a:pPr>
            <a:r>
              <a:rPr lang="en-US" altLang="en-US" sz="2800" dirty="0" err="1">
                <a:latin typeface="Tahoma" panose="020B0604030504040204" pitchFamily="34" charset="0"/>
              </a:rPr>
              <a:t>out.println</a:t>
            </a:r>
            <a:r>
              <a:rPr lang="en-US" altLang="en-US" sz="2800" dirty="0">
                <a:latin typeface="Tahoma" panose="020B0604030504040204" pitchFamily="34" charset="0"/>
              </a:rPr>
              <a:t>(</a:t>
            </a:r>
            <a:r>
              <a:rPr lang="en-US" altLang="en-US" sz="2800" dirty="0" err="1">
                <a:latin typeface="Tahoma" panose="020B0604030504040204" pitchFamily="34" charset="0"/>
              </a:rPr>
              <a:t>queue.</a:t>
            </a:r>
            <a:r>
              <a:rPr lang="en-US" altLang="en-US" sz="2800" dirty="0" err="1">
                <a:solidFill>
                  <a:srgbClr val="0000FF"/>
                </a:solidFill>
                <a:latin typeface="Tahoma" panose="020B0604030504040204" pitchFamily="34" charset="0"/>
              </a:rPr>
              <a:t>element</a:t>
            </a:r>
            <a:r>
              <a:rPr lang="en-US" altLang="en-US" sz="2800" dirty="0">
                <a:solidFill>
                  <a:srgbClr val="0000FF"/>
                </a:solidFill>
                <a:latin typeface="Tahoma" panose="020B0604030504040204" pitchFamily="34" charset="0"/>
              </a:rPr>
              <a:t>()</a:t>
            </a:r>
            <a:r>
              <a:rPr lang="en-US" altLang="en-US" sz="2800" dirty="0">
                <a:latin typeface="Tahoma" panose="020B0604030504040204" pitchFamily="34" charset="0"/>
              </a:rPr>
              <a:t>);</a:t>
            </a:r>
          </a:p>
          <a:p>
            <a:pPr>
              <a:spcBef>
                <a:spcPct val="0"/>
              </a:spcBef>
              <a:buFontTx/>
              <a:buNone/>
            </a:pPr>
            <a:r>
              <a:rPr lang="en-US" altLang="en-US" sz="2800" dirty="0" err="1">
                <a:latin typeface="Tahoma" panose="020B0604030504040204" pitchFamily="34" charset="0"/>
              </a:rPr>
              <a:t>queue.</a:t>
            </a:r>
            <a:r>
              <a:rPr lang="en-US" altLang="en-US" sz="2800" dirty="0" err="1">
                <a:solidFill>
                  <a:srgbClr val="0000FF"/>
                </a:solidFill>
                <a:latin typeface="Tahoma" panose="020B0604030504040204" pitchFamily="34" charset="0"/>
              </a:rPr>
              <a:t>remove</a:t>
            </a:r>
            <a:r>
              <a:rPr lang="en-US" altLang="en-US" sz="2800" dirty="0">
                <a:solidFill>
                  <a:srgbClr val="0000FF"/>
                </a:solidFill>
                <a:latin typeface="Tahoma" panose="020B0604030504040204" pitchFamily="34" charset="0"/>
              </a:rPr>
              <a:t>()</a:t>
            </a:r>
            <a:r>
              <a:rPr lang="en-US" altLang="en-US" sz="2800" dirty="0">
                <a:latin typeface="Tahoma" panose="020B0604030504040204" pitchFamily="34" charset="0"/>
              </a:rPr>
              <a:t>;</a:t>
            </a:r>
          </a:p>
          <a:p>
            <a:pPr>
              <a:spcBef>
                <a:spcPct val="0"/>
              </a:spcBef>
              <a:buFontTx/>
              <a:buNone/>
            </a:pPr>
            <a:r>
              <a:rPr lang="en-US" altLang="en-US" sz="2800" dirty="0" err="1">
                <a:latin typeface="Tahoma" panose="020B0604030504040204" pitchFamily="34" charset="0"/>
              </a:rPr>
              <a:t>out.println</a:t>
            </a:r>
            <a:r>
              <a:rPr lang="en-US" altLang="en-US" sz="2800" dirty="0">
                <a:latin typeface="Tahoma" panose="020B0604030504040204" pitchFamily="34" charset="0"/>
              </a:rPr>
              <a:t>(</a:t>
            </a:r>
            <a:r>
              <a:rPr lang="en-US" altLang="en-US" sz="2800" dirty="0" err="1">
                <a:latin typeface="Tahoma" panose="020B0604030504040204" pitchFamily="34" charset="0"/>
              </a:rPr>
              <a:t>queue.</a:t>
            </a:r>
            <a:r>
              <a:rPr lang="en-US" altLang="en-US" sz="2800" dirty="0" err="1">
                <a:solidFill>
                  <a:srgbClr val="0000FF"/>
                </a:solidFill>
                <a:latin typeface="Tahoma" panose="020B0604030504040204" pitchFamily="34" charset="0"/>
              </a:rPr>
              <a:t>element</a:t>
            </a:r>
            <a:r>
              <a:rPr lang="en-US" altLang="en-US" sz="2800" dirty="0">
                <a:solidFill>
                  <a:srgbClr val="0000FF"/>
                </a:solidFill>
                <a:latin typeface="Tahoma" panose="020B0604030504040204" pitchFamily="34" charset="0"/>
              </a:rPr>
              <a:t>()</a:t>
            </a:r>
            <a:r>
              <a:rPr lang="en-US" altLang="en-US" sz="2800" dirty="0">
                <a:latin typeface="Tahoma" panose="020B0604030504040204" pitchFamily="34" charset="0"/>
              </a:rPr>
              <a:t>);</a:t>
            </a:r>
          </a:p>
          <a:p>
            <a:pPr>
              <a:spcBef>
                <a:spcPct val="0"/>
              </a:spcBef>
              <a:buFontTx/>
              <a:buNone/>
            </a:pPr>
            <a:r>
              <a:rPr lang="en-US" altLang="en-US" sz="2800" dirty="0" err="1">
                <a:latin typeface="Tahoma" panose="020B0604030504040204" pitchFamily="34" charset="0"/>
              </a:rPr>
              <a:t>queue.</a:t>
            </a:r>
            <a:r>
              <a:rPr lang="en-US" altLang="en-US" sz="2800" dirty="0" err="1">
                <a:solidFill>
                  <a:srgbClr val="0000FF"/>
                </a:solidFill>
                <a:latin typeface="Tahoma" panose="020B0604030504040204" pitchFamily="34" charset="0"/>
              </a:rPr>
              <a:t>remove</a:t>
            </a:r>
            <a:r>
              <a:rPr lang="en-US" altLang="en-US" sz="2800" dirty="0">
                <a:solidFill>
                  <a:srgbClr val="0000FF"/>
                </a:solidFill>
                <a:latin typeface="Tahoma" panose="020B0604030504040204" pitchFamily="34" charset="0"/>
              </a:rPr>
              <a:t>()</a:t>
            </a:r>
            <a:r>
              <a:rPr lang="en-US" altLang="en-US" sz="2800" dirty="0">
                <a:latin typeface="Tahoma" panose="020B0604030504040204" pitchFamily="34" charset="0"/>
              </a:rPr>
              <a:t>;</a:t>
            </a:r>
          </a:p>
          <a:p>
            <a:pPr>
              <a:spcBef>
                <a:spcPct val="0"/>
              </a:spcBef>
              <a:buFontTx/>
              <a:buNone/>
            </a:pPr>
            <a:r>
              <a:rPr lang="en-US" altLang="en-US" sz="2800" dirty="0" err="1">
                <a:latin typeface="Tahoma" panose="020B0604030504040204" pitchFamily="34" charset="0"/>
              </a:rPr>
              <a:t>out.println</a:t>
            </a:r>
            <a:r>
              <a:rPr lang="en-US" altLang="en-US" sz="2800" dirty="0">
                <a:latin typeface="Tahoma" panose="020B0604030504040204" pitchFamily="34" charset="0"/>
              </a:rPr>
              <a:t>(queue);</a:t>
            </a:r>
          </a:p>
          <a:p>
            <a:pPr>
              <a:spcBef>
                <a:spcPct val="0"/>
              </a:spcBef>
              <a:buFontTx/>
              <a:buNone/>
            </a:pPr>
            <a:endParaRPr lang="en-US" altLang="en-US" sz="2800" dirty="0">
              <a:latin typeface="Tahoma" panose="020B0604030504040204" pitchFamily="34" charset="0"/>
            </a:endParaRPr>
          </a:p>
        </p:txBody>
      </p:sp>
      <p:sp>
        <p:nvSpPr>
          <p:cNvPr id="20485" name="Text Box 4">
            <a:extLst>
              <a:ext uri="{FF2B5EF4-FFF2-40B4-BE49-F238E27FC236}">
                <a16:creationId xmlns:a16="http://schemas.microsoft.com/office/drawing/2014/main" id="{3AFAB5FD-4374-4D4F-972E-A0AA7FE62F3D}"/>
              </a:ext>
            </a:extLst>
          </p:cNvPr>
          <p:cNvSpPr txBox="1">
            <a:spLocks noChangeArrowheads="1"/>
          </p:cNvSpPr>
          <p:nvPr/>
        </p:nvSpPr>
        <p:spPr bwMode="auto">
          <a:xfrm>
            <a:off x="6400800" y="2849701"/>
            <a:ext cx="1905000" cy="3170099"/>
          </a:xfrm>
          <a:prstGeom prst="rect">
            <a:avLst/>
          </a:prstGeom>
          <a:noFill/>
          <a:ln w="12700">
            <a:solidFill>
              <a:srgbClr val="993300"/>
            </a:solidFill>
            <a:miter lim="800000"/>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50000"/>
              </a:spcBef>
              <a:buFontTx/>
              <a:buNone/>
            </a:pPr>
            <a:r>
              <a:rPr lang="en-US" altLang="en-US" u="sng" dirty="0">
                <a:solidFill>
                  <a:srgbClr val="FF0000"/>
                </a:solidFill>
                <a:latin typeface="Tahoma" panose="020B0604030504040204" pitchFamily="34" charset="0"/>
              </a:rPr>
              <a:t>OUTPUT</a:t>
            </a:r>
          </a:p>
          <a:p>
            <a:pPr>
              <a:spcBef>
                <a:spcPct val="0"/>
              </a:spcBef>
              <a:buFontTx/>
              <a:buNone/>
            </a:pPr>
            <a:r>
              <a:rPr lang="en-US" altLang="en-US" sz="2800" dirty="0">
                <a:latin typeface="Tahoma" panose="020B0604030504040204" pitchFamily="34" charset="0"/>
              </a:rPr>
              <a:t>[11, 7]</a:t>
            </a:r>
          </a:p>
          <a:p>
            <a:pPr>
              <a:spcBef>
                <a:spcPct val="0"/>
              </a:spcBef>
              <a:buFontTx/>
              <a:buNone/>
            </a:pPr>
            <a:r>
              <a:rPr lang="en-US" altLang="en-US" sz="2800" dirty="0">
                <a:latin typeface="Tahoma" panose="020B0604030504040204" pitchFamily="34" charset="0"/>
              </a:rPr>
              <a:t>11</a:t>
            </a:r>
          </a:p>
          <a:p>
            <a:pPr>
              <a:spcBef>
                <a:spcPct val="0"/>
              </a:spcBef>
              <a:buFontTx/>
              <a:buNone/>
            </a:pPr>
            <a:endParaRPr lang="en-US" altLang="en-US" sz="2800" dirty="0">
              <a:latin typeface="Tahoma" panose="020B0604030504040204" pitchFamily="34" charset="0"/>
            </a:endParaRPr>
          </a:p>
          <a:p>
            <a:pPr>
              <a:spcBef>
                <a:spcPct val="0"/>
              </a:spcBef>
              <a:buFontTx/>
              <a:buNone/>
            </a:pPr>
            <a:r>
              <a:rPr lang="en-US" altLang="en-US" sz="2800" dirty="0">
                <a:latin typeface="Tahoma" panose="020B0604030504040204" pitchFamily="34" charset="0"/>
              </a:rPr>
              <a:t>7</a:t>
            </a:r>
          </a:p>
          <a:p>
            <a:pPr>
              <a:spcBef>
                <a:spcPct val="0"/>
              </a:spcBef>
              <a:buFontTx/>
              <a:buNone/>
            </a:pPr>
            <a:endParaRPr lang="en-US" altLang="en-US" sz="2800" dirty="0">
              <a:latin typeface="Tahoma" panose="020B0604030504040204" pitchFamily="34" charset="0"/>
            </a:endParaRPr>
          </a:p>
          <a:p>
            <a:pPr>
              <a:spcBef>
                <a:spcPct val="0"/>
              </a:spcBef>
              <a:buFontTx/>
              <a:buNone/>
            </a:pPr>
            <a:r>
              <a:rPr lang="en-US" altLang="en-US" sz="2800" dirty="0">
                <a:latin typeface="Tahoma" panose="020B0604030504040204" pitchFamily="34" charset="0"/>
              </a:rPr>
              <a:t>[]</a:t>
            </a:r>
          </a:p>
        </p:txBody>
      </p:sp>
      <p:sp>
        <p:nvSpPr>
          <p:cNvPr id="2" name="Rectangle 1">
            <a:extLst>
              <a:ext uri="{FF2B5EF4-FFF2-40B4-BE49-F238E27FC236}">
                <a16:creationId xmlns:a16="http://schemas.microsoft.com/office/drawing/2014/main" id="{D188A6B1-6D0E-8642-F073-B997658C1205}"/>
              </a:ext>
            </a:extLst>
          </p:cNvPr>
          <p:cNvSpPr/>
          <p:nvPr/>
        </p:nvSpPr>
        <p:spPr>
          <a:xfrm>
            <a:off x="622300" y="338435"/>
            <a:ext cx="8039380" cy="923330"/>
          </a:xfrm>
          <a:prstGeom prst="rect">
            <a:avLst/>
          </a:prstGeom>
          <a:noFill/>
        </p:spPr>
        <p:txBody>
          <a:bodyPr wrap="none" lIns="91440" tIns="45720" rIns="91440" bIns="45720">
            <a:spAutoFit/>
          </a:bodyPr>
          <a:lstStyle/>
          <a:p>
            <a:pPr algn="ctr"/>
            <a:r>
              <a:rPr lang="en-US" sz="5400" b="1" cap="none" spc="0" dirty="0">
                <a:ln w="12700" cmpd="sng">
                  <a:solidFill>
                    <a:schemeClr val="accent4"/>
                  </a:solidFill>
                  <a:prstDash val="solid"/>
                </a:ln>
                <a:solidFill>
                  <a:srgbClr val="0000FF"/>
                </a:solidFill>
                <a:effectLst/>
              </a:rPr>
              <a:t>Add, Remove, Element</a:t>
            </a:r>
          </a:p>
        </p:txBody>
      </p:sp>
    </p:spTree>
    <p:extLst>
      <p:ext uri="{BB962C8B-B14F-4D97-AF65-F5344CB8AC3E}">
        <p14:creationId xmlns:p14="http://schemas.microsoft.com/office/powerpoint/2010/main" val="488571070"/>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8BA4C3-53AD-8ACE-4485-8EF552CD264D}"/>
            </a:ext>
          </a:extLst>
        </p:cNvPr>
        <p:cNvGrpSpPr/>
        <p:nvPr/>
      </p:nvGrpSpPr>
      <p:grpSpPr>
        <a:xfrm>
          <a:off x="0" y="0"/>
          <a:ext cx="0" cy="0"/>
          <a:chOff x="0" y="0"/>
          <a:chExt cx="0" cy="0"/>
        </a:xfrm>
      </p:grpSpPr>
      <p:sp>
        <p:nvSpPr>
          <p:cNvPr id="22530" name="Footer Placeholder 3">
            <a:extLst>
              <a:ext uri="{FF2B5EF4-FFF2-40B4-BE49-F238E27FC236}">
                <a16:creationId xmlns:a16="http://schemas.microsoft.com/office/drawing/2014/main" id="{13B0185D-548B-6235-F9C6-12609B000347}"/>
              </a:ext>
            </a:extLst>
          </p:cNvPr>
          <p:cNvSpPr>
            <a:spLocks noGrp="1"/>
          </p:cNvSpPr>
          <p:nvPr>
            <p:ph type="ftr" sz="quarter" idx="12"/>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endParaRPr lang="en-US" altLang="en-US" sz="800" b="1"/>
          </a:p>
          <a:p>
            <a:pPr>
              <a:spcBef>
                <a:spcPct val="0"/>
              </a:spcBef>
              <a:buFontTx/>
              <a:buNone/>
            </a:pPr>
            <a:endParaRPr lang="en-US" altLang="en-US" sz="800">
              <a:latin typeface="Tahoma" panose="020B0604030504040204" pitchFamily="34" charset="0"/>
            </a:endParaRPr>
          </a:p>
          <a:p>
            <a:pPr>
              <a:spcBef>
                <a:spcPct val="0"/>
              </a:spcBef>
              <a:buFontTx/>
              <a:buNone/>
            </a:pPr>
            <a:endParaRPr lang="en-US" altLang="en-US" sz="800" b="1">
              <a:latin typeface="Tahoma" panose="020B0604030504040204" pitchFamily="34" charset="0"/>
            </a:endParaRPr>
          </a:p>
          <a:p>
            <a:pPr>
              <a:spcBef>
                <a:spcPct val="0"/>
              </a:spcBef>
              <a:buFontTx/>
              <a:buNone/>
            </a:pPr>
            <a:r>
              <a:rPr lang="en-US" altLang="en-US" sz="800" b="1">
                <a:latin typeface="Tahoma" panose="020B0604030504040204" pitchFamily="34" charset="0"/>
              </a:rPr>
              <a:t>© A+ Computer Science  -  www.apluscompsci.com</a:t>
            </a:r>
          </a:p>
        </p:txBody>
      </p:sp>
      <p:sp>
        <p:nvSpPr>
          <p:cNvPr id="22531" name="Text Box 2">
            <a:extLst>
              <a:ext uri="{FF2B5EF4-FFF2-40B4-BE49-F238E27FC236}">
                <a16:creationId xmlns:a16="http://schemas.microsoft.com/office/drawing/2014/main" id="{76A972A8-9BA8-77EF-2800-3499C6A10518}"/>
              </a:ext>
            </a:extLst>
          </p:cNvPr>
          <p:cNvSpPr txBox="1">
            <a:spLocks noChangeArrowheads="1"/>
          </p:cNvSpPr>
          <p:nvPr/>
        </p:nvSpPr>
        <p:spPr bwMode="auto">
          <a:xfrm>
            <a:off x="609600" y="1600200"/>
            <a:ext cx="7010400" cy="47894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2800" dirty="0">
                <a:latin typeface="Tahoma" panose="020B0604030504040204" pitchFamily="34" charset="0"/>
              </a:rPr>
              <a:t>Queue&lt;Integer&gt; queue;</a:t>
            </a:r>
          </a:p>
          <a:p>
            <a:pPr>
              <a:spcBef>
                <a:spcPct val="0"/>
              </a:spcBef>
              <a:buFontTx/>
              <a:buNone/>
            </a:pPr>
            <a:r>
              <a:rPr lang="en-US" altLang="en-US" sz="2800" dirty="0">
                <a:latin typeface="Tahoma" panose="020B0604030504040204" pitchFamily="34" charset="0"/>
              </a:rPr>
              <a:t>queue = new LinkedList&lt;Integer&gt;();</a:t>
            </a:r>
          </a:p>
          <a:p>
            <a:pPr>
              <a:spcBef>
                <a:spcPct val="0"/>
              </a:spcBef>
              <a:buFontTx/>
              <a:buNone/>
            </a:pPr>
            <a:r>
              <a:rPr lang="en-US" altLang="en-US" sz="2800" dirty="0" err="1">
                <a:latin typeface="Tahoma" panose="020B0604030504040204" pitchFamily="34" charset="0"/>
              </a:rPr>
              <a:t>queue.</a:t>
            </a:r>
            <a:r>
              <a:rPr lang="en-US" altLang="en-US" sz="2800" dirty="0" err="1">
                <a:solidFill>
                  <a:srgbClr val="0000FF"/>
                </a:solidFill>
                <a:latin typeface="Tahoma" panose="020B0604030504040204" pitchFamily="34" charset="0"/>
              </a:rPr>
              <a:t>add</a:t>
            </a:r>
            <a:r>
              <a:rPr lang="en-US" altLang="en-US" sz="2800" dirty="0">
                <a:solidFill>
                  <a:srgbClr val="0000FF"/>
                </a:solidFill>
                <a:latin typeface="Tahoma" panose="020B0604030504040204" pitchFamily="34" charset="0"/>
              </a:rPr>
              <a:t>(11)</a:t>
            </a:r>
            <a:r>
              <a:rPr lang="en-US" altLang="en-US" sz="2800" dirty="0">
                <a:latin typeface="Tahoma" panose="020B0604030504040204" pitchFamily="34" charset="0"/>
              </a:rPr>
              <a:t>;</a:t>
            </a:r>
          </a:p>
          <a:p>
            <a:pPr>
              <a:spcBef>
                <a:spcPct val="0"/>
              </a:spcBef>
              <a:buFontTx/>
              <a:buNone/>
            </a:pPr>
            <a:r>
              <a:rPr lang="en-US" altLang="en-US" sz="2800" dirty="0" err="1">
                <a:latin typeface="Tahoma" panose="020B0604030504040204" pitchFamily="34" charset="0"/>
              </a:rPr>
              <a:t>queue.</a:t>
            </a:r>
            <a:r>
              <a:rPr lang="en-US" altLang="en-US" sz="2800" dirty="0" err="1">
                <a:solidFill>
                  <a:srgbClr val="0000FF"/>
                </a:solidFill>
                <a:latin typeface="Tahoma" panose="020B0604030504040204" pitchFamily="34" charset="0"/>
              </a:rPr>
              <a:t>add</a:t>
            </a:r>
            <a:r>
              <a:rPr lang="en-US" altLang="en-US" sz="2800" dirty="0">
                <a:solidFill>
                  <a:srgbClr val="0000FF"/>
                </a:solidFill>
                <a:latin typeface="Tahoma" panose="020B0604030504040204" pitchFamily="34" charset="0"/>
              </a:rPr>
              <a:t>(10)</a:t>
            </a:r>
            <a:r>
              <a:rPr lang="en-US" altLang="en-US" sz="2800" dirty="0">
                <a:latin typeface="Tahoma" panose="020B0604030504040204" pitchFamily="34" charset="0"/>
              </a:rPr>
              <a:t>;</a:t>
            </a:r>
          </a:p>
          <a:p>
            <a:pPr>
              <a:spcBef>
                <a:spcPct val="0"/>
              </a:spcBef>
              <a:buFontTx/>
              <a:buNone/>
            </a:pPr>
            <a:r>
              <a:rPr lang="en-US" altLang="en-US" sz="2800" dirty="0" err="1">
                <a:latin typeface="Tahoma" panose="020B0604030504040204" pitchFamily="34" charset="0"/>
              </a:rPr>
              <a:t>queue.</a:t>
            </a:r>
            <a:r>
              <a:rPr lang="en-US" altLang="en-US" sz="2800" dirty="0" err="1">
                <a:solidFill>
                  <a:srgbClr val="0000FF"/>
                </a:solidFill>
                <a:latin typeface="Tahoma" panose="020B0604030504040204" pitchFamily="34" charset="0"/>
              </a:rPr>
              <a:t>add</a:t>
            </a:r>
            <a:r>
              <a:rPr lang="en-US" altLang="en-US" sz="2800" dirty="0">
                <a:solidFill>
                  <a:srgbClr val="0000FF"/>
                </a:solidFill>
                <a:latin typeface="Tahoma" panose="020B0604030504040204" pitchFamily="34" charset="0"/>
              </a:rPr>
              <a:t>(7)</a:t>
            </a:r>
            <a:r>
              <a:rPr lang="en-US" altLang="en-US" sz="2800" dirty="0">
                <a:latin typeface="Tahoma" panose="020B0604030504040204" pitchFamily="34" charset="0"/>
              </a:rPr>
              <a:t>;</a:t>
            </a:r>
          </a:p>
          <a:p>
            <a:pPr>
              <a:spcBef>
                <a:spcPct val="0"/>
              </a:spcBef>
              <a:buFontTx/>
              <a:buNone/>
            </a:pPr>
            <a:endParaRPr lang="en-US" altLang="en-US" sz="2800" dirty="0">
              <a:latin typeface="Tahoma" panose="020B0604030504040204" pitchFamily="34" charset="0"/>
            </a:endParaRPr>
          </a:p>
          <a:p>
            <a:pPr>
              <a:spcBef>
                <a:spcPct val="0"/>
              </a:spcBef>
              <a:buFontTx/>
              <a:buNone/>
            </a:pPr>
            <a:r>
              <a:rPr lang="en-US" altLang="en-US" sz="2800" dirty="0">
                <a:solidFill>
                  <a:schemeClr val="accent2">
                    <a:lumMod val="75000"/>
                  </a:schemeClr>
                </a:solidFill>
                <a:latin typeface="Tahoma" panose="020B0604030504040204" pitchFamily="34" charset="0"/>
              </a:rPr>
              <a:t>while(!</a:t>
            </a:r>
            <a:r>
              <a:rPr lang="en-US" altLang="en-US" sz="2800" dirty="0" err="1">
                <a:solidFill>
                  <a:schemeClr val="accent2">
                    <a:lumMod val="75000"/>
                  </a:schemeClr>
                </a:solidFill>
                <a:latin typeface="Tahoma" panose="020B0604030504040204" pitchFamily="34" charset="0"/>
              </a:rPr>
              <a:t>queue.isEmpty</a:t>
            </a:r>
            <a:r>
              <a:rPr lang="en-US" altLang="en-US" sz="2800" dirty="0">
                <a:solidFill>
                  <a:schemeClr val="accent2">
                    <a:lumMod val="75000"/>
                  </a:schemeClr>
                </a:solidFill>
                <a:latin typeface="Tahoma" panose="020B0604030504040204" pitchFamily="34" charset="0"/>
              </a:rPr>
              <a:t>())</a:t>
            </a:r>
          </a:p>
          <a:p>
            <a:pPr>
              <a:spcBef>
                <a:spcPct val="0"/>
              </a:spcBef>
              <a:buFontTx/>
              <a:buNone/>
            </a:pPr>
            <a:r>
              <a:rPr lang="en-US" altLang="en-US" sz="2800" dirty="0">
                <a:solidFill>
                  <a:schemeClr val="accent2">
                    <a:lumMod val="75000"/>
                  </a:schemeClr>
                </a:solidFill>
                <a:latin typeface="Tahoma" panose="020B0604030504040204" pitchFamily="34" charset="0"/>
              </a:rPr>
              <a:t>{</a:t>
            </a:r>
          </a:p>
          <a:p>
            <a:pPr>
              <a:spcBef>
                <a:spcPct val="0"/>
              </a:spcBef>
              <a:buFontTx/>
              <a:buNone/>
            </a:pPr>
            <a:r>
              <a:rPr lang="en-US" altLang="en-US" sz="2800" dirty="0">
                <a:solidFill>
                  <a:schemeClr val="accent2">
                    <a:lumMod val="75000"/>
                  </a:schemeClr>
                </a:solidFill>
                <a:latin typeface="Tahoma" panose="020B0604030504040204" pitchFamily="34" charset="0"/>
              </a:rPr>
              <a:t>   </a:t>
            </a:r>
            <a:r>
              <a:rPr lang="en-US" altLang="en-US" sz="2800" dirty="0" err="1">
                <a:solidFill>
                  <a:schemeClr val="accent2">
                    <a:lumMod val="75000"/>
                  </a:schemeClr>
                </a:solidFill>
                <a:latin typeface="Tahoma" panose="020B0604030504040204" pitchFamily="34" charset="0"/>
              </a:rPr>
              <a:t>out.println</a:t>
            </a:r>
            <a:r>
              <a:rPr lang="en-US" altLang="en-US" sz="2800" dirty="0">
                <a:solidFill>
                  <a:schemeClr val="accent2">
                    <a:lumMod val="75000"/>
                  </a:schemeClr>
                </a:solidFill>
                <a:latin typeface="Tahoma" panose="020B0604030504040204" pitchFamily="34" charset="0"/>
              </a:rPr>
              <a:t>(</a:t>
            </a:r>
            <a:r>
              <a:rPr lang="en-US" altLang="en-US" sz="2800" dirty="0" err="1">
                <a:solidFill>
                  <a:schemeClr val="accent2">
                    <a:lumMod val="75000"/>
                  </a:schemeClr>
                </a:solidFill>
                <a:latin typeface="Tahoma" panose="020B0604030504040204" pitchFamily="34" charset="0"/>
              </a:rPr>
              <a:t>queue.</a:t>
            </a:r>
            <a:r>
              <a:rPr lang="en-US" altLang="en-US" sz="2800" dirty="0" err="1">
                <a:solidFill>
                  <a:srgbClr val="0000FF"/>
                </a:solidFill>
                <a:latin typeface="Tahoma" panose="020B0604030504040204" pitchFamily="34" charset="0"/>
              </a:rPr>
              <a:t>remove</a:t>
            </a:r>
            <a:r>
              <a:rPr lang="en-US" altLang="en-US" sz="2800" dirty="0">
                <a:solidFill>
                  <a:srgbClr val="0000FF"/>
                </a:solidFill>
                <a:latin typeface="Tahoma" panose="020B0604030504040204" pitchFamily="34" charset="0"/>
              </a:rPr>
              <a:t>()</a:t>
            </a:r>
            <a:r>
              <a:rPr lang="en-US" altLang="en-US" sz="2800" dirty="0">
                <a:solidFill>
                  <a:schemeClr val="accent2">
                    <a:lumMod val="75000"/>
                  </a:schemeClr>
                </a:solidFill>
                <a:latin typeface="Tahoma" panose="020B0604030504040204" pitchFamily="34" charset="0"/>
              </a:rPr>
              <a:t>);</a:t>
            </a:r>
          </a:p>
          <a:p>
            <a:pPr>
              <a:spcBef>
                <a:spcPct val="0"/>
              </a:spcBef>
              <a:buFontTx/>
              <a:buNone/>
            </a:pPr>
            <a:r>
              <a:rPr lang="en-US" altLang="en-US" sz="2800" dirty="0">
                <a:solidFill>
                  <a:schemeClr val="accent2">
                    <a:lumMod val="75000"/>
                  </a:schemeClr>
                </a:solidFill>
                <a:latin typeface="Tahoma" panose="020B0604030504040204" pitchFamily="34" charset="0"/>
              </a:rPr>
              <a:t>}</a:t>
            </a:r>
          </a:p>
          <a:p>
            <a:pPr>
              <a:spcBef>
                <a:spcPct val="0"/>
              </a:spcBef>
              <a:buFontTx/>
              <a:buNone/>
            </a:pPr>
            <a:endParaRPr lang="en-US" altLang="en-US" sz="2800" dirty="0">
              <a:latin typeface="Tahoma" panose="020B0604030504040204" pitchFamily="34" charset="0"/>
            </a:endParaRPr>
          </a:p>
        </p:txBody>
      </p:sp>
      <p:sp>
        <p:nvSpPr>
          <p:cNvPr id="22533" name="Text Box 4">
            <a:extLst>
              <a:ext uri="{FF2B5EF4-FFF2-40B4-BE49-F238E27FC236}">
                <a16:creationId xmlns:a16="http://schemas.microsoft.com/office/drawing/2014/main" id="{47F07FE8-E10D-B1FB-BD12-1A8EF45CC1D1}"/>
              </a:ext>
            </a:extLst>
          </p:cNvPr>
          <p:cNvSpPr txBox="1">
            <a:spLocks noChangeArrowheads="1"/>
          </p:cNvSpPr>
          <p:nvPr/>
        </p:nvSpPr>
        <p:spPr bwMode="auto">
          <a:xfrm>
            <a:off x="6781800" y="3657600"/>
            <a:ext cx="1905000" cy="2298700"/>
          </a:xfrm>
          <a:prstGeom prst="rect">
            <a:avLst/>
          </a:prstGeom>
          <a:noFill/>
          <a:ln w="12700">
            <a:solidFill>
              <a:srgbClr val="993300"/>
            </a:solidFill>
            <a:miter lim="800000"/>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50000"/>
              </a:spcBef>
              <a:buFontTx/>
              <a:buNone/>
            </a:pPr>
            <a:r>
              <a:rPr lang="en-US" altLang="en-US" u="sng">
                <a:solidFill>
                  <a:srgbClr val="FF0000"/>
                </a:solidFill>
                <a:latin typeface="Tahoma" panose="020B0604030504040204" pitchFamily="34" charset="0"/>
              </a:rPr>
              <a:t>OUTPUT</a:t>
            </a:r>
          </a:p>
          <a:p>
            <a:pPr algn="ctr">
              <a:spcBef>
                <a:spcPct val="50000"/>
              </a:spcBef>
              <a:buFontTx/>
              <a:buNone/>
            </a:pPr>
            <a:r>
              <a:rPr lang="en-US" altLang="en-US">
                <a:latin typeface="Tahoma" panose="020B0604030504040204" pitchFamily="34" charset="0"/>
              </a:rPr>
              <a:t>11</a:t>
            </a:r>
            <a:br>
              <a:rPr lang="en-US" altLang="en-US">
                <a:latin typeface="Tahoma" panose="020B0604030504040204" pitchFamily="34" charset="0"/>
              </a:rPr>
            </a:br>
            <a:r>
              <a:rPr lang="en-US" altLang="en-US">
                <a:latin typeface="Tahoma" panose="020B0604030504040204" pitchFamily="34" charset="0"/>
              </a:rPr>
              <a:t>10</a:t>
            </a:r>
            <a:br>
              <a:rPr lang="en-US" altLang="en-US">
                <a:latin typeface="Tahoma" panose="020B0604030504040204" pitchFamily="34" charset="0"/>
              </a:rPr>
            </a:br>
            <a:r>
              <a:rPr lang="en-US" altLang="en-US">
                <a:latin typeface="Tahoma" panose="020B0604030504040204" pitchFamily="34" charset="0"/>
              </a:rPr>
              <a:t>7</a:t>
            </a:r>
          </a:p>
        </p:txBody>
      </p:sp>
      <p:sp>
        <p:nvSpPr>
          <p:cNvPr id="3" name="TextBox 2">
            <a:extLst>
              <a:ext uri="{FF2B5EF4-FFF2-40B4-BE49-F238E27FC236}">
                <a16:creationId xmlns:a16="http://schemas.microsoft.com/office/drawing/2014/main" id="{928A344E-158E-B302-0E85-C990B80F2BE6}"/>
              </a:ext>
            </a:extLst>
          </p:cNvPr>
          <p:cNvSpPr txBox="1"/>
          <p:nvPr/>
        </p:nvSpPr>
        <p:spPr>
          <a:xfrm>
            <a:off x="609600" y="76200"/>
            <a:ext cx="7924800" cy="1169423"/>
          </a:xfrm>
          <a:prstGeom prst="rect">
            <a:avLst/>
          </a:prstGeom>
          <a:noFill/>
        </p:spPr>
        <p:txBody>
          <a:bodyPr wrap="square">
            <a:spAutoFit/>
          </a:bodyPr>
          <a:lstStyle/>
          <a:p>
            <a:pPr algn="ctr">
              <a:lnSpc>
                <a:spcPct val="150000"/>
              </a:lnSpc>
            </a:pPr>
            <a:r>
              <a:rPr lang="en-US" sz="5400" b="1" cap="none" spc="0" dirty="0">
                <a:ln w="9525">
                  <a:solidFill>
                    <a:schemeClr val="bg1"/>
                  </a:solidFill>
                  <a:prstDash val="solid"/>
                </a:ln>
                <a:solidFill>
                  <a:schemeClr val="accent2">
                    <a:lumMod val="75000"/>
                  </a:schemeClr>
                </a:solidFill>
                <a:effectLst>
                  <a:outerShdw blurRad="12700" dist="38100" dir="2700000" algn="tl" rotWithShape="0">
                    <a:schemeClr val="bg1">
                      <a:lumMod val="50000"/>
                    </a:schemeClr>
                  </a:outerShdw>
                </a:effectLst>
              </a:rPr>
              <a:t>Processing a Queue</a:t>
            </a:r>
          </a:p>
        </p:txBody>
      </p:sp>
    </p:spTree>
    <p:extLst>
      <p:ext uri="{BB962C8B-B14F-4D97-AF65-F5344CB8AC3E}">
        <p14:creationId xmlns:p14="http://schemas.microsoft.com/office/powerpoint/2010/main" val="635239235"/>
      </p:ext>
    </p:extLst>
  </p:cSld>
  <p:clrMapOvr>
    <a:masterClrMapping/>
  </p:clrMapOvr>
</p:sld>
</file>

<file path=ppt/theme/_rels/theme2.xml.rels><?xml version="1.0" encoding="UTF-8" standalone="yes"?>
<Relationships xmlns="http://schemas.openxmlformats.org/package/2006/relationships"><Relationship Id="rId1" Type="http://schemas.openxmlformats.org/officeDocument/2006/relationships/image" Target="../media/image1.jpeg"/></Relationships>
</file>

<file path=ppt/theme/_rels/theme3.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Blank Presentation">
  <a:themeElements>
    <a:clrScheme name="Blank Presentation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Blank Presentation">
      <a:majorFont>
        <a:latin typeface="Times New Roman"/>
        <a:ea typeface=""/>
        <a:cs typeface=""/>
      </a:majorFont>
      <a:minorFont>
        <a:latin typeface="Times New Roman"/>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r" defTabSz="914400" rtl="0" eaLnBrk="0" fontAlgn="base" latinLnBrk="0" hangingPunct="0">
          <a:lnSpc>
            <a:spcPct val="100000"/>
          </a:lnSpc>
          <a:spcBef>
            <a:spcPct val="0"/>
          </a:spcBef>
          <a:spcAft>
            <a:spcPct val="0"/>
          </a:spcAft>
          <a:buClrTx/>
          <a:buSzTx/>
          <a:buFontTx/>
          <a:buNone/>
          <a:tabLst/>
          <a:defRPr kumimoji="0" lang="en-US" sz="2800" b="1" i="0" u="none" strike="noStrike" cap="none" normalizeH="0" baseline="0" smtClean="0">
            <a:ln>
              <a:noFill/>
            </a:ln>
            <a:solidFill>
              <a:schemeClr val="tx1"/>
            </a:solidFill>
            <a:effectLst/>
            <a:latin typeface="Tahoma" pitchFamily="34"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r" defTabSz="914400" rtl="0" eaLnBrk="0" fontAlgn="base" latinLnBrk="0" hangingPunct="0">
          <a:lnSpc>
            <a:spcPct val="100000"/>
          </a:lnSpc>
          <a:spcBef>
            <a:spcPct val="0"/>
          </a:spcBef>
          <a:spcAft>
            <a:spcPct val="0"/>
          </a:spcAft>
          <a:buClrTx/>
          <a:buSzTx/>
          <a:buFontTx/>
          <a:buNone/>
          <a:tabLst/>
          <a:defRPr kumimoji="0" lang="en-US" sz="2800" b="1" i="0" u="none" strike="noStrike" cap="none" normalizeH="0" baseline="0" smtClean="0">
            <a:ln>
              <a:noFill/>
            </a:ln>
            <a:solidFill>
              <a:schemeClr val="tx1"/>
            </a:solidFill>
            <a:effectLst/>
            <a:latin typeface="Tahoma" pitchFamily="34" charset="0"/>
          </a:defRPr>
        </a:defPPr>
      </a:lstStyle>
    </a:lnDef>
  </a:objectDefaults>
  <a:extraClrSchemeLst>
    <a:extraClrScheme>
      <a:clrScheme name="Blank Presentation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Blank Presentation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Blank Presentation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Blank Presentation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Blank Presentation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Blank Presentation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Blank Presentation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rigin">
  <a:themeElements>
    <a:clrScheme name="Origin">
      <a:dk1>
        <a:sysClr val="windowText" lastClr="000000"/>
      </a:dk1>
      <a:lt1>
        <a:sysClr val="window" lastClr="FFFFFF"/>
      </a:lt1>
      <a:dk2>
        <a:srgbClr val="464653"/>
      </a:dk2>
      <a:lt2>
        <a:srgbClr val="DDE9EC"/>
      </a:lt2>
      <a:accent1>
        <a:srgbClr val="727CA3"/>
      </a:accent1>
      <a:accent2>
        <a:srgbClr val="9FB8CD"/>
      </a:accent2>
      <a:accent3>
        <a:srgbClr val="D2DA7A"/>
      </a:accent3>
      <a:accent4>
        <a:srgbClr val="FADA7A"/>
      </a:accent4>
      <a:accent5>
        <a:srgbClr val="B88472"/>
      </a:accent5>
      <a:accent6>
        <a:srgbClr val="8E736A"/>
      </a:accent6>
      <a:hlink>
        <a:srgbClr val="B292CA"/>
      </a:hlink>
      <a:folHlink>
        <a:srgbClr val="6B5680"/>
      </a:folHlink>
    </a:clrScheme>
    <a:fontScheme name="Origin">
      <a:majorFont>
        <a:latin typeface="Bookman Old Style"/>
        <a:ea typeface=""/>
        <a:cs typeface=""/>
        <a:font script="Grek" typeface="Cambria"/>
        <a:font script="Cyrl" typeface="Cambria"/>
        <a:font script="Jpan" typeface="ＭＳ 明朝"/>
        <a:font script="Hang" typeface="돋움"/>
        <a:font script="Hans" typeface="宋体"/>
        <a:font script="Hant" typeface="標楷體"/>
        <a:font script="Arab" typeface="Times New Roman"/>
        <a:font script="Hebr" typeface="Times New Roman"/>
        <a:font script="Thai" typeface="Browalli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Gill Sans MT"/>
        <a:ea typeface=""/>
        <a:cs typeface=""/>
        <a:font script="Grek" typeface="Calibri"/>
        <a:font script="Cyrl" typeface="Calibri"/>
        <a:font script="Jpan" typeface="ＭＳ Ｐゴシック"/>
        <a:font script="Hang" typeface="맑은 고딕"/>
        <a:font script="Hans" typeface="华文新魏"/>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rigin">
      <a:fillStyleLst>
        <a:solidFill>
          <a:schemeClr val="phClr"/>
        </a:solidFill>
        <a:gradFill rotWithShape="1">
          <a:gsLst>
            <a:gs pos="0">
              <a:schemeClr val="phClr">
                <a:tint val="45000"/>
                <a:satMod val="200000"/>
              </a:schemeClr>
            </a:gs>
            <a:gs pos="30000">
              <a:schemeClr val="phClr">
                <a:tint val="61000"/>
                <a:satMod val="200000"/>
              </a:schemeClr>
            </a:gs>
            <a:gs pos="45000">
              <a:schemeClr val="phClr">
                <a:tint val="66000"/>
                <a:satMod val="200000"/>
              </a:schemeClr>
            </a:gs>
            <a:gs pos="55000">
              <a:schemeClr val="phClr">
                <a:tint val="66000"/>
                <a:satMod val="200000"/>
              </a:schemeClr>
            </a:gs>
            <a:gs pos="73000">
              <a:schemeClr val="phClr">
                <a:tint val="61000"/>
                <a:satMod val="200000"/>
              </a:schemeClr>
            </a:gs>
            <a:gs pos="100000">
              <a:schemeClr val="phClr">
                <a:tint val="45000"/>
                <a:satMod val="200000"/>
              </a:schemeClr>
            </a:gs>
          </a:gsLst>
          <a:lin ang="950000" scaled="1"/>
        </a:gradFill>
        <a:gradFill rotWithShape="1">
          <a:gsLst>
            <a:gs pos="0">
              <a:schemeClr val="phClr">
                <a:shade val="63000"/>
              </a:schemeClr>
            </a:gs>
            <a:gs pos="30000">
              <a:schemeClr val="phClr">
                <a:shade val="90000"/>
                <a:satMod val="110000"/>
              </a:schemeClr>
            </a:gs>
            <a:gs pos="45000">
              <a:schemeClr val="phClr">
                <a:shade val="100000"/>
                <a:satMod val="118000"/>
              </a:schemeClr>
            </a:gs>
            <a:gs pos="55000">
              <a:schemeClr val="phClr">
                <a:shade val="100000"/>
                <a:satMod val="118000"/>
              </a:schemeClr>
            </a:gs>
            <a:gs pos="73000">
              <a:schemeClr val="phClr">
                <a:shade val="90000"/>
                <a:satMod val="110000"/>
              </a:schemeClr>
            </a:gs>
            <a:gs pos="100000">
              <a:schemeClr val="phClr">
                <a:shade val="63000"/>
              </a:schemeClr>
            </a:gs>
          </a:gsLst>
          <a:lin ang="950000" scaled="1"/>
        </a:gradFill>
      </a:fillStyleLst>
      <a:lnStyleLst>
        <a:ln w="9525" cap="flat" cmpd="sng" algn="ctr">
          <a:solidFill>
            <a:schemeClr val="phClr"/>
          </a:solidFill>
          <a:prstDash val="solid"/>
        </a:ln>
        <a:ln w="19050" cap="flat" cmpd="sng" algn="ctr">
          <a:solidFill>
            <a:schemeClr val="phClr"/>
          </a:solidFill>
          <a:prstDash val="solid"/>
        </a:ln>
        <a:ln w="25400" cap="flat" cmpd="sng" algn="ctr">
          <a:solidFill>
            <a:schemeClr val="phClr"/>
          </a:solidFill>
          <a:prstDash val="solid"/>
        </a:ln>
      </a:lnStyleLst>
      <a:effectStyleLst>
        <a:effectStyle>
          <a:effectLst>
            <a:outerShdw blurRad="38100" dist="25400" dir="5400000" rotWithShape="0">
              <a:srgbClr val="000000">
                <a:alpha val="40000"/>
              </a:srgbClr>
            </a:outerShdw>
          </a:effectLst>
        </a:effectStyle>
        <a:effectStyle>
          <a:effectLst>
            <a:outerShdw blurRad="50800" dist="43000" dir="5400000" rotWithShape="0">
              <a:srgbClr val="000000">
                <a:alpha val="40000"/>
              </a:srgbClr>
            </a:outerShdw>
          </a:effectLst>
          <a:scene3d>
            <a:camera prst="orthographicFront" fov="0">
              <a:rot lat="0" lon="0" rev="0"/>
            </a:camera>
            <a:lightRig rig="balanced" dir="t">
              <a:rot lat="0" lon="0" rev="0"/>
            </a:lightRig>
          </a:scene3d>
          <a:sp3d prstMaterial="matte">
            <a:bevelT w="0" h="0"/>
            <a:contourClr>
              <a:schemeClr val="phClr">
                <a:tint val="100000"/>
                <a:shade val="100000"/>
                <a:hueMod val="100000"/>
                <a:satMod val="100000"/>
              </a:schemeClr>
            </a:contourClr>
          </a:sp3d>
        </a:effectStyle>
        <a:effectStyle>
          <a:effectLst>
            <a:outerShdw blurRad="50800" dist="25400" dir="5400000" rotWithShape="0">
              <a:srgbClr val="000000">
                <a:alpha val="50000"/>
              </a:srgbClr>
            </a:outerShdw>
          </a:effectLst>
          <a:scene3d>
            <a:camera prst="orthographicFront" fov="0">
              <a:rot lat="0" lon="0" rev="0"/>
            </a:camera>
            <a:lightRig rig="soft" dir="t">
              <a:rot lat="0" lon="0" rev="2700000"/>
            </a:lightRig>
          </a:scene3d>
          <a:sp3d prstMaterial="matte">
            <a:bevelT w="50800" h="50800"/>
            <a:contourClr>
              <a:schemeClr val="phClr"/>
            </a:contourClr>
          </a:sp3d>
        </a:effectStyle>
      </a:effectStyleLst>
      <a:bgFillStyleLst>
        <a:solidFill>
          <a:schemeClr val="phClr"/>
        </a:solidFill>
        <a:gradFill rotWithShape="1">
          <a:gsLst>
            <a:gs pos="0">
              <a:schemeClr val="phClr">
                <a:shade val="60000"/>
                <a:satMod val="300000"/>
              </a:schemeClr>
            </a:gs>
            <a:gs pos="30000">
              <a:schemeClr val="phClr">
                <a:shade val="80000"/>
                <a:satMod val="230000"/>
              </a:schemeClr>
            </a:gs>
            <a:gs pos="100000">
              <a:schemeClr val="phClr">
                <a:tint val="97000"/>
                <a:satMod val="220000"/>
              </a:schemeClr>
            </a:gs>
          </a:gsLst>
          <a:lin ang="16200000" scaled="1"/>
        </a:gradFill>
        <a:blipFill>
          <a:blip xmlns:r="http://schemas.openxmlformats.org/officeDocument/2006/relationships" r:embed="rId1">
            <a:duotone>
              <a:schemeClr val="phClr">
                <a:shade val="6000"/>
                <a:satMod val="120000"/>
              </a:schemeClr>
              <a:schemeClr val="phClr">
                <a:tint val="90000"/>
              </a:schemeClr>
            </a:duotone>
          </a:blip>
          <a:tile tx="0" ty="0" sx="35000" sy="40000" flip="x" algn="tl"/>
        </a:blipFill>
      </a:bgFillStyleLst>
    </a:fmtScheme>
  </a:themeElements>
  <a:objectDefaults>
    <a:spDef>
      <a:spPr/>
      <a:bodyPr rtlCol="0" anchor="ctr"/>
      <a:lstStyle>
        <a:defPPr algn="ctr">
          <a:defRPr/>
        </a:defP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1_Origin">
  <a:themeElements>
    <a:clrScheme name="Origin">
      <a:dk1>
        <a:sysClr val="windowText" lastClr="000000"/>
      </a:dk1>
      <a:lt1>
        <a:sysClr val="window" lastClr="FFFFFF"/>
      </a:lt1>
      <a:dk2>
        <a:srgbClr val="464653"/>
      </a:dk2>
      <a:lt2>
        <a:srgbClr val="DDE9EC"/>
      </a:lt2>
      <a:accent1>
        <a:srgbClr val="727CA3"/>
      </a:accent1>
      <a:accent2>
        <a:srgbClr val="9FB8CD"/>
      </a:accent2>
      <a:accent3>
        <a:srgbClr val="D2DA7A"/>
      </a:accent3>
      <a:accent4>
        <a:srgbClr val="FADA7A"/>
      </a:accent4>
      <a:accent5>
        <a:srgbClr val="B88472"/>
      </a:accent5>
      <a:accent6>
        <a:srgbClr val="8E736A"/>
      </a:accent6>
      <a:hlink>
        <a:srgbClr val="B292CA"/>
      </a:hlink>
      <a:folHlink>
        <a:srgbClr val="6B5680"/>
      </a:folHlink>
    </a:clrScheme>
    <a:fontScheme name="Origin">
      <a:majorFont>
        <a:latin typeface="Bookman Old Style"/>
        <a:ea typeface=""/>
        <a:cs typeface=""/>
        <a:font script="Grek" typeface="Cambria"/>
        <a:font script="Cyrl" typeface="Cambria"/>
        <a:font script="Jpan" typeface="ＭＳ 明朝"/>
        <a:font script="Hang" typeface="돋움"/>
        <a:font script="Hans" typeface="宋体"/>
        <a:font script="Hant" typeface="標楷體"/>
        <a:font script="Arab" typeface="Times New Roman"/>
        <a:font script="Hebr" typeface="Times New Roman"/>
        <a:font script="Thai" typeface="Browalli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Gill Sans MT"/>
        <a:ea typeface=""/>
        <a:cs typeface=""/>
        <a:font script="Grek" typeface="Calibri"/>
        <a:font script="Cyrl" typeface="Calibri"/>
        <a:font script="Jpan" typeface="ＭＳ Ｐゴシック"/>
        <a:font script="Hang" typeface="맑은 고딕"/>
        <a:font script="Hans" typeface="华文新魏"/>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rigin">
      <a:fillStyleLst>
        <a:solidFill>
          <a:schemeClr val="phClr"/>
        </a:solidFill>
        <a:gradFill rotWithShape="1">
          <a:gsLst>
            <a:gs pos="0">
              <a:schemeClr val="phClr">
                <a:tint val="45000"/>
                <a:satMod val="200000"/>
              </a:schemeClr>
            </a:gs>
            <a:gs pos="30000">
              <a:schemeClr val="phClr">
                <a:tint val="61000"/>
                <a:satMod val="200000"/>
              </a:schemeClr>
            </a:gs>
            <a:gs pos="45000">
              <a:schemeClr val="phClr">
                <a:tint val="66000"/>
                <a:satMod val="200000"/>
              </a:schemeClr>
            </a:gs>
            <a:gs pos="55000">
              <a:schemeClr val="phClr">
                <a:tint val="66000"/>
                <a:satMod val="200000"/>
              </a:schemeClr>
            </a:gs>
            <a:gs pos="73000">
              <a:schemeClr val="phClr">
                <a:tint val="61000"/>
                <a:satMod val="200000"/>
              </a:schemeClr>
            </a:gs>
            <a:gs pos="100000">
              <a:schemeClr val="phClr">
                <a:tint val="45000"/>
                <a:satMod val="200000"/>
              </a:schemeClr>
            </a:gs>
          </a:gsLst>
          <a:lin ang="950000" scaled="1"/>
        </a:gradFill>
        <a:gradFill rotWithShape="1">
          <a:gsLst>
            <a:gs pos="0">
              <a:schemeClr val="phClr">
                <a:shade val="63000"/>
              </a:schemeClr>
            </a:gs>
            <a:gs pos="30000">
              <a:schemeClr val="phClr">
                <a:shade val="90000"/>
                <a:satMod val="110000"/>
              </a:schemeClr>
            </a:gs>
            <a:gs pos="45000">
              <a:schemeClr val="phClr">
                <a:shade val="100000"/>
                <a:satMod val="118000"/>
              </a:schemeClr>
            </a:gs>
            <a:gs pos="55000">
              <a:schemeClr val="phClr">
                <a:shade val="100000"/>
                <a:satMod val="118000"/>
              </a:schemeClr>
            </a:gs>
            <a:gs pos="73000">
              <a:schemeClr val="phClr">
                <a:shade val="90000"/>
                <a:satMod val="110000"/>
              </a:schemeClr>
            </a:gs>
            <a:gs pos="100000">
              <a:schemeClr val="phClr">
                <a:shade val="63000"/>
              </a:schemeClr>
            </a:gs>
          </a:gsLst>
          <a:lin ang="950000" scaled="1"/>
        </a:gradFill>
      </a:fillStyleLst>
      <a:lnStyleLst>
        <a:ln w="9525" cap="flat" cmpd="sng" algn="ctr">
          <a:solidFill>
            <a:schemeClr val="phClr"/>
          </a:solidFill>
          <a:prstDash val="solid"/>
        </a:ln>
        <a:ln w="19050" cap="flat" cmpd="sng" algn="ctr">
          <a:solidFill>
            <a:schemeClr val="phClr"/>
          </a:solidFill>
          <a:prstDash val="solid"/>
        </a:ln>
        <a:ln w="25400" cap="flat" cmpd="sng" algn="ctr">
          <a:solidFill>
            <a:schemeClr val="phClr"/>
          </a:solidFill>
          <a:prstDash val="solid"/>
        </a:ln>
      </a:lnStyleLst>
      <a:effectStyleLst>
        <a:effectStyle>
          <a:effectLst>
            <a:outerShdw blurRad="38100" dist="25400" dir="5400000" rotWithShape="0">
              <a:srgbClr val="000000">
                <a:alpha val="40000"/>
              </a:srgbClr>
            </a:outerShdw>
          </a:effectLst>
        </a:effectStyle>
        <a:effectStyle>
          <a:effectLst>
            <a:outerShdw blurRad="50800" dist="43000" dir="5400000" rotWithShape="0">
              <a:srgbClr val="000000">
                <a:alpha val="40000"/>
              </a:srgbClr>
            </a:outerShdw>
          </a:effectLst>
          <a:scene3d>
            <a:camera prst="orthographicFront" fov="0">
              <a:rot lat="0" lon="0" rev="0"/>
            </a:camera>
            <a:lightRig rig="balanced" dir="t">
              <a:rot lat="0" lon="0" rev="0"/>
            </a:lightRig>
          </a:scene3d>
          <a:sp3d prstMaterial="matte">
            <a:bevelT w="0" h="0"/>
            <a:contourClr>
              <a:schemeClr val="phClr">
                <a:tint val="100000"/>
                <a:shade val="100000"/>
                <a:hueMod val="100000"/>
                <a:satMod val="100000"/>
              </a:schemeClr>
            </a:contourClr>
          </a:sp3d>
        </a:effectStyle>
        <a:effectStyle>
          <a:effectLst>
            <a:outerShdw blurRad="50800" dist="25400" dir="5400000" rotWithShape="0">
              <a:srgbClr val="000000">
                <a:alpha val="50000"/>
              </a:srgbClr>
            </a:outerShdw>
          </a:effectLst>
          <a:scene3d>
            <a:camera prst="orthographicFront" fov="0">
              <a:rot lat="0" lon="0" rev="0"/>
            </a:camera>
            <a:lightRig rig="soft" dir="t">
              <a:rot lat="0" lon="0" rev="2700000"/>
            </a:lightRig>
          </a:scene3d>
          <a:sp3d prstMaterial="matte">
            <a:bevelT w="50800" h="50800"/>
            <a:contourClr>
              <a:schemeClr val="phClr"/>
            </a:contourClr>
          </a:sp3d>
        </a:effectStyle>
      </a:effectStyleLst>
      <a:bgFillStyleLst>
        <a:solidFill>
          <a:schemeClr val="phClr"/>
        </a:solidFill>
        <a:gradFill rotWithShape="1">
          <a:gsLst>
            <a:gs pos="0">
              <a:schemeClr val="phClr">
                <a:shade val="60000"/>
                <a:satMod val="300000"/>
              </a:schemeClr>
            </a:gs>
            <a:gs pos="30000">
              <a:schemeClr val="phClr">
                <a:shade val="80000"/>
                <a:satMod val="230000"/>
              </a:schemeClr>
            </a:gs>
            <a:gs pos="100000">
              <a:schemeClr val="phClr">
                <a:tint val="97000"/>
                <a:satMod val="220000"/>
              </a:schemeClr>
            </a:gs>
          </a:gsLst>
          <a:lin ang="16200000" scaled="1"/>
        </a:gradFill>
        <a:blipFill>
          <a:blip xmlns:r="http://schemas.openxmlformats.org/officeDocument/2006/relationships" r:embed="rId1">
            <a:duotone>
              <a:schemeClr val="phClr">
                <a:shade val="6000"/>
                <a:satMod val="120000"/>
              </a:schemeClr>
              <a:schemeClr val="phClr">
                <a:tint val="90000"/>
              </a:schemeClr>
            </a:duotone>
          </a:blip>
          <a:tile tx="0" ty="0" sx="35000" sy="40000" flip="x" algn="tl"/>
        </a:blipFill>
      </a:bgFillStyleLst>
    </a:fmtScheme>
  </a:themeElements>
  <a:objectDefaults>
    <a:spDef>
      <a:spPr/>
      <a:bodyPr rtlCol="0" anchor="ctr"/>
      <a:lstStyle>
        <a:defPPr algn="ctr">
          <a:defRPr/>
        </a:defP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4.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5.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Override1.xml><?xml version="1.0" encoding="utf-8"?>
<a:themeOverride xmlns:a="http://schemas.openxmlformats.org/drawingml/2006/main">
  <a:clrScheme name="Origin">
    <a:dk1>
      <a:sysClr val="windowText" lastClr="000000"/>
    </a:dk1>
    <a:lt1>
      <a:sysClr val="window" lastClr="FFFFFF"/>
    </a:lt1>
    <a:dk2>
      <a:srgbClr val="464653"/>
    </a:dk2>
    <a:lt2>
      <a:srgbClr val="DDE9EC"/>
    </a:lt2>
    <a:accent1>
      <a:srgbClr val="727CA3"/>
    </a:accent1>
    <a:accent2>
      <a:srgbClr val="9FB8CD"/>
    </a:accent2>
    <a:accent3>
      <a:srgbClr val="D2DA7A"/>
    </a:accent3>
    <a:accent4>
      <a:srgbClr val="FADA7A"/>
    </a:accent4>
    <a:accent5>
      <a:srgbClr val="B88472"/>
    </a:accent5>
    <a:accent6>
      <a:srgbClr val="8E736A"/>
    </a:accent6>
    <a:hlink>
      <a:srgbClr val="B292CA"/>
    </a:hlink>
    <a:folHlink>
      <a:srgbClr val="6B5680"/>
    </a:folHlink>
  </a:clrScheme>
</a:themeOverride>
</file>

<file path=ppt/theme/themeOverride2.xml><?xml version="1.0" encoding="utf-8"?>
<a:themeOverride xmlns:a="http://schemas.openxmlformats.org/drawingml/2006/main">
  <a:clrScheme name="Origin">
    <a:dk1>
      <a:sysClr val="windowText" lastClr="000000"/>
    </a:dk1>
    <a:lt1>
      <a:sysClr val="window" lastClr="FFFFFF"/>
    </a:lt1>
    <a:dk2>
      <a:srgbClr val="464653"/>
    </a:dk2>
    <a:lt2>
      <a:srgbClr val="DDE9EC"/>
    </a:lt2>
    <a:accent1>
      <a:srgbClr val="727CA3"/>
    </a:accent1>
    <a:accent2>
      <a:srgbClr val="9FB8CD"/>
    </a:accent2>
    <a:accent3>
      <a:srgbClr val="D2DA7A"/>
    </a:accent3>
    <a:accent4>
      <a:srgbClr val="FADA7A"/>
    </a:accent4>
    <a:accent5>
      <a:srgbClr val="B88472"/>
    </a:accent5>
    <a:accent6>
      <a:srgbClr val="8E736A"/>
    </a:accent6>
    <a:hlink>
      <a:srgbClr val="B292CA"/>
    </a:hlink>
    <a:folHlink>
      <a:srgbClr val="6B5680"/>
    </a:folHlink>
  </a:clrScheme>
</a:themeOverride>
</file>

<file path=ppt/theme/themeOverride3.xml><?xml version="1.0" encoding="utf-8"?>
<a:themeOverride xmlns:a="http://schemas.openxmlformats.org/drawingml/2006/main">
  <a:clrScheme name="Origin">
    <a:dk1>
      <a:sysClr val="windowText" lastClr="000000"/>
    </a:dk1>
    <a:lt1>
      <a:sysClr val="window" lastClr="FFFFFF"/>
    </a:lt1>
    <a:dk2>
      <a:srgbClr val="464653"/>
    </a:dk2>
    <a:lt2>
      <a:srgbClr val="DDE9EC"/>
    </a:lt2>
    <a:accent1>
      <a:srgbClr val="727CA3"/>
    </a:accent1>
    <a:accent2>
      <a:srgbClr val="9FB8CD"/>
    </a:accent2>
    <a:accent3>
      <a:srgbClr val="D2DA7A"/>
    </a:accent3>
    <a:accent4>
      <a:srgbClr val="FADA7A"/>
    </a:accent4>
    <a:accent5>
      <a:srgbClr val="B88472"/>
    </a:accent5>
    <a:accent6>
      <a:srgbClr val="8E736A"/>
    </a:accent6>
    <a:hlink>
      <a:srgbClr val="B292CA"/>
    </a:hlink>
    <a:folHlink>
      <a:srgbClr val="6B5680"/>
    </a:folHlink>
  </a:clrScheme>
</a:themeOverride>
</file>

<file path=ppt/theme/themeOverride4.xml><?xml version="1.0" encoding="utf-8"?>
<a:themeOverride xmlns:a="http://schemas.openxmlformats.org/drawingml/2006/main">
  <a:clrScheme name="Origin">
    <a:dk1>
      <a:sysClr val="windowText" lastClr="000000"/>
    </a:dk1>
    <a:lt1>
      <a:sysClr val="window" lastClr="FFFFFF"/>
    </a:lt1>
    <a:dk2>
      <a:srgbClr val="464653"/>
    </a:dk2>
    <a:lt2>
      <a:srgbClr val="DDE9EC"/>
    </a:lt2>
    <a:accent1>
      <a:srgbClr val="727CA3"/>
    </a:accent1>
    <a:accent2>
      <a:srgbClr val="9FB8CD"/>
    </a:accent2>
    <a:accent3>
      <a:srgbClr val="D2DA7A"/>
    </a:accent3>
    <a:accent4>
      <a:srgbClr val="FADA7A"/>
    </a:accent4>
    <a:accent5>
      <a:srgbClr val="B88472"/>
    </a:accent5>
    <a:accent6>
      <a:srgbClr val="8E736A"/>
    </a:accent6>
    <a:hlink>
      <a:srgbClr val="B292CA"/>
    </a:hlink>
    <a:folHlink>
      <a:srgbClr val="6B5680"/>
    </a:folHlink>
  </a:clrScheme>
</a:themeOverride>
</file>

<file path=docProps/app.xml><?xml version="1.0" encoding="utf-8"?>
<Properties xmlns="http://schemas.openxmlformats.org/officeDocument/2006/extended-properties" xmlns:vt="http://schemas.openxmlformats.org/officeDocument/2006/docPropsVTypes">
  <Template>C:\Program Files\Microsoft Office\Templates\Blank Presentation.pot</Template>
  <TotalTime>1242</TotalTime>
  <Words>1692</Words>
  <Application>Microsoft Office PowerPoint</Application>
  <PresentationFormat>On-screen Show (4:3)</PresentationFormat>
  <Paragraphs>357</Paragraphs>
  <Slides>33</Slides>
  <Notes>9</Notes>
  <HiddenSlides>0</HiddenSlides>
  <MMClips>0</MMClips>
  <ScaleCrop>false</ScaleCrop>
  <HeadingPairs>
    <vt:vector size="6" baseType="variant">
      <vt:variant>
        <vt:lpstr>Fonts Used</vt:lpstr>
      </vt:variant>
      <vt:variant>
        <vt:i4>13</vt:i4>
      </vt:variant>
      <vt:variant>
        <vt:lpstr>Theme</vt:lpstr>
      </vt:variant>
      <vt:variant>
        <vt:i4>3</vt:i4>
      </vt:variant>
      <vt:variant>
        <vt:lpstr>Slide Titles</vt:lpstr>
      </vt:variant>
      <vt:variant>
        <vt:i4>33</vt:i4>
      </vt:variant>
    </vt:vector>
  </HeadingPairs>
  <TitlesOfParts>
    <vt:vector size="49" baseType="lpstr">
      <vt:lpstr>Abadi</vt:lpstr>
      <vt:lpstr>Arial</vt:lpstr>
      <vt:lpstr>Bahnschrift</vt:lpstr>
      <vt:lpstr>Bookman Old Style</vt:lpstr>
      <vt:lpstr>Courier New</vt:lpstr>
      <vt:lpstr>DejaVu Sans Mono</vt:lpstr>
      <vt:lpstr>Gill Sans MT</vt:lpstr>
      <vt:lpstr>Impact</vt:lpstr>
      <vt:lpstr>Tahoma</vt:lpstr>
      <vt:lpstr>Times New Roman</vt:lpstr>
      <vt:lpstr>Trebuchet MS</vt:lpstr>
      <vt:lpstr>Wingdings</vt:lpstr>
      <vt:lpstr>Wingdings 3</vt:lpstr>
      <vt:lpstr>Blank Presentation</vt:lpstr>
      <vt:lpstr>Origin</vt:lpstr>
      <vt:lpstr>1_Origin</vt:lpstr>
      <vt:lpstr>PowerPoint Presentation</vt:lpstr>
      <vt:lpstr>PowerPoint Presentation</vt:lpstr>
      <vt:lpstr>PowerPoint Presentation</vt:lpstr>
      <vt:lpstr>Queues in computer science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Queue idioms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www.apluscompsci.com</Manager>
  <Company>A+ Computer Science</Company>
  <LinksUpToDate>false</LinksUpToDate>
  <SharedDoc>false</SharedDoc>
  <HyperlinkBase>www.apluscompsci.com</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queues</dc:title>
  <dc:subject>Queues</dc:subject>
  <dc:creator>A+ Computer Science</dc:creator>
  <cp:keywords>www.apluscompsci.com</cp:keywords>
  <dc:description>Queues_x000d_
©A+ Computer Science_x000d_
www.apluscompsci.com</dc:description>
  <cp:lastModifiedBy>Weldon Jasik</cp:lastModifiedBy>
  <cp:revision>174</cp:revision>
  <dcterms:created xsi:type="dcterms:W3CDTF">1997-12-05T16:05:17Z</dcterms:created>
  <dcterms:modified xsi:type="dcterms:W3CDTF">2025-11-21T19:51:33Z</dcterms:modified>
  <cp:category>www.apluscompsci.com</cp:category>
</cp:coreProperties>
</file>